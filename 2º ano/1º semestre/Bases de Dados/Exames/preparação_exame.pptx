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3"/>
  </p:notesMasterIdLst>
  <p:sldIdLst>
    <p:sldId id="256" r:id="rId2"/>
    <p:sldId id="260" r:id="rId3"/>
    <p:sldId id="261" r:id="rId4"/>
    <p:sldId id="273" r:id="rId5"/>
    <p:sldId id="502" r:id="rId6"/>
    <p:sldId id="299" r:id="rId7"/>
    <p:sldId id="300" r:id="rId8"/>
    <p:sldId id="301" r:id="rId9"/>
    <p:sldId id="302" r:id="rId10"/>
    <p:sldId id="303"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39" r:id="rId46"/>
    <p:sldId id="340" r:id="rId47"/>
    <p:sldId id="341" r:id="rId48"/>
    <p:sldId id="342" r:id="rId49"/>
    <p:sldId id="343" r:id="rId50"/>
    <p:sldId id="344" r:id="rId51"/>
    <p:sldId id="345" r:id="rId52"/>
    <p:sldId id="346" r:id="rId53"/>
    <p:sldId id="347" r:id="rId54"/>
    <p:sldId id="348" r:id="rId55"/>
    <p:sldId id="349" r:id="rId56"/>
    <p:sldId id="350" r:id="rId57"/>
    <p:sldId id="351" r:id="rId58"/>
    <p:sldId id="352" r:id="rId59"/>
    <p:sldId id="353" r:id="rId60"/>
    <p:sldId id="354" r:id="rId61"/>
    <p:sldId id="355" r:id="rId62"/>
    <p:sldId id="356" r:id="rId63"/>
    <p:sldId id="357" r:id="rId64"/>
    <p:sldId id="358" r:id="rId65"/>
    <p:sldId id="359" r:id="rId66"/>
    <p:sldId id="360" r:id="rId67"/>
    <p:sldId id="361" r:id="rId68"/>
    <p:sldId id="362" r:id="rId69"/>
    <p:sldId id="363" r:id="rId70"/>
    <p:sldId id="364" r:id="rId71"/>
    <p:sldId id="365" r:id="rId72"/>
    <p:sldId id="366" r:id="rId73"/>
    <p:sldId id="367" r:id="rId74"/>
    <p:sldId id="368" r:id="rId75"/>
    <p:sldId id="369" r:id="rId76"/>
    <p:sldId id="370" r:id="rId77"/>
    <p:sldId id="371" r:id="rId78"/>
    <p:sldId id="372" r:id="rId79"/>
    <p:sldId id="373" r:id="rId80"/>
    <p:sldId id="374" r:id="rId81"/>
    <p:sldId id="375" r:id="rId82"/>
    <p:sldId id="376" r:id="rId83"/>
    <p:sldId id="377" r:id="rId84"/>
    <p:sldId id="378" r:id="rId85"/>
    <p:sldId id="379" r:id="rId86"/>
    <p:sldId id="380" r:id="rId87"/>
    <p:sldId id="381" r:id="rId88"/>
    <p:sldId id="382" r:id="rId89"/>
    <p:sldId id="383" r:id="rId90"/>
    <p:sldId id="384" r:id="rId91"/>
    <p:sldId id="385" r:id="rId92"/>
    <p:sldId id="386" r:id="rId93"/>
    <p:sldId id="387" r:id="rId94"/>
    <p:sldId id="388" r:id="rId95"/>
    <p:sldId id="389" r:id="rId96"/>
    <p:sldId id="390" r:id="rId97"/>
    <p:sldId id="391" r:id="rId98"/>
    <p:sldId id="392" r:id="rId99"/>
    <p:sldId id="393" r:id="rId100"/>
    <p:sldId id="394" r:id="rId101"/>
    <p:sldId id="395" r:id="rId102"/>
    <p:sldId id="396" r:id="rId103"/>
    <p:sldId id="397" r:id="rId104"/>
    <p:sldId id="398" r:id="rId105"/>
    <p:sldId id="399" r:id="rId106"/>
    <p:sldId id="400" r:id="rId107"/>
    <p:sldId id="401" r:id="rId108"/>
    <p:sldId id="402" r:id="rId109"/>
    <p:sldId id="403" r:id="rId110"/>
    <p:sldId id="404" r:id="rId111"/>
    <p:sldId id="405" r:id="rId112"/>
    <p:sldId id="406" r:id="rId113"/>
    <p:sldId id="407" r:id="rId114"/>
    <p:sldId id="408" r:id="rId115"/>
    <p:sldId id="409" r:id="rId116"/>
    <p:sldId id="410" r:id="rId117"/>
    <p:sldId id="411" r:id="rId118"/>
    <p:sldId id="412" r:id="rId119"/>
    <p:sldId id="413" r:id="rId120"/>
    <p:sldId id="414" r:id="rId121"/>
    <p:sldId id="415" r:id="rId122"/>
    <p:sldId id="416" r:id="rId123"/>
    <p:sldId id="417" r:id="rId124"/>
    <p:sldId id="418" r:id="rId125"/>
    <p:sldId id="419" r:id="rId126"/>
    <p:sldId id="420" r:id="rId127"/>
    <p:sldId id="421" r:id="rId128"/>
    <p:sldId id="422" r:id="rId129"/>
    <p:sldId id="423" r:id="rId130"/>
    <p:sldId id="424" r:id="rId131"/>
    <p:sldId id="425" r:id="rId132"/>
    <p:sldId id="426" r:id="rId133"/>
    <p:sldId id="427" r:id="rId134"/>
    <p:sldId id="428" r:id="rId135"/>
    <p:sldId id="429" r:id="rId136"/>
    <p:sldId id="430" r:id="rId137"/>
    <p:sldId id="431" r:id="rId138"/>
    <p:sldId id="432" r:id="rId139"/>
    <p:sldId id="433" r:id="rId140"/>
    <p:sldId id="434" r:id="rId141"/>
    <p:sldId id="435" r:id="rId142"/>
  </p:sldIdLst>
  <p:sldSz cx="9144000" cy="5143500" type="screen16x9"/>
  <p:notesSz cx="6858000" cy="9144000"/>
  <p:embeddedFontLst>
    <p:embeddedFont>
      <p:font typeface="Roboto" panose="02000000000000000000" pitchFamily="2" charset="0"/>
      <p:regular r:id="rId144"/>
      <p:bold r:id="rId145"/>
      <p:italic r:id="rId146"/>
      <p:boldItalic r:id="rId1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791294-B2B8-48DC-8A3E-B53F5EB67B33}">
  <a:tblStyle styleId="{ED791294-B2B8-48DC-8A3E-B53F5EB67B3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709" autoAdjust="0"/>
  </p:normalViewPr>
  <p:slideViewPr>
    <p:cSldViewPr snapToGrid="0">
      <p:cViewPr varScale="1">
        <p:scale>
          <a:sx n="75" d="100"/>
          <a:sy n="75" d="100"/>
        </p:scale>
        <p:origin x="1666"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fntdata"/><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en.wikipedia.org/wiki/Second_normal_for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en.wikipedia.org/wiki/Boyce%E2%80%93Codd_normal_form"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en.wikipedia.org/wiki/Third_normal_form"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en.wikipedia.org/wiki/Candidate_key"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en.wikipedia.org/wiki/Boyce%E2%80%93Codd_normal_form"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3" Type="http://schemas.openxmlformats.org/officeDocument/2006/relationships/hyperlink" Target="http://www.cs.rochester.edu/courses/261/spring2017/termpaper/09/Unal_Yuchen_Poster.pdf" TargetMode="External"/><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3" Type="http://schemas.openxmlformats.org/officeDocument/2006/relationships/hyperlink" Target="https://searchsqlserver.techtarget.com/definition/ACID" TargetMode="External"/><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Soluções aqui!</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a85439b2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a85439b2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err="1"/>
              <a:t>Option</a:t>
            </a:r>
            <a:r>
              <a:rPr lang="pt-PT" dirty="0"/>
              <a:t> 2 (</a:t>
            </a:r>
            <a:r>
              <a:rPr lang="pt-PT" dirty="0" err="1"/>
              <a:t>tutorialspoint</a:t>
            </a:r>
            <a:r>
              <a:rPr lang="pt-PT" dirty="0"/>
              <a:t>)</a:t>
            </a:r>
          </a:p>
          <a:p>
            <a:pPr marL="0" lvl="0" indent="0" algn="l" rtl="0">
              <a:spcBef>
                <a:spcPts val="0"/>
              </a:spcBef>
              <a:spcAft>
                <a:spcPts val="0"/>
              </a:spcAft>
              <a:buNone/>
            </a:pPr>
            <a:r>
              <a:rPr lang="pt-PT" dirty="0"/>
              <a:t>A opção 2 com a </a:t>
            </a:r>
            <a:r>
              <a:rPr lang="pt-PT" dirty="0" err="1"/>
              <a:t>keyword</a:t>
            </a:r>
            <a:r>
              <a:rPr lang="pt-PT" dirty="0"/>
              <a:t> “</a:t>
            </a:r>
            <a:r>
              <a:rPr lang="pt-PT" dirty="0" err="1"/>
              <a:t>distinct</a:t>
            </a:r>
            <a:r>
              <a:rPr lang="pt-PT" dirty="0"/>
              <a:t>” é a única que permite retornar o pedido sem </a:t>
            </a:r>
            <a:r>
              <a:rPr lang="pt-PT" dirty="0" err="1"/>
              <a:t>tuplos</a:t>
            </a:r>
            <a:r>
              <a:rPr lang="pt-PT" dirty="0"/>
              <a:t> repetidos.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192542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8a85439b2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8a85439b2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(tutorialspoint)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8a85439b23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8a85439b23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Opção 2 (</a:t>
            </a:r>
            <a:r>
              <a:rPr lang="pt-PT" dirty="0" err="1"/>
              <a:t>GeeksForGeeks</a:t>
            </a:r>
            <a:r>
              <a:rPr lang="pt-PT" dirty="0"/>
              <a:t>)</a:t>
            </a:r>
          </a:p>
          <a:p>
            <a:pPr marL="0" lvl="0" indent="0" algn="l" rtl="0">
              <a:spcBef>
                <a:spcPts val="0"/>
              </a:spcBef>
              <a:spcAft>
                <a:spcPts val="0"/>
              </a:spcAft>
              <a:buNone/>
            </a:pPr>
            <a:endParaRPr lang="pt-PT" dirty="0"/>
          </a:p>
          <a:p>
            <a:pPr marL="0" lvl="0" indent="0" algn="l" rtl="0">
              <a:spcBef>
                <a:spcPts val="0"/>
              </a:spcBef>
              <a:spcAft>
                <a:spcPts val="0"/>
              </a:spcAft>
              <a:buNone/>
            </a:pPr>
            <a:r>
              <a:rPr lang="pt-PT" dirty="0"/>
              <a:t>Aplicar algoritmo de “</a:t>
            </a:r>
            <a:r>
              <a:rPr lang="pt-PT" dirty="0" err="1"/>
              <a:t>Inferring</a:t>
            </a:r>
            <a:r>
              <a:rPr lang="pt-PT" dirty="0"/>
              <a:t> </a:t>
            </a:r>
            <a:r>
              <a:rPr lang="pt-PT" dirty="0" err="1"/>
              <a:t>FDs</a:t>
            </a:r>
            <a:r>
              <a:rPr lang="pt-PT" dirty="0"/>
              <a:t>”:</a:t>
            </a:r>
          </a:p>
          <a:p>
            <a:pPr marL="0" lvl="0" indent="0" algn="l" rtl="0">
              <a:spcBef>
                <a:spcPts val="0"/>
              </a:spcBef>
              <a:spcAft>
                <a:spcPts val="0"/>
              </a:spcAft>
              <a:buNone/>
            </a:pPr>
            <a:r>
              <a:rPr lang="pt-PT" dirty="0"/>
              <a:t>A+ = ABCD : A-&gt;BCD (A-&gt;C pode ser inferida a partir daqui pela “</a:t>
            </a:r>
            <a:r>
              <a:rPr lang="pt-PT" dirty="0" err="1"/>
              <a:t>splitting</a:t>
            </a:r>
            <a:r>
              <a:rPr lang="pt-PT" dirty="0"/>
              <a:t> rule”)</a:t>
            </a:r>
          </a:p>
          <a:p>
            <a:pPr marL="0" lvl="0" indent="0" algn="l" rtl="0">
              <a:spcBef>
                <a:spcPts val="0"/>
              </a:spcBef>
              <a:spcAft>
                <a:spcPts val="0"/>
              </a:spcAft>
              <a:buNone/>
            </a:pPr>
            <a:r>
              <a:rPr lang="pt-PT" dirty="0"/>
              <a:t>B+ = B (Aqui não temos nenhuma inferência, logo podemos concluir que a opção 2 não pode ser inferida)</a:t>
            </a:r>
          </a:p>
          <a:p>
            <a:pPr marL="0" lvl="0" indent="0" algn="l" rtl="0">
              <a:spcBef>
                <a:spcPts val="0"/>
              </a:spcBef>
              <a:spcAft>
                <a:spcPts val="0"/>
              </a:spcAft>
              <a:buNone/>
            </a:pPr>
            <a:r>
              <a:rPr lang="pt-PT" dirty="0"/>
              <a:t>C+ = CD : C-&gt;D</a:t>
            </a:r>
          </a:p>
          <a:p>
            <a:pPr marL="0" lvl="0" indent="0" algn="l" rtl="0">
              <a:spcBef>
                <a:spcPts val="0"/>
              </a:spcBef>
              <a:spcAft>
                <a:spcPts val="0"/>
              </a:spcAft>
              <a:buNone/>
            </a:pPr>
            <a:r>
              <a:rPr lang="pt-PT" dirty="0"/>
              <a:t>D+ = D</a:t>
            </a:r>
          </a:p>
          <a:p>
            <a:pPr marL="0" lvl="0" indent="0" algn="l" rtl="0">
              <a:spcBef>
                <a:spcPts val="0"/>
              </a:spcBef>
              <a:spcAft>
                <a:spcPts val="0"/>
              </a:spcAft>
              <a:buNone/>
            </a:pPr>
            <a:r>
              <a:rPr lang="pt-PT" dirty="0"/>
              <a:t>AB+ = ABCD : AB-&gt;CD</a:t>
            </a:r>
          </a:p>
          <a:p>
            <a:pPr marL="0" lvl="0" indent="0" algn="l" rtl="0">
              <a:spcBef>
                <a:spcPts val="0"/>
              </a:spcBef>
              <a:spcAft>
                <a:spcPts val="0"/>
              </a:spcAft>
              <a:buNone/>
            </a:pPr>
            <a:r>
              <a:rPr lang="pt-PT" dirty="0"/>
              <a:t>AC+ = ABCD : AC -&gt;BD</a:t>
            </a:r>
          </a:p>
          <a:p>
            <a:pPr marL="0" lvl="0" indent="0" algn="l" rtl="0">
              <a:spcBef>
                <a:spcPts val="0"/>
              </a:spcBef>
              <a:spcAft>
                <a:spcPts val="0"/>
              </a:spcAft>
              <a:buNone/>
            </a:pPr>
            <a:r>
              <a:rPr lang="pt-PT" dirty="0"/>
              <a:t>AD+ = ABCD : AD-&gt;BC</a:t>
            </a:r>
          </a:p>
          <a:p>
            <a:pPr marL="0" lvl="0" indent="0" algn="l" rtl="0">
              <a:spcBef>
                <a:spcPts val="0"/>
              </a:spcBef>
              <a:spcAft>
                <a:spcPts val="0"/>
              </a:spcAft>
              <a:buNone/>
            </a:pPr>
            <a:r>
              <a:rPr lang="pt-PT" dirty="0"/>
              <a:t>BC+ = BCD : BC-&gt;D (opção 3)</a:t>
            </a:r>
          </a:p>
          <a:p>
            <a:pPr marL="0" lvl="0" indent="0" algn="l" rtl="0">
              <a:spcBef>
                <a:spcPts val="0"/>
              </a:spcBef>
              <a:spcAft>
                <a:spcPts val="0"/>
              </a:spcAft>
              <a:buNone/>
            </a:pPr>
            <a:r>
              <a:rPr lang="pt-PT" dirty="0"/>
              <a:t>BD+ = BD</a:t>
            </a:r>
          </a:p>
          <a:p>
            <a:pPr marL="0" lvl="0" indent="0" algn="l" rtl="0">
              <a:spcBef>
                <a:spcPts val="0"/>
              </a:spcBef>
              <a:spcAft>
                <a:spcPts val="0"/>
              </a:spcAft>
              <a:buNone/>
            </a:pPr>
            <a:r>
              <a:rPr lang="pt-PT" dirty="0"/>
              <a:t>CD+ = CD</a:t>
            </a:r>
          </a:p>
          <a:p>
            <a:pPr marL="0" lvl="0" indent="0" algn="l" rtl="0">
              <a:spcBef>
                <a:spcPts val="0"/>
              </a:spcBef>
              <a:spcAft>
                <a:spcPts val="0"/>
              </a:spcAft>
              <a:buNone/>
            </a:pPr>
            <a:r>
              <a:rPr lang="pt-PT" dirty="0"/>
              <a:t>ABC+ = ABCD : ABC-&gt;D</a:t>
            </a:r>
          </a:p>
          <a:p>
            <a:pPr marL="0" lvl="0" indent="0" algn="l" rtl="0">
              <a:spcBef>
                <a:spcPts val="0"/>
              </a:spcBef>
              <a:spcAft>
                <a:spcPts val="0"/>
              </a:spcAft>
              <a:buNone/>
            </a:pPr>
            <a:r>
              <a:rPr lang="pt-PT" dirty="0"/>
              <a:t>ACD+ = ABCD : ACD-&gt;B</a:t>
            </a:r>
          </a:p>
          <a:p>
            <a:pPr marL="0" lvl="0" indent="0" algn="l" rtl="0">
              <a:spcBef>
                <a:spcPts val="0"/>
              </a:spcBef>
              <a:spcAft>
                <a:spcPts val="0"/>
              </a:spcAft>
              <a:buNone/>
            </a:pPr>
            <a:r>
              <a:rPr lang="pt-PT" dirty="0"/>
              <a:t>BCD+ = BCD</a:t>
            </a:r>
          </a:p>
          <a:p>
            <a:pPr marL="0" lvl="0" indent="0" algn="l" rtl="0">
              <a:spcBef>
                <a:spcPts val="0"/>
              </a:spcBef>
              <a:spcAft>
                <a:spcPts val="0"/>
              </a:spcAft>
              <a:buNone/>
            </a:pPr>
            <a:r>
              <a:rPr lang="pt-PT" dirty="0"/>
              <a:t>ABCD+ = ABCD</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8a8a439b80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8a8a439b80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8a8a439b80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8a8a439b80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8a8a439b80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8a8a439b80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8a8a439b80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8a8a439b80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8a8a439b80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8a8a439b80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8a8a439b80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8a8a439b80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8a8a439b80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8a8a439b80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8a8a439b80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8a8a439b80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8959aa8aa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8959aa8aa3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e 4 (GeeksforGeeks)</a:t>
            </a:r>
            <a:endParaRPr/>
          </a:p>
          <a:p>
            <a:pPr marL="0" lvl="0" indent="0" algn="l" rtl="0">
              <a:spcBef>
                <a:spcPts val="0"/>
              </a:spcBef>
              <a:spcAft>
                <a:spcPts val="0"/>
              </a:spcAft>
              <a:buNone/>
            </a:pPr>
            <a:r>
              <a:rPr lang="pt-PT" sz="1200">
                <a:solidFill>
                  <a:srgbClr val="003300"/>
                </a:solidFill>
                <a:highlight>
                  <a:srgbClr val="ADE0C1"/>
                </a:highlight>
                <a:latin typeface="Roboto"/>
                <a:ea typeface="Roboto"/>
                <a:cs typeface="Roboto"/>
                <a:sym typeface="Roboto"/>
              </a:rPr>
              <a:t>If we use a HAVING clause without a GROUP BY clause, the HAVING condition applies to all rows that satisfy the search condition. In other words, all rows that satisfy the search condition make up a single group.</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959aa8aa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959aa8aa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(GeeksforGeeks)</a:t>
            </a:r>
            <a:endParaRPr/>
          </a:p>
          <a:p>
            <a:pPr marL="0" lvl="0" indent="0" algn="l" rtl="0">
              <a:spcBef>
                <a:spcPts val="0"/>
              </a:spcBef>
              <a:spcAft>
                <a:spcPts val="0"/>
              </a:spcAft>
              <a:buNone/>
            </a:pPr>
            <a:r>
              <a:rPr lang="pt-PT" sz="1200">
                <a:solidFill>
                  <a:srgbClr val="003300"/>
                </a:solidFill>
                <a:highlight>
                  <a:srgbClr val="ADE0C1"/>
                </a:highlight>
                <a:latin typeface="Roboto"/>
                <a:ea typeface="Roboto"/>
                <a:cs typeface="Roboto"/>
                <a:sym typeface="Roboto"/>
              </a:rPr>
              <a:t>The meaning of “ALL” is the A.Age should be greater than all the values returned by the subquery. There is no entry with name “arun” in table B. So the subquery will return NULL. If a subquery returns NULL, then the condition becomes true for all rows of 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8959aa8aa3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8959aa8aa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err="1"/>
              <a:t>Option</a:t>
            </a:r>
            <a:r>
              <a:rPr lang="pt-PT" dirty="0"/>
              <a:t> 3 (</a:t>
            </a:r>
            <a:r>
              <a:rPr lang="pt-PT" dirty="0" err="1"/>
              <a:t>GeeksforGeeks</a:t>
            </a:r>
            <a:r>
              <a:rPr lang="pt-PT" dirty="0"/>
              <a:t>)</a:t>
            </a:r>
            <a:endParaRPr dirty="0"/>
          </a:p>
          <a:p>
            <a:pPr marL="0" lvl="0" indent="0" algn="l" rtl="0">
              <a:spcBef>
                <a:spcPts val="0"/>
              </a:spcBef>
              <a:spcAft>
                <a:spcPts val="0"/>
              </a:spcAft>
              <a:buNone/>
            </a:pPr>
            <a:endParaRPr lang="pt-PT"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dirty="0" err="1"/>
              <a:t>Borrower</a:t>
            </a:r>
            <a:r>
              <a:rPr lang="pt-PT" dirty="0"/>
              <a:t>  |  </a:t>
            </a:r>
            <a:r>
              <a:rPr lang="pt-PT" dirty="0" err="1"/>
              <a:t>Bank_manager</a:t>
            </a:r>
            <a:r>
              <a:rPr lang="pt-PT" dirty="0"/>
              <a:t>                                          </a:t>
            </a:r>
            <a:r>
              <a:rPr lang="pt-PT" dirty="0" err="1"/>
              <a:t>Bank_manager</a:t>
            </a:r>
            <a:r>
              <a:rPr lang="pt-PT" dirty="0"/>
              <a:t>  |  </a:t>
            </a:r>
            <a:r>
              <a:rPr lang="pt-PT" dirty="0" err="1"/>
              <a:t>Loan_Amount</a:t>
            </a:r>
            <a:r>
              <a:rPr lang="pt-PT"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dirty="0" err="1"/>
              <a:t>ramesh</a:t>
            </a:r>
            <a:r>
              <a:rPr lang="pt-PT" dirty="0"/>
              <a:t>     |   </a:t>
            </a:r>
            <a:r>
              <a:rPr lang="pt-PT" dirty="0" err="1"/>
              <a:t>sunderjan</a:t>
            </a:r>
            <a:r>
              <a:rPr lang="pt-PT" dirty="0"/>
              <a:t>                                                    </a:t>
            </a:r>
            <a:r>
              <a:rPr lang="pt-PT" dirty="0" err="1"/>
              <a:t>sunderjan</a:t>
            </a:r>
            <a:r>
              <a:rPr lang="pt-PT" dirty="0"/>
              <a:t>       |   10000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dirty="0" err="1"/>
              <a:t>suresh</a:t>
            </a:r>
            <a:r>
              <a:rPr lang="pt-PT" dirty="0"/>
              <a:t>      |   </a:t>
            </a:r>
            <a:r>
              <a:rPr lang="pt-PT" dirty="0" err="1"/>
              <a:t>ramgopal</a:t>
            </a:r>
            <a:r>
              <a:rPr lang="pt-PT" dirty="0"/>
              <a:t>                 NATURAL JOIN           </a:t>
            </a:r>
            <a:r>
              <a:rPr lang="pt-PT" dirty="0" err="1"/>
              <a:t>ramgopal</a:t>
            </a:r>
            <a:r>
              <a:rPr lang="pt-PT" dirty="0"/>
              <a:t>       |    5000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dirty="0" err="1"/>
              <a:t>mahesh</a:t>
            </a:r>
            <a:r>
              <a:rPr lang="pt-PT" dirty="0"/>
              <a:t>    |   </a:t>
            </a:r>
            <a:r>
              <a:rPr lang="pt-PT" dirty="0" err="1"/>
              <a:t>sunderjan</a:t>
            </a:r>
            <a:r>
              <a:rPr lang="pt-PT" dirty="0"/>
              <a:t>                                                    </a:t>
            </a:r>
            <a:r>
              <a:rPr lang="pt-PT" dirty="0" err="1"/>
              <a:t>sunderjan</a:t>
            </a:r>
            <a:r>
              <a:rPr lang="pt-PT" dirty="0"/>
              <a:t>       |    7000</a:t>
            </a:r>
          </a:p>
          <a:p>
            <a:pPr marL="0" lvl="0" indent="0" algn="l" rtl="0">
              <a:spcBef>
                <a:spcPts val="0"/>
              </a:spcBef>
              <a:spcAft>
                <a:spcPts val="0"/>
              </a:spcAft>
              <a:buNone/>
            </a:pPr>
            <a:endParaRPr lang="pt-PT" dirty="0"/>
          </a:p>
          <a:p>
            <a:pPr marL="0" lvl="0" indent="0" algn="l" rtl="0">
              <a:spcBef>
                <a:spcPts val="0"/>
              </a:spcBef>
              <a:spcAft>
                <a:spcPts val="0"/>
              </a:spcAft>
              <a:buNone/>
            </a:pPr>
            <a:r>
              <a:rPr lang="pt-PT" dirty="0" err="1"/>
              <a:t>Result</a:t>
            </a:r>
            <a:r>
              <a:rPr lang="pt-PT" dirty="0"/>
              <a:t>:</a:t>
            </a:r>
          </a:p>
          <a:p>
            <a:pPr marL="0" lvl="0" indent="0" algn="l" rtl="0">
              <a:spcBef>
                <a:spcPts val="0"/>
              </a:spcBef>
              <a:spcAft>
                <a:spcPts val="0"/>
              </a:spcAft>
              <a:buNone/>
            </a:pPr>
            <a:endParaRPr lang="pt-PT" dirty="0"/>
          </a:p>
          <a:p>
            <a:pPr marL="0" lvl="0" indent="0" algn="l" rtl="0">
              <a:spcBef>
                <a:spcPts val="0"/>
              </a:spcBef>
              <a:spcAft>
                <a:spcPts val="0"/>
              </a:spcAft>
              <a:buNone/>
            </a:pPr>
            <a:r>
              <a:rPr lang="pt-PT" dirty="0" err="1"/>
              <a:t>Borrower</a:t>
            </a:r>
            <a:r>
              <a:rPr lang="pt-PT" dirty="0"/>
              <a:t>  |   </a:t>
            </a:r>
            <a:r>
              <a:rPr lang="pt-PT" dirty="0" err="1"/>
              <a:t>Bank_manager</a:t>
            </a:r>
            <a:r>
              <a:rPr lang="pt-PT" dirty="0"/>
              <a:t>  |   </a:t>
            </a:r>
            <a:r>
              <a:rPr lang="pt-PT" dirty="0" err="1"/>
              <a:t>Loan_Amount</a:t>
            </a:r>
            <a:endParaRPr lang="pt-PT" dirty="0"/>
          </a:p>
          <a:p>
            <a:pPr marL="0" lvl="0" indent="0" algn="l" rtl="0">
              <a:spcBef>
                <a:spcPts val="0"/>
              </a:spcBef>
              <a:spcAft>
                <a:spcPts val="0"/>
              </a:spcAft>
              <a:buNone/>
            </a:pPr>
            <a:r>
              <a:rPr lang="pt-PT" dirty="0"/>
              <a:t>------------|-------------------|-------------------</a:t>
            </a:r>
          </a:p>
          <a:p>
            <a:pPr marL="0" lvl="0" indent="0" algn="l" rtl="0">
              <a:spcBef>
                <a:spcPts val="0"/>
              </a:spcBef>
              <a:spcAft>
                <a:spcPts val="0"/>
              </a:spcAft>
              <a:buNone/>
            </a:pPr>
            <a:r>
              <a:rPr lang="pt-PT" dirty="0"/>
              <a:t> </a:t>
            </a:r>
            <a:r>
              <a:rPr lang="pt-PT" dirty="0" err="1"/>
              <a:t>ramesh</a:t>
            </a:r>
            <a:r>
              <a:rPr lang="pt-PT" dirty="0"/>
              <a:t>     |    </a:t>
            </a:r>
            <a:r>
              <a:rPr lang="pt-PT" dirty="0" err="1"/>
              <a:t>sunderjan</a:t>
            </a:r>
            <a:r>
              <a:rPr lang="pt-PT" dirty="0"/>
              <a:t>       |    10000 </a:t>
            </a:r>
          </a:p>
          <a:p>
            <a:pPr marL="0" lvl="0" indent="0" algn="l" rtl="0">
              <a:spcBef>
                <a:spcPts val="0"/>
              </a:spcBef>
              <a:spcAft>
                <a:spcPts val="0"/>
              </a:spcAft>
              <a:buNone/>
            </a:pPr>
            <a:r>
              <a:rPr lang="pt-PT" dirty="0"/>
              <a:t> </a:t>
            </a:r>
            <a:r>
              <a:rPr lang="pt-PT" dirty="0" err="1"/>
              <a:t>ramesh</a:t>
            </a:r>
            <a:r>
              <a:rPr lang="pt-PT" dirty="0"/>
              <a:t>     |     </a:t>
            </a:r>
            <a:r>
              <a:rPr lang="pt-PT" dirty="0" err="1"/>
              <a:t>sunderjan</a:t>
            </a:r>
            <a:r>
              <a:rPr lang="pt-PT" dirty="0"/>
              <a:t>      |     7000 </a:t>
            </a:r>
          </a:p>
          <a:p>
            <a:pPr marL="0" lvl="0" indent="0" algn="l" rtl="0">
              <a:spcBef>
                <a:spcPts val="0"/>
              </a:spcBef>
              <a:spcAft>
                <a:spcPts val="0"/>
              </a:spcAft>
              <a:buNone/>
            </a:pPr>
            <a:r>
              <a:rPr lang="pt-PT" dirty="0"/>
              <a:t> </a:t>
            </a:r>
            <a:r>
              <a:rPr lang="pt-PT" dirty="0" err="1"/>
              <a:t>suresh</a:t>
            </a:r>
            <a:r>
              <a:rPr lang="pt-PT" dirty="0"/>
              <a:t>      |     </a:t>
            </a:r>
            <a:r>
              <a:rPr lang="pt-PT" dirty="0" err="1"/>
              <a:t>ramgopal</a:t>
            </a:r>
            <a:r>
              <a:rPr lang="pt-PT" dirty="0"/>
              <a:t>       |    5000</a:t>
            </a:r>
          </a:p>
          <a:p>
            <a:pPr marL="0" lvl="0" indent="0" algn="l" rtl="0">
              <a:spcBef>
                <a:spcPts val="0"/>
              </a:spcBef>
              <a:spcAft>
                <a:spcPts val="0"/>
              </a:spcAft>
              <a:buNone/>
            </a:pPr>
            <a:r>
              <a:rPr lang="pt-PT" dirty="0" err="1"/>
              <a:t>mahesh</a:t>
            </a:r>
            <a:r>
              <a:rPr lang="pt-PT" dirty="0"/>
              <a:t>     |      </a:t>
            </a:r>
            <a:r>
              <a:rPr lang="pt-PT" dirty="0" err="1"/>
              <a:t>sunferjan</a:t>
            </a:r>
            <a:r>
              <a:rPr lang="pt-PT" dirty="0"/>
              <a:t>      |     7000</a:t>
            </a:r>
          </a:p>
          <a:p>
            <a:pPr marL="0" lvl="0" indent="0" algn="l" rtl="0">
              <a:spcBef>
                <a:spcPts val="0"/>
              </a:spcBef>
              <a:spcAft>
                <a:spcPts val="0"/>
              </a:spcAft>
              <a:buNone/>
            </a:pPr>
            <a:r>
              <a:rPr lang="pt-PT" dirty="0" err="1"/>
              <a:t>mahesh</a:t>
            </a:r>
            <a:r>
              <a:rPr lang="pt-PT" dirty="0"/>
              <a:t>     |     </a:t>
            </a:r>
            <a:r>
              <a:rPr lang="pt-PT" dirty="0" err="1"/>
              <a:t>sunferjan</a:t>
            </a:r>
            <a:r>
              <a:rPr lang="pt-PT" dirty="0"/>
              <a:t>       |    10000</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959aa8aa3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959aa8aa3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err="1"/>
              <a:t>Option</a:t>
            </a:r>
            <a:r>
              <a:rPr lang="pt-PT" dirty="0"/>
              <a:t> 3 (</a:t>
            </a:r>
            <a:r>
              <a:rPr lang="pt-PT" dirty="0" err="1"/>
              <a:t>GeeksforGeeks</a:t>
            </a:r>
            <a:r>
              <a:rPr lang="pt-PT" dirty="0"/>
              <a:t>)</a:t>
            </a:r>
            <a:endParaRPr dirty="0"/>
          </a:p>
          <a:p>
            <a:pPr marL="0" lvl="0" indent="0" algn="l" rtl="0">
              <a:spcBef>
                <a:spcPts val="0"/>
              </a:spcBef>
              <a:spcAft>
                <a:spcPts val="0"/>
              </a:spcAft>
              <a:buNone/>
            </a:pPr>
            <a:r>
              <a:rPr lang="pt-PT" sz="1200" dirty="0" err="1">
                <a:solidFill>
                  <a:srgbClr val="003300"/>
                </a:solidFill>
                <a:highlight>
                  <a:srgbClr val="ADE0C1"/>
                </a:highlight>
                <a:latin typeface="Roboto"/>
                <a:ea typeface="Roboto"/>
                <a:cs typeface="Roboto"/>
                <a:sym typeface="Roboto"/>
              </a:rPr>
              <a:t>When</a:t>
            </a:r>
            <a:r>
              <a:rPr lang="pt-PT" sz="1200" dirty="0">
                <a:solidFill>
                  <a:srgbClr val="003300"/>
                </a:solidFill>
                <a:highlight>
                  <a:srgbClr val="ADE0C1"/>
                </a:highlight>
                <a:latin typeface="Roboto"/>
                <a:ea typeface="Roboto"/>
                <a:cs typeface="Roboto"/>
                <a:sym typeface="Roboto"/>
              </a:rPr>
              <a:t> a </a:t>
            </a:r>
            <a:r>
              <a:rPr lang="pt-PT" sz="1200" dirty="0" err="1">
                <a:solidFill>
                  <a:srgbClr val="003300"/>
                </a:solidFill>
                <a:highlight>
                  <a:srgbClr val="ADE0C1"/>
                </a:highlight>
                <a:latin typeface="Roboto"/>
                <a:ea typeface="Roboto"/>
                <a:cs typeface="Roboto"/>
                <a:sym typeface="Roboto"/>
              </a:rPr>
              <a:t>subquery</a:t>
            </a:r>
            <a:r>
              <a:rPr lang="pt-PT" sz="1200" dirty="0">
                <a:solidFill>
                  <a:srgbClr val="003300"/>
                </a:solidFill>
                <a:highlight>
                  <a:srgbClr val="ADE0C1"/>
                </a:highlight>
                <a:latin typeface="Roboto"/>
                <a:ea typeface="Roboto"/>
                <a:cs typeface="Roboto"/>
                <a:sym typeface="Roboto"/>
              </a:rPr>
              <a:t> uses </a:t>
            </a:r>
            <a:r>
              <a:rPr lang="pt-PT" sz="1200" dirty="0" err="1">
                <a:solidFill>
                  <a:srgbClr val="003300"/>
                </a:solidFill>
                <a:highlight>
                  <a:srgbClr val="ADE0C1"/>
                </a:highlight>
                <a:latin typeface="Roboto"/>
                <a:ea typeface="Roboto"/>
                <a:cs typeface="Roboto"/>
                <a:sym typeface="Roboto"/>
              </a:rPr>
              <a:t>values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from</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outer</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query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subquery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called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correlated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subquery</a:t>
            </a:r>
            <a:r>
              <a:rPr lang="pt-PT" sz="1200" dirty="0">
                <a:solidFill>
                  <a:srgbClr val="003300"/>
                </a:solidFill>
                <a:highlight>
                  <a:srgbClr val="ADE0C1"/>
                </a:highlight>
                <a:latin typeface="Roboto"/>
                <a:ea typeface="Roboto"/>
                <a:cs typeface="Roboto"/>
                <a:sym typeface="Roboto"/>
              </a:rPr>
              <a:t>. </a:t>
            </a:r>
          </a:p>
          <a:p>
            <a:pPr marL="0" lvl="0" indent="0" algn="l" rtl="0">
              <a:spcBef>
                <a:spcPts val="0"/>
              </a:spcBef>
              <a:spcAft>
                <a:spcPts val="0"/>
              </a:spcAft>
              <a:buNone/>
            </a:pP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correlated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subquery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evaluated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once</a:t>
            </a:r>
            <a:r>
              <a:rPr lang="pt-PT" sz="1200" dirty="0">
                <a:solidFill>
                  <a:srgbClr val="003300"/>
                </a:solidFill>
                <a:highlight>
                  <a:srgbClr val="ADE0C1"/>
                </a:highlight>
                <a:latin typeface="Roboto"/>
                <a:ea typeface="Roboto"/>
                <a:cs typeface="Roboto"/>
                <a:sym typeface="Roboto"/>
              </a:rPr>
              <a:t> for </a:t>
            </a:r>
            <a:r>
              <a:rPr lang="pt-PT" sz="1200" dirty="0" err="1">
                <a:solidFill>
                  <a:srgbClr val="003300"/>
                </a:solidFill>
                <a:highlight>
                  <a:srgbClr val="ADE0C1"/>
                </a:highlight>
                <a:latin typeface="Roboto"/>
                <a:ea typeface="Roboto"/>
                <a:cs typeface="Roboto"/>
                <a:sym typeface="Roboto"/>
              </a:rPr>
              <a:t>each</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row</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processed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by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outer</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query</a:t>
            </a:r>
            <a:r>
              <a:rPr lang="pt-PT" sz="1200" dirty="0">
                <a:solidFill>
                  <a:srgbClr val="003300"/>
                </a:solidFill>
                <a:highlight>
                  <a:srgbClr val="ADE0C1"/>
                </a:highlight>
                <a:latin typeface="Roboto"/>
                <a:ea typeface="Roboto"/>
                <a:cs typeface="Roboto"/>
                <a:sym typeface="Roboto"/>
              </a:rPr>
              <a:t>. </a:t>
            </a:r>
          </a:p>
          <a:p>
            <a:pPr marL="0" lvl="0" indent="0" algn="l" rtl="0">
              <a:spcBef>
                <a:spcPts val="0"/>
              </a:spcBef>
              <a:spcAft>
                <a:spcPts val="0"/>
              </a:spcAft>
              <a:buNone/>
            </a:pP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outer</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query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selects</a:t>
            </a:r>
            <a:r>
              <a:rPr lang="pt-PT" sz="1200" dirty="0">
                <a:solidFill>
                  <a:srgbClr val="003300"/>
                </a:solidFill>
                <a:highlight>
                  <a:srgbClr val="ADE0C1"/>
                </a:highlight>
                <a:latin typeface="Roboto"/>
                <a:ea typeface="Roboto"/>
                <a:cs typeface="Roboto"/>
                <a:sym typeface="Roboto"/>
              </a:rPr>
              <a:t> 4 </a:t>
            </a:r>
            <a:r>
              <a:rPr lang="pt-PT" sz="1200" dirty="0" err="1">
                <a:solidFill>
                  <a:srgbClr val="003300"/>
                </a:solidFill>
                <a:highlight>
                  <a:srgbClr val="ADE0C1"/>
                </a:highlight>
                <a:latin typeface="Roboto"/>
                <a:ea typeface="Roboto"/>
                <a:cs typeface="Roboto"/>
                <a:sym typeface="Roboto"/>
              </a:rPr>
              <a:t>entries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with</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pids</a:t>
            </a:r>
            <a:r>
              <a:rPr lang="pt-PT" sz="1200" dirty="0">
                <a:solidFill>
                  <a:srgbClr val="003300"/>
                </a:solidFill>
                <a:highlight>
                  <a:srgbClr val="ADE0C1"/>
                </a:highlight>
                <a:latin typeface="Roboto"/>
                <a:ea typeface="Roboto"/>
                <a:cs typeface="Roboto"/>
                <a:sym typeface="Roboto"/>
              </a:rPr>
              <a:t> as 0, 1, 5, 3) </a:t>
            </a:r>
            <a:r>
              <a:rPr lang="pt-PT" sz="1200" dirty="0" err="1">
                <a:solidFill>
                  <a:srgbClr val="003300"/>
                </a:solidFill>
                <a:highlight>
                  <a:srgbClr val="ADE0C1"/>
                </a:highlight>
                <a:latin typeface="Roboto"/>
                <a:ea typeface="Roboto"/>
                <a:cs typeface="Roboto"/>
                <a:sym typeface="Roboto"/>
              </a:rPr>
              <a:t>from</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Reservation</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table</a:t>
            </a:r>
            <a:r>
              <a:rPr lang="pt-PT" sz="1200" dirty="0">
                <a:solidFill>
                  <a:srgbClr val="003300"/>
                </a:solidFill>
                <a:highlight>
                  <a:srgbClr val="ADE0C1"/>
                </a:highlight>
                <a:latin typeface="Roboto"/>
                <a:ea typeface="Roboto"/>
                <a:cs typeface="Roboto"/>
                <a:sym typeface="Roboto"/>
              </a:rPr>
              <a:t>. </a:t>
            </a:r>
          </a:p>
          <a:p>
            <a:pPr marL="0" lvl="0" indent="0" algn="l" rtl="0">
              <a:spcBef>
                <a:spcPts val="0"/>
              </a:spcBef>
              <a:spcAft>
                <a:spcPts val="0"/>
              </a:spcAft>
              <a:buNone/>
            </a:pPr>
            <a:r>
              <a:rPr lang="pt-PT" sz="1200" dirty="0">
                <a:solidFill>
                  <a:srgbClr val="003300"/>
                </a:solidFill>
                <a:highlight>
                  <a:srgbClr val="ADE0C1"/>
                </a:highlight>
                <a:latin typeface="Roboto"/>
                <a:ea typeface="Roboto"/>
                <a:cs typeface="Roboto"/>
                <a:sym typeface="Roboto"/>
              </a:rPr>
              <a:t>Out </a:t>
            </a:r>
            <a:r>
              <a:rPr lang="pt-PT" sz="1200" dirty="0" err="1">
                <a:solidFill>
                  <a:srgbClr val="003300"/>
                </a:solidFill>
                <a:highlight>
                  <a:srgbClr val="ADE0C1"/>
                </a:highlight>
                <a:latin typeface="Roboto"/>
                <a:ea typeface="Roboto"/>
                <a:cs typeface="Roboto"/>
                <a:sym typeface="Roboto"/>
              </a:rPr>
              <a:t>of</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these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selected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entries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subquery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returns</a:t>
            </a:r>
            <a:r>
              <a:rPr lang="pt-PT" sz="1200" dirty="0">
                <a:solidFill>
                  <a:srgbClr val="003300"/>
                </a:solidFill>
                <a:highlight>
                  <a:srgbClr val="ADE0C1"/>
                </a:highlight>
                <a:latin typeface="Roboto"/>
                <a:ea typeface="Roboto"/>
                <a:cs typeface="Roboto"/>
                <a:sym typeface="Roboto"/>
              </a:rPr>
              <a:t> Non-</a:t>
            </a:r>
            <a:r>
              <a:rPr lang="pt-PT" sz="1200" dirty="0" err="1">
                <a:solidFill>
                  <a:srgbClr val="003300"/>
                </a:solidFill>
                <a:highlight>
                  <a:srgbClr val="ADE0C1"/>
                </a:highlight>
                <a:latin typeface="Roboto"/>
                <a:ea typeface="Roboto"/>
                <a:cs typeface="Roboto"/>
                <a:sym typeface="Roboto"/>
              </a:rPr>
              <a:t>Null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values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only</a:t>
            </a:r>
            <a:r>
              <a:rPr lang="pt-PT" sz="1200" dirty="0">
                <a:solidFill>
                  <a:srgbClr val="003300"/>
                </a:solidFill>
                <a:highlight>
                  <a:srgbClr val="ADE0C1"/>
                </a:highlight>
                <a:latin typeface="Roboto"/>
                <a:ea typeface="Roboto"/>
                <a:cs typeface="Roboto"/>
                <a:sym typeface="Roboto"/>
              </a:rPr>
              <a:t> for 1 </a:t>
            </a:r>
            <a:r>
              <a:rPr lang="pt-PT" sz="1200" dirty="0" err="1">
                <a:solidFill>
                  <a:srgbClr val="003300"/>
                </a:solidFill>
                <a:highlight>
                  <a:srgbClr val="ADE0C1"/>
                </a:highlight>
                <a:latin typeface="Roboto"/>
                <a:ea typeface="Roboto"/>
                <a:cs typeface="Roboto"/>
                <a:sym typeface="Roboto"/>
              </a:rPr>
              <a:t>and</a:t>
            </a:r>
            <a:r>
              <a:rPr lang="pt-PT" sz="1200" dirty="0">
                <a:solidFill>
                  <a:srgbClr val="003300"/>
                </a:solidFill>
                <a:highlight>
                  <a:srgbClr val="ADE0C1"/>
                </a:highlight>
                <a:latin typeface="Roboto"/>
                <a:ea typeface="Roboto"/>
                <a:cs typeface="Roboto"/>
                <a:sym typeface="Roboto"/>
              </a:rPr>
              <a:t> 3.</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8959aa8aa3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8959aa8aa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err="1"/>
              <a:t>Option</a:t>
            </a:r>
            <a:r>
              <a:rPr lang="pt-PT" dirty="0"/>
              <a:t> 3 (</a:t>
            </a:r>
            <a:r>
              <a:rPr lang="pt-PT" dirty="0" err="1"/>
              <a:t>GeeksforGeeks</a:t>
            </a:r>
            <a:r>
              <a:rPr lang="pt-PT" dirty="0"/>
              <a:t>)</a:t>
            </a:r>
            <a:endParaRPr dirty="0"/>
          </a:p>
          <a:p>
            <a:pPr marL="0" lvl="0" indent="0" algn="l" rtl="0">
              <a:spcBef>
                <a:spcPts val="0"/>
              </a:spcBef>
              <a:spcAft>
                <a:spcPts val="0"/>
              </a:spcAft>
              <a:buNone/>
            </a:pPr>
            <a:r>
              <a:rPr lang="pt-PT" sz="1200" b="1" dirty="0">
                <a:solidFill>
                  <a:srgbClr val="003300"/>
                </a:solidFill>
                <a:highlight>
                  <a:srgbClr val="ADE0C1"/>
                </a:highlight>
                <a:latin typeface="Roboto"/>
                <a:ea typeface="Roboto"/>
                <a:cs typeface="Roboto"/>
                <a:sym typeface="Roboto"/>
              </a:rPr>
              <a:t>(1):</a:t>
            </a:r>
            <a:r>
              <a:rPr lang="pt-PT" sz="1200" dirty="0">
                <a:solidFill>
                  <a:srgbClr val="003300"/>
                </a:solidFill>
                <a:highlight>
                  <a:srgbClr val="ADE0C1"/>
                </a:highlight>
                <a:latin typeface="Roboto"/>
                <a:ea typeface="Roboto"/>
                <a:cs typeface="Roboto"/>
                <a:sym typeface="Roboto"/>
              </a:rPr>
              <a:t> False, as </a:t>
            </a:r>
            <a:r>
              <a:rPr lang="pt-PT" sz="1200" dirty="0" err="1">
                <a:solidFill>
                  <a:srgbClr val="003300"/>
                </a:solidFill>
                <a:highlight>
                  <a:srgbClr val="ADE0C1"/>
                </a:highlight>
                <a:latin typeface="Roboto"/>
                <a:ea typeface="Roboto"/>
                <a:cs typeface="Roboto"/>
                <a:sym typeface="Roboto"/>
              </a:rPr>
              <a:t>this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may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include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blue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parts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and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may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not</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include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null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parts</a:t>
            </a:r>
            <a:r>
              <a:rPr lang="pt-PT" sz="1200" dirty="0">
                <a:solidFill>
                  <a:srgbClr val="003300"/>
                </a:solidFill>
                <a:highlight>
                  <a:srgbClr val="ADE0C1"/>
                </a:highlight>
                <a:latin typeface="Roboto"/>
                <a:ea typeface="Roboto"/>
                <a:cs typeface="Roboto"/>
                <a:sym typeface="Roboto"/>
              </a:rPr>
              <a:t>. </a:t>
            </a:r>
          </a:p>
          <a:p>
            <a:pPr marL="0" lvl="0" indent="0" algn="l" rtl="0">
              <a:spcBef>
                <a:spcPts val="0"/>
              </a:spcBef>
              <a:spcAft>
                <a:spcPts val="0"/>
              </a:spcAft>
              <a:buNone/>
            </a:pPr>
            <a:r>
              <a:rPr lang="pt-PT" sz="1200" b="1" dirty="0">
                <a:solidFill>
                  <a:srgbClr val="003300"/>
                </a:solidFill>
                <a:highlight>
                  <a:srgbClr val="ADE0C1"/>
                </a:highlight>
                <a:latin typeface="Roboto"/>
                <a:ea typeface="Roboto"/>
                <a:cs typeface="Roboto"/>
                <a:sym typeface="Roboto"/>
              </a:rPr>
              <a:t>(2):</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Obviously</a:t>
            </a:r>
            <a:r>
              <a:rPr lang="pt-PT" sz="1200" dirty="0">
                <a:solidFill>
                  <a:srgbClr val="003300"/>
                </a:solidFill>
                <a:highlight>
                  <a:srgbClr val="ADE0C1"/>
                </a:highlight>
                <a:latin typeface="Roboto"/>
                <a:ea typeface="Roboto"/>
                <a:cs typeface="Roboto"/>
                <a:sym typeface="Roboto"/>
              </a:rPr>
              <a:t> false </a:t>
            </a:r>
            <a:r>
              <a:rPr lang="pt-PT" sz="1200" dirty="0" err="1">
                <a:solidFill>
                  <a:srgbClr val="003300"/>
                </a:solidFill>
                <a:highlight>
                  <a:srgbClr val="ADE0C1"/>
                </a:highlight>
                <a:latin typeface="Roboto"/>
                <a:ea typeface="Roboto"/>
                <a:cs typeface="Roboto"/>
                <a:sym typeface="Roboto"/>
              </a:rPr>
              <a:t>because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it</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returning</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other</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than</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any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blue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part</a:t>
            </a:r>
            <a:r>
              <a:rPr lang="pt-PT" sz="1200" dirty="0">
                <a:solidFill>
                  <a:srgbClr val="003300"/>
                </a:solidFill>
                <a:highlight>
                  <a:srgbClr val="ADE0C1"/>
                </a:highlight>
                <a:latin typeface="Roboto"/>
                <a:ea typeface="Roboto"/>
                <a:cs typeface="Roboto"/>
                <a:sym typeface="Roboto"/>
              </a:rPr>
              <a:t>. </a:t>
            </a:r>
          </a:p>
          <a:p>
            <a:pPr marL="0" lvl="0" indent="0" algn="l" rtl="0">
              <a:spcBef>
                <a:spcPts val="0"/>
              </a:spcBef>
              <a:spcAft>
                <a:spcPts val="0"/>
              </a:spcAft>
              <a:buNone/>
            </a:pPr>
            <a:r>
              <a:rPr lang="pt-PT" sz="1200" b="1" dirty="0">
                <a:solidFill>
                  <a:srgbClr val="003300"/>
                </a:solidFill>
                <a:highlight>
                  <a:srgbClr val="ADE0C1"/>
                </a:highlight>
                <a:latin typeface="Roboto"/>
                <a:ea typeface="Roboto"/>
                <a:cs typeface="Roboto"/>
                <a:sym typeface="Roboto"/>
              </a:rPr>
              <a:t>(3):</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Correct</a:t>
            </a:r>
            <a:r>
              <a:rPr lang="pt-PT" sz="1200" dirty="0">
                <a:solidFill>
                  <a:srgbClr val="003300"/>
                </a:solidFill>
                <a:highlight>
                  <a:srgbClr val="ADE0C1"/>
                </a:highlight>
                <a:latin typeface="Roboto"/>
                <a:ea typeface="Roboto"/>
                <a:cs typeface="Roboto"/>
                <a:sym typeface="Roboto"/>
              </a:rPr>
              <a:t>.</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8959aa8aa3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8959aa8aa3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err="1"/>
              <a:t>Option</a:t>
            </a:r>
            <a:r>
              <a:rPr lang="pt-PT" dirty="0"/>
              <a:t> 2 (</a:t>
            </a:r>
            <a:r>
              <a:rPr lang="pt-PT" dirty="0" err="1"/>
              <a:t>GeeksforGeeks</a:t>
            </a:r>
            <a:r>
              <a:rPr lang="pt-PT" dirty="0"/>
              <a:t>)</a:t>
            </a:r>
            <a:endParaRPr dirty="0"/>
          </a:p>
          <a:p>
            <a:pPr marL="0" lvl="0" indent="0" algn="l" rtl="0">
              <a:spcBef>
                <a:spcPts val="0"/>
              </a:spcBef>
              <a:spcAft>
                <a:spcPts val="0"/>
              </a:spcAft>
              <a:buNone/>
            </a:pPr>
            <a:r>
              <a:rPr lang="pt-PT" sz="1200" dirty="0">
                <a:solidFill>
                  <a:srgbClr val="003300"/>
                </a:solidFill>
                <a:highlight>
                  <a:srgbClr val="ADE0C1"/>
                </a:highlight>
                <a:latin typeface="Roboto"/>
                <a:ea typeface="Roboto"/>
                <a:cs typeface="Roboto"/>
                <a:sym typeface="Roboto"/>
              </a:rPr>
              <a:t>A+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ABCEFGH </a:t>
            </a:r>
            <a:r>
              <a:rPr lang="pt-PT" sz="1200" dirty="0" err="1">
                <a:solidFill>
                  <a:srgbClr val="003300"/>
                </a:solidFill>
                <a:highlight>
                  <a:srgbClr val="ADE0C1"/>
                </a:highlight>
                <a:latin typeface="Roboto"/>
                <a:ea typeface="Roboto"/>
                <a:cs typeface="Roboto"/>
                <a:sym typeface="Roboto"/>
              </a:rPr>
              <a:t>which</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all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attributes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except</a:t>
            </a:r>
            <a:r>
              <a:rPr lang="pt-PT" sz="1200" dirty="0">
                <a:solidFill>
                  <a:srgbClr val="003300"/>
                </a:solidFill>
                <a:highlight>
                  <a:srgbClr val="ADE0C1"/>
                </a:highlight>
                <a:latin typeface="Roboto"/>
                <a:ea typeface="Roboto"/>
                <a:cs typeface="Roboto"/>
                <a:sym typeface="Roboto"/>
              </a:rPr>
              <a:t> D. B+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also</a:t>
            </a:r>
            <a:r>
              <a:rPr lang="pt-PT" sz="1200" dirty="0">
                <a:solidFill>
                  <a:srgbClr val="003300"/>
                </a:solidFill>
                <a:highlight>
                  <a:srgbClr val="ADE0C1"/>
                </a:highlight>
                <a:latin typeface="Roboto"/>
                <a:ea typeface="Roboto"/>
                <a:cs typeface="Roboto"/>
                <a:sym typeface="Roboto"/>
              </a:rPr>
              <a:t> ABCEFGH </a:t>
            </a:r>
            <a:r>
              <a:rPr lang="pt-PT" sz="1200" dirty="0" err="1">
                <a:solidFill>
                  <a:srgbClr val="003300"/>
                </a:solidFill>
                <a:highlight>
                  <a:srgbClr val="ADE0C1"/>
                </a:highlight>
                <a:latin typeface="Roboto"/>
                <a:ea typeface="Roboto"/>
                <a:cs typeface="Roboto"/>
                <a:sym typeface="Roboto"/>
              </a:rPr>
              <a:t>which</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all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attributes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except</a:t>
            </a:r>
            <a:r>
              <a:rPr lang="pt-PT" sz="1200" dirty="0">
                <a:solidFill>
                  <a:srgbClr val="003300"/>
                </a:solidFill>
                <a:highlight>
                  <a:srgbClr val="ADE0C1"/>
                </a:highlight>
                <a:latin typeface="Roboto"/>
                <a:ea typeface="Roboto"/>
                <a:cs typeface="Roboto"/>
                <a:sym typeface="Roboto"/>
              </a:rPr>
              <a:t> D. E+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also</a:t>
            </a:r>
            <a:r>
              <a:rPr lang="pt-PT" sz="1200" dirty="0">
                <a:solidFill>
                  <a:srgbClr val="003300"/>
                </a:solidFill>
                <a:highlight>
                  <a:srgbClr val="ADE0C1"/>
                </a:highlight>
                <a:latin typeface="Roboto"/>
                <a:ea typeface="Roboto"/>
                <a:cs typeface="Roboto"/>
                <a:sym typeface="Roboto"/>
              </a:rPr>
              <a:t> ABCEFGH </a:t>
            </a:r>
            <a:r>
              <a:rPr lang="pt-PT" sz="1200" dirty="0" err="1">
                <a:solidFill>
                  <a:srgbClr val="003300"/>
                </a:solidFill>
                <a:highlight>
                  <a:srgbClr val="ADE0C1"/>
                </a:highlight>
                <a:latin typeface="Roboto"/>
                <a:ea typeface="Roboto"/>
                <a:cs typeface="Roboto"/>
                <a:sym typeface="Roboto"/>
              </a:rPr>
              <a:t>which</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all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attributes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except</a:t>
            </a:r>
            <a:r>
              <a:rPr lang="pt-PT" sz="1200" dirty="0">
                <a:solidFill>
                  <a:srgbClr val="003300"/>
                </a:solidFill>
                <a:highlight>
                  <a:srgbClr val="ADE0C1"/>
                </a:highlight>
                <a:latin typeface="Roboto"/>
                <a:ea typeface="Roboto"/>
                <a:cs typeface="Roboto"/>
                <a:sym typeface="Roboto"/>
              </a:rPr>
              <a:t> D. F+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also</a:t>
            </a:r>
            <a:r>
              <a:rPr lang="pt-PT" sz="1200" dirty="0">
                <a:solidFill>
                  <a:srgbClr val="003300"/>
                </a:solidFill>
                <a:highlight>
                  <a:srgbClr val="ADE0C1"/>
                </a:highlight>
                <a:latin typeface="Roboto"/>
                <a:ea typeface="Roboto"/>
                <a:cs typeface="Roboto"/>
                <a:sym typeface="Roboto"/>
              </a:rPr>
              <a:t> ABCEFGH </a:t>
            </a:r>
            <a:r>
              <a:rPr lang="pt-PT" sz="1200" dirty="0" err="1">
                <a:solidFill>
                  <a:srgbClr val="003300"/>
                </a:solidFill>
                <a:highlight>
                  <a:srgbClr val="ADE0C1"/>
                </a:highlight>
                <a:latin typeface="Roboto"/>
                <a:ea typeface="Roboto"/>
                <a:cs typeface="Roboto"/>
                <a:sym typeface="Roboto"/>
              </a:rPr>
              <a:t>which</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all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attributes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except</a:t>
            </a:r>
            <a:r>
              <a:rPr lang="pt-PT" sz="1200" dirty="0">
                <a:solidFill>
                  <a:srgbClr val="003300"/>
                </a:solidFill>
                <a:highlight>
                  <a:srgbClr val="ADE0C1"/>
                </a:highlight>
                <a:latin typeface="Roboto"/>
                <a:ea typeface="Roboto"/>
                <a:cs typeface="Roboto"/>
                <a:sym typeface="Roboto"/>
              </a:rPr>
              <a:t> D. </a:t>
            </a:r>
            <a:r>
              <a:rPr lang="pt-PT" sz="1200" dirty="0" err="1">
                <a:solidFill>
                  <a:srgbClr val="003300"/>
                </a:solidFill>
                <a:highlight>
                  <a:srgbClr val="ADE0C1"/>
                </a:highlight>
                <a:latin typeface="Roboto"/>
                <a:ea typeface="Roboto"/>
                <a:cs typeface="Roboto"/>
                <a:sym typeface="Roboto"/>
              </a:rPr>
              <a:t>So</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there</a:t>
            </a:r>
            <a:r>
              <a:rPr lang="pt-PT" sz="1200" dirty="0">
                <a:solidFill>
                  <a:srgbClr val="003300"/>
                </a:solidFill>
                <a:highlight>
                  <a:srgbClr val="ADE0C1"/>
                </a:highlight>
                <a:latin typeface="Roboto"/>
                <a:ea typeface="Roboto"/>
                <a:cs typeface="Roboto"/>
                <a:sym typeface="Roboto"/>
              </a:rPr>
              <a:t> are total 4 candidate </a:t>
            </a:r>
            <a:r>
              <a:rPr lang="pt-PT" sz="1200" dirty="0" err="1">
                <a:solidFill>
                  <a:srgbClr val="003300"/>
                </a:solidFill>
                <a:highlight>
                  <a:srgbClr val="ADE0C1"/>
                </a:highlight>
                <a:latin typeface="Roboto"/>
                <a:ea typeface="Roboto"/>
                <a:cs typeface="Roboto"/>
                <a:sym typeface="Roboto"/>
              </a:rPr>
              <a:t>keys</a:t>
            </a:r>
            <a:r>
              <a:rPr lang="pt-PT" sz="1200" dirty="0">
                <a:solidFill>
                  <a:srgbClr val="003300"/>
                </a:solidFill>
                <a:highlight>
                  <a:srgbClr val="ADE0C1"/>
                </a:highlight>
                <a:latin typeface="Roboto"/>
                <a:ea typeface="Roboto"/>
                <a:cs typeface="Roboto"/>
                <a:sym typeface="Roboto"/>
              </a:rPr>
              <a:t> AD, BD, ED </a:t>
            </a:r>
            <a:r>
              <a:rPr lang="pt-PT" sz="1200" dirty="0" err="1">
                <a:solidFill>
                  <a:srgbClr val="003300"/>
                </a:solidFill>
                <a:highlight>
                  <a:srgbClr val="ADE0C1"/>
                </a:highlight>
                <a:latin typeface="Roboto"/>
                <a:ea typeface="Roboto"/>
                <a:cs typeface="Roboto"/>
                <a:sym typeface="Roboto"/>
              </a:rPr>
              <a:t>and</a:t>
            </a:r>
            <a:r>
              <a:rPr lang="pt-PT" sz="1200" dirty="0">
                <a:solidFill>
                  <a:srgbClr val="003300"/>
                </a:solidFill>
                <a:highlight>
                  <a:srgbClr val="ADE0C1"/>
                </a:highlight>
                <a:latin typeface="Roboto"/>
                <a:ea typeface="Roboto"/>
                <a:cs typeface="Roboto"/>
                <a:sym typeface="Roboto"/>
              </a:rPr>
              <a:t> FD</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8959aa8aa3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8959aa8aa3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err="1"/>
              <a:t>Option</a:t>
            </a:r>
            <a:r>
              <a:rPr lang="pt-PT" dirty="0"/>
              <a:t> 1 (</a:t>
            </a:r>
            <a:r>
              <a:rPr lang="pt-PT" dirty="0" err="1"/>
              <a:t>GeeksforGeeks</a:t>
            </a:r>
            <a:r>
              <a:rPr lang="pt-PT" dirty="0"/>
              <a:t>)</a:t>
            </a:r>
            <a:endParaRPr dirty="0"/>
          </a:p>
          <a:p>
            <a:pPr marL="0" lvl="0" indent="0" algn="l" rtl="0">
              <a:spcBef>
                <a:spcPts val="0"/>
              </a:spcBef>
              <a:spcAft>
                <a:spcPts val="0"/>
              </a:spcAft>
              <a:buNone/>
            </a:pP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table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not</a:t>
            </a:r>
            <a:r>
              <a:rPr lang="pt-PT" sz="1200" dirty="0">
                <a:solidFill>
                  <a:srgbClr val="003300"/>
                </a:solidFill>
                <a:highlight>
                  <a:srgbClr val="ADE0C1"/>
                </a:highlight>
                <a:latin typeface="Roboto"/>
                <a:ea typeface="Roboto"/>
                <a:cs typeface="Roboto"/>
                <a:sym typeface="Roboto"/>
              </a:rPr>
              <a:t> in </a:t>
            </a:r>
            <a:r>
              <a:rPr lang="pt-PT" sz="1200" dirty="0">
                <a:solidFill>
                  <a:srgbClr val="EC4E20"/>
                </a:solidFill>
                <a:highlight>
                  <a:srgbClr val="ADE0C1"/>
                </a:highlight>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2nd Normal </a:t>
            </a:r>
            <a:r>
              <a:rPr lang="pt-PT" sz="1200" dirty="0" err="1">
                <a:solidFill>
                  <a:srgbClr val="EC4E20"/>
                </a:solidFill>
                <a:highlight>
                  <a:srgbClr val="ADE0C1"/>
                </a:highlight>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Form</a:t>
            </a:r>
            <a:r>
              <a:rPr lang="pt-PT" sz="1200" dirty="0">
                <a:solidFill>
                  <a:srgbClr val="EC4E20"/>
                </a:solidFill>
                <a:highlight>
                  <a:srgbClr val="ADE0C1"/>
                </a:highlight>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 </a:t>
            </a:r>
            <a:r>
              <a:rPr lang="pt-PT" sz="1200" dirty="0">
                <a:solidFill>
                  <a:srgbClr val="003300"/>
                </a:solidFill>
                <a:highlight>
                  <a:srgbClr val="ADE0C1"/>
                </a:highlight>
                <a:latin typeface="Roboto"/>
                <a:ea typeface="Roboto"/>
                <a:cs typeface="Roboto"/>
                <a:sym typeface="Roboto"/>
              </a:rPr>
              <a:t>as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non-prime </a:t>
            </a:r>
            <a:r>
              <a:rPr lang="pt-PT" sz="1200" dirty="0" err="1">
                <a:solidFill>
                  <a:srgbClr val="003300"/>
                </a:solidFill>
                <a:highlight>
                  <a:srgbClr val="ADE0C1"/>
                </a:highlight>
                <a:latin typeface="Roboto"/>
                <a:ea typeface="Roboto"/>
                <a:cs typeface="Roboto"/>
                <a:sym typeface="Roboto"/>
              </a:rPr>
              <a:t>attributes</a:t>
            </a:r>
            <a:r>
              <a:rPr lang="pt-PT" sz="1200" dirty="0">
                <a:solidFill>
                  <a:srgbClr val="003300"/>
                </a:solidFill>
                <a:highlight>
                  <a:srgbClr val="ADE0C1"/>
                </a:highlight>
                <a:latin typeface="Roboto"/>
                <a:ea typeface="Roboto"/>
                <a:cs typeface="Roboto"/>
                <a:sym typeface="Roboto"/>
              </a:rPr>
              <a:t> are </a:t>
            </a:r>
            <a:r>
              <a:rPr lang="pt-PT" sz="1200" dirty="0" err="1">
                <a:solidFill>
                  <a:srgbClr val="003300"/>
                </a:solidFill>
                <a:highlight>
                  <a:srgbClr val="ADE0C1"/>
                </a:highlight>
                <a:latin typeface="Roboto"/>
                <a:ea typeface="Roboto"/>
                <a:cs typeface="Roboto"/>
                <a:sym typeface="Roboto"/>
              </a:rPr>
              <a:t>dependent</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on</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subsets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of</a:t>
            </a:r>
            <a:r>
              <a:rPr lang="pt-PT" sz="1200" dirty="0">
                <a:solidFill>
                  <a:srgbClr val="003300"/>
                </a:solidFill>
                <a:highlight>
                  <a:srgbClr val="ADE0C1"/>
                </a:highlight>
                <a:latin typeface="Roboto"/>
                <a:ea typeface="Roboto"/>
                <a:cs typeface="Roboto"/>
                <a:sym typeface="Roboto"/>
              </a:rPr>
              <a:t> candidate </a:t>
            </a:r>
            <a:r>
              <a:rPr lang="pt-PT" sz="1200" dirty="0" err="1">
                <a:solidFill>
                  <a:srgbClr val="003300"/>
                </a:solidFill>
                <a:highlight>
                  <a:srgbClr val="ADE0C1"/>
                </a:highlight>
                <a:latin typeface="Roboto"/>
                <a:ea typeface="Roboto"/>
                <a:cs typeface="Roboto"/>
                <a:sym typeface="Roboto"/>
              </a:rPr>
              <a:t>keys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candidate </a:t>
            </a:r>
            <a:r>
              <a:rPr lang="pt-PT" sz="1200" dirty="0" err="1">
                <a:solidFill>
                  <a:srgbClr val="003300"/>
                </a:solidFill>
                <a:highlight>
                  <a:srgbClr val="ADE0C1"/>
                </a:highlight>
                <a:latin typeface="Roboto"/>
                <a:ea typeface="Roboto"/>
                <a:cs typeface="Roboto"/>
                <a:sym typeface="Roboto"/>
              </a:rPr>
              <a:t>keys</a:t>
            </a:r>
            <a:r>
              <a:rPr lang="pt-PT" sz="1200" dirty="0">
                <a:solidFill>
                  <a:srgbClr val="003300"/>
                </a:solidFill>
                <a:highlight>
                  <a:srgbClr val="ADE0C1"/>
                </a:highlight>
                <a:latin typeface="Roboto"/>
                <a:ea typeface="Roboto"/>
                <a:cs typeface="Roboto"/>
                <a:sym typeface="Roboto"/>
              </a:rPr>
              <a:t> are AD, BD, ED </a:t>
            </a:r>
            <a:r>
              <a:rPr lang="pt-PT" sz="1200" dirty="0" err="1">
                <a:solidFill>
                  <a:srgbClr val="003300"/>
                </a:solidFill>
                <a:highlight>
                  <a:srgbClr val="ADE0C1"/>
                </a:highlight>
                <a:latin typeface="Roboto"/>
                <a:ea typeface="Roboto"/>
                <a:cs typeface="Roboto"/>
                <a:sym typeface="Roboto"/>
              </a:rPr>
              <a:t>and</a:t>
            </a:r>
            <a:r>
              <a:rPr lang="pt-PT" sz="1200" dirty="0">
                <a:solidFill>
                  <a:srgbClr val="003300"/>
                </a:solidFill>
                <a:highlight>
                  <a:srgbClr val="ADE0C1"/>
                </a:highlight>
                <a:latin typeface="Roboto"/>
                <a:ea typeface="Roboto"/>
                <a:cs typeface="Roboto"/>
                <a:sym typeface="Roboto"/>
              </a:rPr>
              <a:t> FD. In </a:t>
            </a:r>
            <a:r>
              <a:rPr lang="pt-PT" sz="1200" dirty="0" err="1">
                <a:solidFill>
                  <a:srgbClr val="003300"/>
                </a:solidFill>
                <a:highlight>
                  <a:srgbClr val="ADE0C1"/>
                </a:highlight>
                <a:latin typeface="Roboto"/>
                <a:ea typeface="Roboto"/>
                <a:cs typeface="Roboto"/>
                <a:sym typeface="Roboto"/>
              </a:rPr>
              <a:t>all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of</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following</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FDs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non-prime </a:t>
            </a:r>
            <a:r>
              <a:rPr lang="pt-PT" sz="1200" dirty="0" err="1">
                <a:solidFill>
                  <a:srgbClr val="003300"/>
                </a:solidFill>
                <a:highlight>
                  <a:srgbClr val="ADE0C1"/>
                </a:highlight>
                <a:latin typeface="Roboto"/>
                <a:ea typeface="Roboto"/>
                <a:cs typeface="Roboto"/>
                <a:sym typeface="Roboto"/>
              </a:rPr>
              <a:t>attributes</a:t>
            </a:r>
            <a:r>
              <a:rPr lang="pt-PT" sz="1200" dirty="0">
                <a:solidFill>
                  <a:srgbClr val="003300"/>
                </a:solidFill>
                <a:highlight>
                  <a:srgbClr val="ADE0C1"/>
                </a:highlight>
                <a:latin typeface="Roboto"/>
                <a:ea typeface="Roboto"/>
                <a:cs typeface="Roboto"/>
                <a:sym typeface="Roboto"/>
              </a:rPr>
              <a:t> are </a:t>
            </a:r>
            <a:r>
              <a:rPr lang="pt-PT" sz="1200" dirty="0" err="1">
                <a:solidFill>
                  <a:srgbClr val="003300"/>
                </a:solidFill>
                <a:highlight>
                  <a:srgbClr val="ADE0C1"/>
                </a:highlight>
                <a:latin typeface="Roboto"/>
                <a:ea typeface="Roboto"/>
                <a:cs typeface="Roboto"/>
                <a:sym typeface="Roboto"/>
              </a:rPr>
              <a:t>dependent</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on</a:t>
            </a:r>
            <a:r>
              <a:rPr lang="pt-PT" sz="1200" dirty="0">
                <a:solidFill>
                  <a:srgbClr val="003300"/>
                </a:solidFill>
                <a:highlight>
                  <a:srgbClr val="ADE0C1"/>
                </a:highlight>
                <a:latin typeface="Roboto"/>
                <a:ea typeface="Roboto"/>
                <a:cs typeface="Roboto"/>
                <a:sym typeface="Roboto"/>
              </a:rPr>
              <a:t> a </a:t>
            </a:r>
            <a:r>
              <a:rPr lang="pt-PT" sz="1200" dirty="0" err="1">
                <a:solidFill>
                  <a:srgbClr val="003300"/>
                </a:solidFill>
                <a:highlight>
                  <a:srgbClr val="ADE0C1"/>
                </a:highlight>
                <a:latin typeface="Roboto"/>
                <a:ea typeface="Roboto"/>
                <a:cs typeface="Roboto"/>
                <a:sym typeface="Roboto"/>
              </a:rPr>
              <a:t>partial</a:t>
            </a:r>
            <a:r>
              <a:rPr lang="pt-PT" sz="1200" dirty="0">
                <a:solidFill>
                  <a:srgbClr val="003300"/>
                </a:solidFill>
                <a:highlight>
                  <a:srgbClr val="ADE0C1"/>
                </a:highlight>
                <a:latin typeface="Roboto"/>
                <a:ea typeface="Roboto"/>
                <a:cs typeface="Roboto"/>
                <a:sym typeface="Roboto"/>
              </a:rPr>
              <a:t> candidate </a:t>
            </a:r>
            <a:r>
              <a:rPr lang="pt-PT" sz="1200" dirty="0" err="1">
                <a:solidFill>
                  <a:srgbClr val="003300"/>
                </a:solidFill>
                <a:highlight>
                  <a:srgbClr val="ADE0C1"/>
                </a:highlight>
                <a:latin typeface="Roboto"/>
                <a:ea typeface="Roboto"/>
                <a:cs typeface="Roboto"/>
                <a:sym typeface="Roboto"/>
              </a:rPr>
              <a:t>key</a:t>
            </a:r>
            <a:r>
              <a:rPr lang="pt-PT" sz="1200" dirty="0">
                <a:solidFill>
                  <a:srgbClr val="003300"/>
                </a:solidFill>
                <a:highlight>
                  <a:srgbClr val="ADE0C1"/>
                </a:highlight>
                <a:latin typeface="Roboto"/>
                <a:ea typeface="Roboto"/>
                <a:cs typeface="Roboto"/>
                <a:sym typeface="Roboto"/>
              </a:rPr>
              <a:t>. A -&gt; BC B -&gt; CFH F -&gt; EG</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8959aa8aa3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8959aa8aa3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(GeeksforGeeks)</a:t>
            </a:r>
            <a:endParaRPr/>
          </a:p>
          <a:p>
            <a:pPr marL="0" lvl="0" indent="0" algn="l" rtl="0">
              <a:spcBef>
                <a:spcPts val="0"/>
              </a:spcBef>
              <a:spcAft>
                <a:spcPts val="0"/>
              </a:spcAft>
              <a:buNone/>
            </a:pPr>
            <a:r>
              <a:rPr lang="pt-PT" sz="1200">
                <a:solidFill>
                  <a:srgbClr val="EC4E20"/>
                </a:solidFill>
                <a:highlight>
                  <a:srgbClr val="ADE0C1"/>
                </a:highlight>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BCNF </a:t>
            </a:r>
            <a:r>
              <a:rPr lang="pt-PT" sz="1200">
                <a:solidFill>
                  <a:srgbClr val="003300"/>
                </a:solidFill>
                <a:highlight>
                  <a:srgbClr val="ADE0C1"/>
                </a:highlight>
                <a:latin typeface="Roboto"/>
                <a:ea typeface="Roboto"/>
                <a:cs typeface="Roboto"/>
                <a:sym typeface="Roboto"/>
              </a:rPr>
              <a:t>is a stronger version </a:t>
            </a:r>
            <a:r>
              <a:rPr lang="pt-PT" sz="1200">
                <a:solidFill>
                  <a:srgbClr val="EC4E20"/>
                </a:solidFill>
                <a:highlight>
                  <a:srgbClr val="ADE0C1"/>
                </a:highlight>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3NF</a:t>
            </a:r>
            <a:r>
              <a:rPr lang="pt-PT" sz="1200">
                <a:solidFill>
                  <a:srgbClr val="003300"/>
                </a:solidFill>
                <a:highlight>
                  <a:srgbClr val="ADE0C1"/>
                </a:highlight>
                <a:latin typeface="Roboto"/>
                <a:ea typeface="Roboto"/>
                <a:cs typeface="Roboto"/>
                <a:sym typeface="Roboto"/>
              </a:rPr>
              <a:t>. So every relation in BCNF will also be in 3NF.</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8959aa8aa3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8959aa8aa3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(GeeksforGeeks)</a:t>
            </a:r>
            <a:endParaRPr/>
          </a:p>
          <a:p>
            <a:pPr marL="0" lvl="0" indent="0" algn="l" rtl="0">
              <a:spcBef>
                <a:spcPts val="0"/>
              </a:spcBef>
              <a:spcAft>
                <a:spcPts val="0"/>
              </a:spcAft>
              <a:buNone/>
            </a:pPr>
            <a:r>
              <a:rPr lang="pt-PT" sz="1200">
                <a:solidFill>
                  <a:srgbClr val="003300"/>
                </a:solidFill>
                <a:highlight>
                  <a:srgbClr val="ADE0C1"/>
                </a:highlight>
                <a:latin typeface="Roboto"/>
                <a:ea typeface="Roboto"/>
                <a:cs typeface="Roboto"/>
                <a:sym typeface="Roboto"/>
              </a:rPr>
              <a:t>A </a:t>
            </a:r>
            <a:r>
              <a:rPr lang="pt-PT" sz="1200">
                <a:solidFill>
                  <a:srgbClr val="EC4E20"/>
                </a:solidFill>
                <a:highlight>
                  <a:srgbClr val="ADE0C1"/>
                </a:highlight>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Candidate Key</a:t>
            </a:r>
            <a:r>
              <a:rPr lang="pt-PT" sz="1200">
                <a:solidFill>
                  <a:srgbClr val="003300"/>
                </a:solidFill>
                <a:highlight>
                  <a:srgbClr val="ADE0C1"/>
                </a:highlight>
                <a:latin typeface="Roboto"/>
                <a:ea typeface="Roboto"/>
                <a:cs typeface="Roboto"/>
                <a:sym typeface="Roboto"/>
              </a:rPr>
              <a:t> value must uniquely identify the corresponding row in table. BankAccount_Number is not a candidate key. As per the question “A student can have multiple accounts or joint accounts. This attributes stores the primary account number”. If two students have a joint account and if the joint account is their primary account, then BankAccount_Number value cannot uniquely identify a row.</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8959aa8aa3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8959aa8aa3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(GeeksforGeeks)</a:t>
            </a:r>
            <a:endParaRPr/>
          </a:p>
          <a:p>
            <a:pPr marL="0" lvl="0" indent="0" algn="l" rtl="0">
              <a:spcBef>
                <a:spcPts val="0"/>
              </a:spcBef>
              <a:spcAft>
                <a:spcPts val="0"/>
              </a:spcAft>
              <a:buNone/>
            </a:pPr>
            <a:r>
              <a:rPr lang="pt-PT" sz="1200">
                <a:solidFill>
                  <a:srgbClr val="003300"/>
                </a:solidFill>
                <a:highlight>
                  <a:srgbClr val="ADE0C1"/>
                </a:highlight>
                <a:latin typeface="Roboto"/>
                <a:ea typeface="Roboto"/>
                <a:cs typeface="Roboto"/>
                <a:sym typeface="Roboto"/>
              </a:rPr>
              <a:t>All attributes can be derived from {E, F, H}</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8959aa8aa3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8959aa8aa3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err="1"/>
              <a:t>Option</a:t>
            </a:r>
            <a:r>
              <a:rPr lang="pt-PT" dirty="0"/>
              <a:t> 1 (</a:t>
            </a:r>
            <a:r>
              <a:rPr lang="pt-PT" dirty="0" err="1"/>
              <a:t>GeeksforGeeks</a:t>
            </a:r>
            <a:r>
              <a:rPr lang="pt-PT" dirty="0"/>
              <a:t>)</a:t>
            </a:r>
            <a:endParaRPr dirty="0"/>
          </a:p>
          <a:p>
            <a:pPr marL="0" lvl="0" indent="0" algn="l" rtl="0">
              <a:spcBef>
                <a:spcPts val="0"/>
              </a:spcBef>
              <a:spcAft>
                <a:spcPts val="0"/>
              </a:spcAft>
              <a:buNone/>
            </a:pPr>
            <a:endParaRPr sz="1150" dirty="0">
              <a:highlight>
                <a:srgbClr val="E0E0E0"/>
              </a:highlight>
              <a:latin typeface="Courier New"/>
              <a:ea typeface="Courier New"/>
              <a:cs typeface="Courier New"/>
              <a:sym typeface="Courier New"/>
            </a:endParaRPr>
          </a:p>
          <a:p>
            <a:pPr marL="0" lvl="0" indent="0" algn="l" rtl="0">
              <a:spcBef>
                <a:spcPts val="0"/>
              </a:spcBef>
              <a:spcAft>
                <a:spcPts val="0"/>
              </a:spcAft>
              <a:buNone/>
            </a:pPr>
            <a:r>
              <a:rPr lang="pt-PT" sz="1150" dirty="0">
                <a:highlight>
                  <a:srgbClr val="E0E0E0"/>
                </a:highlight>
                <a:latin typeface="Courier New"/>
                <a:ea typeface="Courier New"/>
                <a:cs typeface="Courier New"/>
                <a:sym typeface="Courier New"/>
              </a:rPr>
              <a:t>S1: </a:t>
            </a:r>
            <a:r>
              <a:rPr lang="pt-PT" sz="1150" dirty="0" err="1">
                <a:highlight>
                  <a:srgbClr val="E0E0E0"/>
                </a:highlight>
                <a:latin typeface="Courier New"/>
                <a:ea typeface="Courier New"/>
                <a:cs typeface="Courier New"/>
                <a:sym typeface="Courier New"/>
              </a:rPr>
              <a:t>Every</a:t>
            </a:r>
            <a:r>
              <a:rPr lang="pt-PT" sz="1150" dirty="0">
                <a:highlight>
                  <a:srgbClr val="E0E0E0"/>
                </a:highlight>
                <a:latin typeface="Courier New"/>
                <a:ea typeface="Courier New"/>
                <a:cs typeface="Courier New"/>
                <a:sym typeface="Courier New"/>
              </a:rPr>
              <a:t> </a:t>
            </a:r>
            <a:r>
              <a:rPr lang="pt-PT" sz="1150" dirty="0" err="1">
                <a:highlight>
                  <a:srgbClr val="E0E0E0"/>
                </a:highlight>
                <a:latin typeface="Courier New"/>
                <a:ea typeface="Courier New"/>
                <a:cs typeface="Courier New"/>
                <a:sym typeface="Courier New"/>
              </a:rPr>
              <a:t>table</a:t>
            </a:r>
            <a:r>
              <a:rPr lang="pt-PT" sz="1150" dirty="0">
                <a:highlight>
                  <a:srgbClr val="E0E0E0"/>
                </a:highlight>
                <a:latin typeface="Courier New"/>
                <a:ea typeface="Courier New"/>
                <a:cs typeface="Courier New"/>
                <a:sym typeface="Courier New"/>
              </a:rPr>
              <a:t> </a:t>
            </a:r>
            <a:r>
              <a:rPr lang="pt-PT" sz="1150" dirty="0" err="1">
                <a:highlight>
                  <a:srgbClr val="E0E0E0"/>
                </a:highlight>
                <a:latin typeface="Courier New"/>
                <a:ea typeface="Courier New"/>
                <a:cs typeface="Courier New"/>
                <a:sym typeface="Courier New"/>
              </a:rPr>
              <a:t>with</a:t>
            </a:r>
            <a:r>
              <a:rPr lang="pt-PT" sz="1150" dirty="0">
                <a:highlight>
                  <a:srgbClr val="E0E0E0"/>
                </a:highlight>
                <a:latin typeface="Courier New"/>
                <a:ea typeface="Courier New"/>
                <a:cs typeface="Courier New"/>
                <a:sym typeface="Courier New"/>
              </a:rPr>
              <a:t> </a:t>
            </a:r>
            <a:r>
              <a:rPr lang="pt-PT" sz="1150" dirty="0" err="1">
                <a:highlight>
                  <a:srgbClr val="E0E0E0"/>
                </a:highlight>
                <a:latin typeface="Courier New"/>
                <a:ea typeface="Courier New"/>
                <a:cs typeface="Courier New"/>
                <a:sym typeface="Courier New"/>
              </a:rPr>
              <a:t>two</a:t>
            </a:r>
            <a:r>
              <a:rPr lang="pt-PT" sz="1150" dirty="0">
                <a:highlight>
                  <a:srgbClr val="E0E0E0"/>
                </a:highlight>
                <a:latin typeface="Courier New"/>
                <a:ea typeface="Courier New"/>
                <a:cs typeface="Courier New"/>
                <a:sym typeface="Courier New"/>
              </a:rPr>
              <a:t> single-</a:t>
            </a:r>
            <a:r>
              <a:rPr lang="pt-PT" sz="1150" dirty="0" err="1">
                <a:highlight>
                  <a:srgbClr val="E0E0E0"/>
                </a:highlight>
                <a:latin typeface="Courier New"/>
                <a:ea typeface="Courier New"/>
                <a:cs typeface="Courier New"/>
                <a:sym typeface="Courier New"/>
              </a:rPr>
              <a:t>valued</a:t>
            </a:r>
            <a:r>
              <a:rPr lang="pt-PT" sz="1150" dirty="0">
                <a:highlight>
                  <a:srgbClr val="E0E0E0"/>
                </a:highlight>
                <a:latin typeface="Courier New"/>
                <a:ea typeface="Courier New"/>
                <a:cs typeface="Courier New"/>
                <a:sym typeface="Courier New"/>
              </a:rPr>
              <a:t> </a:t>
            </a:r>
            <a:endParaRPr sz="1150" dirty="0">
              <a:highlight>
                <a:srgbClr val="E0E0E0"/>
              </a:highlight>
              <a:latin typeface="Courier New"/>
              <a:ea typeface="Courier New"/>
              <a:cs typeface="Courier New"/>
              <a:sym typeface="Courier New"/>
            </a:endParaRPr>
          </a:p>
          <a:p>
            <a:pPr marL="0" lvl="0" indent="0" algn="l" rtl="0">
              <a:spcBef>
                <a:spcPts val="0"/>
              </a:spcBef>
              <a:spcAft>
                <a:spcPts val="0"/>
              </a:spcAft>
              <a:buNone/>
            </a:pPr>
            <a:r>
              <a:rPr lang="pt-PT" sz="1150" dirty="0">
                <a:highlight>
                  <a:srgbClr val="E0E0E0"/>
                </a:highlight>
                <a:latin typeface="Courier New"/>
                <a:ea typeface="Courier New"/>
                <a:cs typeface="Courier New"/>
                <a:sym typeface="Courier New"/>
              </a:rPr>
              <a:t>      </a:t>
            </a:r>
            <a:r>
              <a:rPr lang="pt-PT" sz="1150" dirty="0" err="1">
                <a:highlight>
                  <a:srgbClr val="E0E0E0"/>
                </a:highlight>
                <a:latin typeface="Courier New"/>
                <a:ea typeface="Courier New"/>
                <a:cs typeface="Courier New"/>
                <a:sym typeface="Courier New"/>
              </a:rPr>
              <a:t>attributes</a:t>
            </a:r>
            <a:r>
              <a:rPr lang="pt-PT" sz="1150" dirty="0">
                <a:highlight>
                  <a:srgbClr val="E0E0E0"/>
                </a:highlight>
                <a:latin typeface="Courier New"/>
                <a:ea typeface="Courier New"/>
                <a:cs typeface="Courier New"/>
                <a:sym typeface="Courier New"/>
              </a:rPr>
              <a:t> </a:t>
            </a:r>
            <a:r>
              <a:rPr lang="pt-PT" sz="1150" dirty="0" err="1">
                <a:highlight>
                  <a:srgbClr val="E0E0E0"/>
                </a:highlight>
                <a:latin typeface="Courier New"/>
                <a:ea typeface="Courier New"/>
                <a:cs typeface="Courier New"/>
                <a:sym typeface="Courier New"/>
              </a:rPr>
              <a:t>is</a:t>
            </a:r>
            <a:r>
              <a:rPr lang="pt-PT" sz="1150" dirty="0">
                <a:highlight>
                  <a:srgbClr val="E0E0E0"/>
                </a:highlight>
                <a:latin typeface="Courier New"/>
                <a:ea typeface="Courier New"/>
                <a:cs typeface="Courier New"/>
                <a:sym typeface="Courier New"/>
              </a:rPr>
              <a:t> in 1NF, 2NF, 3NF </a:t>
            </a:r>
            <a:r>
              <a:rPr lang="pt-PT" sz="1150" dirty="0" err="1">
                <a:highlight>
                  <a:srgbClr val="E0E0E0"/>
                </a:highlight>
                <a:latin typeface="Courier New"/>
                <a:ea typeface="Courier New"/>
                <a:cs typeface="Courier New"/>
                <a:sym typeface="Courier New"/>
              </a:rPr>
              <a:t>and</a:t>
            </a:r>
            <a:r>
              <a:rPr lang="pt-PT" sz="1150" dirty="0">
                <a:highlight>
                  <a:srgbClr val="E0E0E0"/>
                </a:highlight>
                <a:latin typeface="Courier New"/>
                <a:ea typeface="Courier New"/>
                <a:cs typeface="Courier New"/>
                <a:sym typeface="Courier New"/>
              </a:rPr>
              <a:t> BCNF.</a:t>
            </a:r>
            <a:endParaRPr sz="1150" dirty="0">
              <a:highlight>
                <a:srgbClr val="E0E0E0"/>
              </a:highlight>
              <a:latin typeface="Courier New"/>
              <a:ea typeface="Courier New"/>
              <a:cs typeface="Courier New"/>
              <a:sym typeface="Courier New"/>
            </a:endParaRPr>
          </a:p>
          <a:p>
            <a:pPr marL="101600" marR="101600" lvl="0" indent="0" algn="l" rtl="0">
              <a:lnSpc>
                <a:spcPct val="158000"/>
              </a:lnSpc>
              <a:spcBef>
                <a:spcPts val="0"/>
              </a:spcBef>
              <a:spcAft>
                <a:spcPts val="0"/>
              </a:spcAft>
              <a:buNone/>
            </a:pPr>
            <a:endParaRPr sz="1150" dirty="0">
              <a:highlight>
                <a:srgbClr val="E0E0E0"/>
              </a:highlight>
              <a:latin typeface="Courier New"/>
              <a:ea typeface="Courier New"/>
              <a:cs typeface="Courier New"/>
              <a:sym typeface="Courier New"/>
            </a:endParaRPr>
          </a:p>
          <a:p>
            <a:pPr marL="0" lvl="0" indent="0" algn="l" rtl="0">
              <a:lnSpc>
                <a:spcPct val="115000"/>
              </a:lnSpc>
              <a:spcBef>
                <a:spcPts val="800"/>
              </a:spcBef>
              <a:spcAft>
                <a:spcPts val="0"/>
              </a:spcAft>
              <a:buNone/>
            </a:pPr>
            <a:r>
              <a:rPr lang="pt-PT" sz="1200" dirty="0">
                <a:solidFill>
                  <a:srgbClr val="003300"/>
                </a:solidFill>
                <a:highlight>
                  <a:srgbClr val="ADE0C1"/>
                </a:highlight>
                <a:latin typeface="Roboto"/>
                <a:ea typeface="Roboto"/>
                <a:cs typeface="Roboto"/>
                <a:sym typeface="Roboto"/>
              </a:rPr>
              <a:t>A </a:t>
            </a:r>
            <a:r>
              <a:rPr lang="pt-PT" sz="1200" dirty="0" err="1">
                <a:solidFill>
                  <a:srgbClr val="003300"/>
                </a:solidFill>
                <a:highlight>
                  <a:srgbClr val="ADE0C1"/>
                </a:highlight>
                <a:latin typeface="Roboto"/>
                <a:ea typeface="Roboto"/>
                <a:cs typeface="Roboto"/>
                <a:sym typeface="Roboto"/>
              </a:rPr>
              <a:t>relational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schema</a:t>
            </a:r>
            <a:r>
              <a:rPr lang="pt-PT" sz="1200" dirty="0">
                <a:solidFill>
                  <a:srgbClr val="003300"/>
                </a:solidFill>
                <a:highlight>
                  <a:srgbClr val="ADE0C1"/>
                </a:highlight>
                <a:latin typeface="Roboto"/>
                <a:ea typeface="Roboto"/>
                <a:cs typeface="Roboto"/>
                <a:sym typeface="Roboto"/>
              </a:rPr>
              <a:t> R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in </a:t>
            </a:r>
            <a:r>
              <a:rPr lang="pt-PT" sz="1200" dirty="0">
                <a:solidFill>
                  <a:srgbClr val="EC4E20"/>
                </a:solidFill>
                <a:highlight>
                  <a:srgbClr val="ADE0C1"/>
                </a:highlight>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BCNF</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iff</a:t>
            </a:r>
            <a:r>
              <a:rPr lang="pt-PT" sz="1200" dirty="0">
                <a:solidFill>
                  <a:srgbClr val="003300"/>
                </a:solidFill>
                <a:highlight>
                  <a:srgbClr val="ADE0C1"/>
                </a:highlight>
                <a:latin typeface="Roboto"/>
                <a:ea typeface="Roboto"/>
                <a:cs typeface="Roboto"/>
                <a:sym typeface="Roboto"/>
              </a:rPr>
              <a:t> in </a:t>
            </a:r>
            <a:r>
              <a:rPr lang="pt-PT" sz="1200" dirty="0" err="1">
                <a:solidFill>
                  <a:srgbClr val="003300"/>
                </a:solidFill>
                <a:highlight>
                  <a:srgbClr val="ADE0C1"/>
                </a:highlight>
                <a:latin typeface="Roboto"/>
                <a:ea typeface="Roboto"/>
                <a:cs typeface="Roboto"/>
                <a:sym typeface="Roboto"/>
              </a:rPr>
              <a:t>Every</a:t>
            </a:r>
            <a:r>
              <a:rPr lang="pt-PT" sz="1200" dirty="0">
                <a:solidFill>
                  <a:srgbClr val="003300"/>
                </a:solidFill>
                <a:highlight>
                  <a:srgbClr val="ADE0C1"/>
                </a:highlight>
                <a:latin typeface="Roboto"/>
                <a:ea typeface="Roboto"/>
                <a:cs typeface="Roboto"/>
                <a:sym typeface="Roboto"/>
              </a:rPr>
              <a:t> non-trivial </a:t>
            </a:r>
            <a:r>
              <a:rPr lang="pt-PT" sz="1200" dirty="0" err="1">
                <a:solidFill>
                  <a:srgbClr val="003300"/>
                </a:solidFill>
                <a:highlight>
                  <a:srgbClr val="ADE0C1"/>
                </a:highlight>
                <a:latin typeface="Roboto"/>
                <a:ea typeface="Roboto"/>
                <a:cs typeface="Roboto"/>
                <a:sym typeface="Roboto"/>
              </a:rPr>
              <a:t>Functional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Dependency</a:t>
            </a:r>
            <a:r>
              <a:rPr lang="pt-PT" sz="1200" dirty="0">
                <a:solidFill>
                  <a:srgbClr val="003300"/>
                </a:solidFill>
                <a:highlight>
                  <a:srgbClr val="ADE0C1"/>
                </a:highlight>
                <a:latin typeface="Roboto"/>
                <a:ea typeface="Roboto"/>
                <a:cs typeface="Roboto"/>
                <a:sym typeface="Roboto"/>
              </a:rPr>
              <a:t> X-&gt;Y, X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Super</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Key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If</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we</a:t>
            </a:r>
            <a:r>
              <a:rPr lang="pt-PT" sz="1200" dirty="0">
                <a:solidFill>
                  <a:srgbClr val="003300"/>
                </a:solidFill>
                <a:highlight>
                  <a:srgbClr val="ADE0C1"/>
                </a:highlight>
                <a:latin typeface="Roboto"/>
                <a:ea typeface="Roboto"/>
                <a:cs typeface="Roboto"/>
                <a:sym typeface="Roboto"/>
              </a:rPr>
              <a:t> can prove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relation</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in BCNF </a:t>
            </a:r>
            <a:r>
              <a:rPr lang="pt-PT" sz="1200" dirty="0" err="1">
                <a:solidFill>
                  <a:srgbClr val="003300"/>
                </a:solidFill>
                <a:highlight>
                  <a:srgbClr val="ADE0C1"/>
                </a:highlight>
                <a:latin typeface="Roboto"/>
                <a:ea typeface="Roboto"/>
                <a:cs typeface="Roboto"/>
                <a:sym typeface="Roboto"/>
              </a:rPr>
              <a:t>then</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by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default</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it</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would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be</a:t>
            </a:r>
            <a:r>
              <a:rPr lang="pt-PT" sz="1200" dirty="0">
                <a:solidFill>
                  <a:srgbClr val="003300"/>
                </a:solidFill>
                <a:highlight>
                  <a:srgbClr val="ADE0C1"/>
                </a:highlight>
                <a:latin typeface="Roboto"/>
                <a:ea typeface="Roboto"/>
                <a:cs typeface="Roboto"/>
                <a:sym typeface="Roboto"/>
              </a:rPr>
              <a:t> in 1NF, 2NF, 3NF </a:t>
            </a:r>
            <a:r>
              <a:rPr lang="pt-PT" sz="1200" dirty="0" err="1">
                <a:solidFill>
                  <a:srgbClr val="003300"/>
                </a:solidFill>
                <a:highlight>
                  <a:srgbClr val="ADE0C1"/>
                </a:highlight>
                <a:latin typeface="Roboto"/>
                <a:ea typeface="Roboto"/>
                <a:cs typeface="Roboto"/>
                <a:sym typeface="Roboto"/>
              </a:rPr>
              <a:t>also</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Let</a:t>
            </a:r>
            <a:r>
              <a:rPr lang="pt-PT" sz="1200" dirty="0">
                <a:solidFill>
                  <a:srgbClr val="003300"/>
                </a:solidFill>
                <a:highlight>
                  <a:srgbClr val="ADE0C1"/>
                </a:highlight>
                <a:latin typeface="Roboto"/>
                <a:ea typeface="Roboto"/>
                <a:cs typeface="Roboto"/>
                <a:sym typeface="Roboto"/>
              </a:rPr>
              <a:t> R(AB) </a:t>
            </a:r>
            <a:r>
              <a:rPr lang="pt-PT" sz="1200" dirty="0" err="1">
                <a:solidFill>
                  <a:srgbClr val="003300"/>
                </a:solidFill>
                <a:highlight>
                  <a:srgbClr val="ADE0C1"/>
                </a:highlight>
                <a:latin typeface="Roboto"/>
                <a:ea typeface="Roboto"/>
                <a:cs typeface="Roboto"/>
                <a:sym typeface="Roboto"/>
              </a:rPr>
              <a:t>be</a:t>
            </a:r>
            <a:r>
              <a:rPr lang="pt-PT" sz="1200" dirty="0">
                <a:solidFill>
                  <a:srgbClr val="003300"/>
                </a:solidFill>
                <a:highlight>
                  <a:srgbClr val="ADE0C1"/>
                </a:highlight>
                <a:latin typeface="Roboto"/>
                <a:ea typeface="Roboto"/>
                <a:cs typeface="Roboto"/>
                <a:sym typeface="Roboto"/>
              </a:rPr>
              <a:t> a </a:t>
            </a:r>
            <a:r>
              <a:rPr lang="pt-PT" sz="1200" dirty="0" err="1">
                <a:solidFill>
                  <a:srgbClr val="003300"/>
                </a:solidFill>
                <a:highlight>
                  <a:srgbClr val="ADE0C1"/>
                </a:highlight>
                <a:latin typeface="Roboto"/>
                <a:ea typeface="Roboto"/>
                <a:cs typeface="Roboto"/>
                <a:sym typeface="Roboto"/>
              </a:rPr>
              <a:t>two</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attribute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relation</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then</a:t>
            </a:r>
            <a:endParaRPr sz="1200" dirty="0">
              <a:solidFill>
                <a:srgbClr val="003300"/>
              </a:solidFill>
              <a:highlight>
                <a:srgbClr val="ADE0C1"/>
              </a:highlight>
              <a:latin typeface="Roboto"/>
              <a:ea typeface="Roboto"/>
              <a:cs typeface="Roboto"/>
              <a:sym typeface="Roboto"/>
            </a:endParaRPr>
          </a:p>
          <a:p>
            <a:pPr marL="800100" lvl="0" indent="-304800" algn="l" rtl="0">
              <a:lnSpc>
                <a:spcPct val="158000"/>
              </a:lnSpc>
              <a:spcBef>
                <a:spcPts val="0"/>
              </a:spcBef>
              <a:spcAft>
                <a:spcPts val="0"/>
              </a:spcAft>
              <a:buClr>
                <a:srgbClr val="003300"/>
              </a:buClr>
              <a:buSzPts val="1200"/>
              <a:buFont typeface="Roboto"/>
              <a:buAutoNum type="arabicPeriod"/>
            </a:pPr>
            <a:r>
              <a:rPr lang="pt-PT" sz="1200" dirty="0" err="1">
                <a:solidFill>
                  <a:srgbClr val="003300"/>
                </a:solidFill>
                <a:highlight>
                  <a:srgbClr val="ADE0C1"/>
                </a:highlight>
                <a:latin typeface="Roboto"/>
                <a:ea typeface="Roboto"/>
                <a:cs typeface="Roboto"/>
                <a:sym typeface="Roboto"/>
              </a:rPr>
              <a:t>If</a:t>
            </a:r>
            <a:r>
              <a:rPr lang="pt-PT" sz="1200" dirty="0">
                <a:solidFill>
                  <a:srgbClr val="003300"/>
                </a:solidFill>
                <a:highlight>
                  <a:srgbClr val="ADE0C1"/>
                </a:highlight>
                <a:latin typeface="Roboto"/>
                <a:ea typeface="Roboto"/>
                <a:cs typeface="Roboto"/>
                <a:sym typeface="Roboto"/>
              </a:rPr>
              <a:t> {A-&gt;B} </a:t>
            </a:r>
            <a:r>
              <a:rPr lang="pt-PT" sz="1200" dirty="0" err="1">
                <a:solidFill>
                  <a:srgbClr val="003300"/>
                </a:solidFill>
                <a:highlight>
                  <a:srgbClr val="ADE0C1"/>
                </a:highlight>
                <a:latin typeface="Roboto"/>
                <a:ea typeface="Roboto"/>
                <a:cs typeface="Roboto"/>
                <a:sym typeface="Roboto"/>
              </a:rPr>
              <a:t>exists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then</a:t>
            </a:r>
            <a:r>
              <a:rPr lang="pt-PT" sz="1200" dirty="0">
                <a:solidFill>
                  <a:srgbClr val="003300"/>
                </a:solidFill>
                <a:highlight>
                  <a:srgbClr val="ADE0C1"/>
                </a:highlight>
                <a:latin typeface="Roboto"/>
                <a:ea typeface="Roboto"/>
                <a:cs typeface="Roboto"/>
                <a:sym typeface="Roboto"/>
              </a:rPr>
              <a:t> BCNF </a:t>
            </a:r>
            <a:r>
              <a:rPr lang="pt-PT" sz="1200" dirty="0" err="1">
                <a:solidFill>
                  <a:srgbClr val="003300"/>
                </a:solidFill>
                <a:highlight>
                  <a:srgbClr val="ADE0C1"/>
                </a:highlight>
                <a:latin typeface="Roboto"/>
                <a:ea typeface="Roboto"/>
                <a:cs typeface="Roboto"/>
                <a:sym typeface="Roboto"/>
              </a:rPr>
              <a:t>since</a:t>
            </a:r>
            <a:r>
              <a:rPr lang="pt-PT" sz="1200" dirty="0">
                <a:solidFill>
                  <a:srgbClr val="003300"/>
                </a:solidFill>
                <a:highlight>
                  <a:srgbClr val="ADE0C1"/>
                </a:highlight>
                <a:latin typeface="Roboto"/>
                <a:ea typeface="Roboto"/>
                <a:cs typeface="Roboto"/>
                <a:sym typeface="Roboto"/>
              </a:rPr>
              <a:t> {A}+ = AB = R</a:t>
            </a:r>
            <a:endParaRPr sz="1200" dirty="0">
              <a:solidFill>
                <a:srgbClr val="003300"/>
              </a:solidFill>
              <a:highlight>
                <a:srgbClr val="ADE0C1"/>
              </a:highlight>
              <a:latin typeface="Roboto"/>
              <a:ea typeface="Roboto"/>
              <a:cs typeface="Roboto"/>
              <a:sym typeface="Roboto"/>
            </a:endParaRPr>
          </a:p>
          <a:p>
            <a:pPr marL="800100" lvl="0" indent="-304800" algn="l" rtl="0">
              <a:lnSpc>
                <a:spcPct val="158000"/>
              </a:lnSpc>
              <a:spcBef>
                <a:spcPts val="0"/>
              </a:spcBef>
              <a:spcAft>
                <a:spcPts val="0"/>
              </a:spcAft>
              <a:buClr>
                <a:srgbClr val="003300"/>
              </a:buClr>
              <a:buSzPts val="1200"/>
              <a:buFont typeface="Roboto"/>
              <a:buAutoNum type="arabicPeriod"/>
            </a:pPr>
            <a:r>
              <a:rPr lang="pt-PT" sz="1200" dirty="0" err="1">
                <a:solidFill>
                  <a:srgbClr val="003300"/>
                </a:solidFill>
                <a:highlight>
                  <a:srgbClr val="ADE0C1"/>
                </a:highlight>
                <a:latin typeface="Roboto"/>
                <a:ea typeface="Roboto"/>
                <a:cs typeface="Roboto"/>
                <a:sym typeface="Roboto"/>
              </a:rPr>
              <a:t>If</a:t>
            </a:r>
            <a:r>
              <a:rPr lang="pt-PT" sz="1200" dirty="0">
                <a:solidFill>
                  <a:srgbClr val="003300"/>
                </a:solidFill>
                <a:highlight>
                  <a:srgbClr val="ADE0C1"/>
                </a:highlight>
                <a:latin typeface="Roboto"/>
                <a:ea typeface="Roboto"/>
                <a:cs typeface="Roboto"/>
                <a:sym typeface="Roboto"/>
              </a:rPr>
              <a:t> {B-&gt;A} </a:t>
            </a:r>
            <a:r>
              <a:rPr lang="pt-PT" sz="1200" dirty="0" err="1">
                <a:solidFill>
                  <a:srgbClr val="003300"/>
                </a:solidFill>
                <a:highlight>
                  <a:srgbClr val="ADE0C1"/>
                </a:highlight>
                <a:latin typeface="Roboto"/>
                <a:ea typeface="Roboto"/>
                <a:cs typeface="Roboto"/>
                <a:sym typeface="Roboto"/>
              </a:rPr>
              <a:t>exists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then</a:t>
            </a:r>
            <a:r>
              <a:rPr lang="pt-PT" sz="1200" dirty="0">
                <a:solidFill>
                  <a:srgbClr val="003300"/>
                </a:solidFill>
                <a:highlight>
                  <a:srgbClr val="ADE0C1"/>
                </a:highlight>
                <a:latin typeface="Roboto"/>
                <a:ea typeface="Roboto"/>
                <a:cs typeface="Roboto"/>
                <a:sym typeface="Roboto"/>
              </a:rPr>
              <a:t> BCNF </a:t>
            </a:r>
            <a:r>
              <a:rPr lang="pt-PT" sz="1200" dirty="0" err="1">
                <a:solidFill>
                  <a:srgbClr val="003300"/>
                </a:solidFill>
                <a:highlight>
                  <a:srgbClr val="ADE0C1"/>
                </a:highlight>
                <a:latin typeface="Roboto"/>
                <a:ea typeface="Roboto"/>
                <a:cs typeface="Roboto"/>
                <a:sym typeface="Roboto"/>
              </a:rPr>
              <a:t>since</a:t>
            </a:r>
            <a:r>
              <a:rPr lang="pt-PT" sz="1200" dirty="0">
                <a:solidFill>
                  <a:srgbClr val="003300"/>
                </a:solidFill>
                <a:highlight>
                  <a:srgbClr val="ADE0C1"/>
                </a:highlight>
                <a:latin typeface="Roboto"/>
                <a:ea typeface="Roboto"/>
                <a:cs typeface="Roboto"/>
                <a:sym typeface="Roboto"/>
              </a:rPr>
              <a:t> {B}+ = AB = R</a:t>
            </a:r>
            <a:endParaRPr sz="1200" dirty="0">
              <a:solidFill>
                <a:srgbClr val="003300"/>
              </a:solidFill>
              <a:highlight>
                <a:srgbClr val="ADE0C1"/>
              </a:highlight>
              <a:latin typeface="Roboto"/>
              <a:ea typeface="Roboto"/>
              <a:cs typeface="Roboto"/>
              <a:sym typeface="Roboto"/>
            </a:endParaRPr>
          </a:p>
          <a:p>
            <a:pPr marL="800100" lvl="0" indent="-304800" algn="l" rtl="0">
              <a:lnSpc>
                <a:spcPct val="158000"/>
              </a:lnSpc>
              <a:spcBef>
                <a:spcPts val="0"/>
              </a:spcBef>
              <a:spcAft>
                <a:spcPts val="0"/>
              </a:spcAft>
              <a:buClr>
                <a:srgbClr val="003300"/>
              </a:buClr>
              <a:buSzPts val="1200"/>
              <a:buFont typeface="Roboto"/>
              <a:buAutoNum type="arabicPeriod"/>
            </a:pPr>
            <a:r>
              <a:rPr lang="pt-PT" sz="1200" dirty="0" err="1">
                <a:solidFill>
                  <a:srgbClr val="003300"/>
                </a:solidFill>
                <a:highlight>
                  <a:srgbClr val="ADE0C1"/>
                </a:highlight>
                <a:latin typeface="Roboto"/>
                <a:ea typeface="Roboto"/>
                <a:cs typeface="Roboto"/>
                <a:sym typeface="Roboto"/>
              </a:rPr>
              <a:t>If</a:t>
            </a:r>
            <a:r>
              <a:rPr lang="pt-PT" sz="1200" dirty="0">
                <a:solidFill>
                  <a:srgbClr val="003300"/>
                </a:solidFill>
                <a:highlight>
                  <a:srgbClr val="ADE0C1"/>
                </a:highlight>
                <a:latin typeface="Roboto"/>
                <a:ea typeface="Roboto"/>
                <a:cs typeface="Roboto"/>
                <a:sym typeface="Roboto"/>
              </a:rPr>
              <a:t> {A-&gt;B,B-&gt;A} </a:t>
            </a:r>
            <a:r>
              <a:rPr lang="pt-PT" sz="1200" dirty="0" err="1">
                <a:solidFill>
                  <a:srgbClr val="003300"/>
                </a:solidFill>
                <a:highlight>
                  <a:srgbClr val="ADE0C1"/>
                </a:highlight>
                <a:latin typeface="Roboto"/>
                <a:ea typeface="Roboto"/>
                <a:cs typeface="Roboto"/>
                <a:sym typeface="Roboto"/>
              </a:rPr>
              <a:t>exists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then</a:t>
            </a:r>
            <a:r>
              <a:rPr lang="pt-PT" sz="1200" dirty="0">
                <a:solidFill>
                  <a:srgbClr val="003300"/>
                </a:solidFill>
                <a:highlight>
                  <a:srgbClr val="ADE0C1"/>
                </a:highlight>
                <a:latin typeface="Roboto"/>
                <a:ea typeface="Roboto"/>
                <a:cs typeface="Roboto"/>
                <a:sym typeface="Roboto"/>
              </a:rPr>
              <a:t> BCNF </a:t>
            </a:r>
            <a:r>
              <a:rPr lang="pt-PT" sz="1200" dirty="0" err="1">
                <a:solidFill>
                  <a:srgbClr val="003300"/>
                </a:solidFill>
                <a:highlight>
                  <a:srgbClr val="ADE0C1"/>
                </a:highlight>
                <a:latin typeface="Roboto"/>
                <a:ea typeface="Roboto"/>
                <a:cs typeface="Roboto"/>
                <a:sym typeface="Roboto"/>
              </a:rPr>
              <a:t>since</a:t>
            </a:r>
            <a:r>
              <a:rPr lang="pt-PT" sz="1200" dirty="0">
                <a:solidFill>
                  <a:srgbClr val="003300"/>
                </a:solidFill>
                <a:highlight>
                  <a:srgbClr val="ADE0C1"/>
                </a:highlight>
                <a:latin typeface="Roboto"/>
                <a:ea typeface="Roboto"/>
                <a:cs typeface="Roboto"/>
                <a:sym typeface="Roboto"/>
              </a:rPr>
              <a:t> A </a:t>
            </a:r>
            <a:r>
              <a:rPr lang="pt-PT" sz="1200" dirty="0" err="1">
                <a:solidFill>
                  <a:srgbClr val="003300"/>
                </a:solidFill>
                <a:highlight>
                  <a:srgbClr val="ADE0C1"/>
                </a:highlight>
                <a:latin typeface="Roboto"/>
                <a:ea typeface="Roboto"/>
                <a:cs typeface="Roboto"/>
                <a:sym typeface="Roboto"/>
              </a:rPr>
              <a:t>and</a:t>
            </a:r>
            <a:r>
              <a:rPr lang="pt-PT" sz="1200" dirty="0">
                <a:solidFill>
                  <a:srgbClr val="003300"/>
                </a:solidFill>
                <a:highlight>
                  <a:srgbClr val="ADE0C1"/>
                </a:highlight>
                <a:latin typeface="Roboto"/>
                <a:ea typeface="Roboto"/>
                <a:cs typeface="Roboto"/>
                <a:sym typeface="Roboto"/>
              </a:rPr>
              <a:t> B </a:t>
            </a:r>
            <a:r>
              <a:rPr lang="pt-PT" sz="1200" dirty="0" err="1">
                <a:solidFill>
                  <a:srgbClr val="003300"/>
                </a:solidFill>
                <a:highlight>
                  <a:srgbClr val="ADE0C1"/>
                </a:highlight>
                <a:latin typeface="Roboto"/>
                <a:ea typeface="Roboto"/>
                <a:cs typeface="Roboto"/>
                <a:sym typeface="Roboto"/>
              </a:rPr>
              <a:t>both</a:t>
            </a:r>
            <a:r>
              <a:rPr lang="pt-PT" sz="1200" dirty="0">
                <a:solidFill>
                  <a:srgbClr val="003300"/>
                </a:solidFill>
                <a:highlight>
                  <a:srgbClr val="ADE0C1"/>
                </a:highlight>
                <a:latin typeface="Roboto"/>
                <a:ea typeface="Roboto"/>
                <a:cs typeface="Roboto"/>
                <a:sym typeface="Roboto"/>
              </a:rPr>
              <a:t> are </a:t>
            </a:r>
            <a:r>
              <a:rPr lang="pt-PT" sz="1200" dirty="0" err="1">
                <a:solidFill>
                  <a:srgbClr val="003300"/>
                </a:solidFill>
                <a:highlight>
                  <a:srgbClr val="ADE0C1"/>
                </a:highlight>
                <a:latin typeface="Roboto"/>
                <a:ea typeface="Roboto"/>
                <a:cs typeface="Roboto"/>
                <a:sym typeface="Roboto"/>
              </a:rPr>
              <a:t>Super</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Key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now</a:t>
            </a:r>
            <a:r>
              <a:rPr lang="pt-PT" sz="1200" dirty="0">
                <a:solidFill>
                  <a:srgbClr val="003300"/>
                </a:solidFill>
                <a:highlight>
                  <a:srgbClr val="ADE0C1"/>
                </a:highlight>
                <a:latin typeface="Roboto"/>
                <a:ea typeface="Roboto"/>
                <a:cs typeface="Roboto"/>
                <a:sym typeface="Roboto"/>
              </a:rPr>
              <a:t>.</a:t>
            </a:r>
            <a:endParaRPr sz="1200" dirty="0">
              <a:solidFill>
                <a:srgbClr val="003300"/>
              </a:solidFill>
              <a:highlight>
                <a:srgbClr val="ADE0C1"/>
              </a:highlight>
              <a:latin typeface="Roboto"/>
              <a:ea typeface="Roboto"/>
              <a:cs typeface="Roboto"/>
              <a:sym typeface="Roboto"/>
            </a:endParaRPr>
          </a:p>
          <a:p>
            <a:pPr marL="800100" lvl="0" indent="-304800" algn="l" rtl="0">
              <a:lnSpc>
                <a:spcPct val="158000"/>
              </a:lnSpc>
              <a:spcBef>
                <a:spcPts val="0"/>
              </a:spcBef>
              <a:spcAft>
                <a:spcPts val="0"/>
              </a:spcAft>
              <a:buClr>
                <a:srgbClr val="003300"/>
              </a:buClr>
              <a:buSzPts val="1200"/>
              <a:buFont typeface="Roboto"/>
              <a:buAutoNum type="arabicPeriod"/>
            </a:pPr>
            <a:r>
              <a:rPr lang="pt-PT" sz="1200" dirty="0" err="1">
                <a:solidFill>
                  <a:srgbClr val="003300"/>
                </a:solidFill>
                <a:highlight>
                  <a:srgbClr val="ADE0C1"/>
                </a:highlight>
                <a:latin typeface="Roboto"/>
                <a:ea typeface="Roboto"/>
                <a:cs typeface="Roboto"/>
                <a:sym typeface="Roboto"/>
              </a:rPr>
              <a:t>If</a:t>
            </a:r>
            <a:r>
              <a:rPr lang="pt-PT" sz="1200" dirty="0">
                <a:solidFill>
                  <a:srgbClr val="003300"/>
                </a:solidFill>
                <a:highlight>
                  <a:srgbClr val="ADE0C1"/>
                </a:highlight>
                <a:latin typeface="Roboto"/>
                <a:ea typeface="Roboto"/>
                <a:cs typeface="Roboto"/>
                <a:sym typeface="Roboto"/>
              </a:rPr>
              <a:t> {No non trivial </a:t>
            </a:r>
            <a:r>
              <a:rPr lang="pt-PT" sz="1200" dirty="0" err="1">
                <a:solidFill>
                  <a:srgbClr val="003300"/>
                </a:solidFill>
                <a:highlight>
                  <a:srgbClr val="ADE0C1"/>
                </a:highlight>
                <a:latin typeface="Roboto"/>
                <a:ea typeface="Roboto"/>
                <a:cs typeface="Roboto"/>
                <a:sym typeface="Roboto"/>
              </a:rPr>
              <a:t>Functional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Dependency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then</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default</a:t>
            </a:r>
            <a:r>
              <a:rPr lang="pt-PT" sz="1200" dirty="0">
                <a:solidFill>
                  <a:srgbClr val="003300"/>
                </a:solidFill>
                <a:highlight>
                  <a:srgbClr val="ADE0C1"/>
                </a:highlight>
                <a:latin typeface="Roboto"/>
                <a:ea typeface="Roboto"/>
                <a:cs typeface="Roboto"/>
                <a:sym typeface="Roboto"/>
              </a:rPr>
              <a:t> BCNF.</a:t>
            </a:r>
            <a:endParaRPr sz="1200" dirty="0">
              <a:solidFill>
                <a:srgbClr val="003300"/>
              </a:solidFill>
              <a:highlight>
                <a:srgbClr val="ADE0C1"/>
              </a:highlight>
              <a:latin typeface="Roboto"/>
              <a:ea typeface="Roboto"/>
              <a:cs typeface="Roboto"/>
              <a:sym typeface="Roboto"/>
            </a:endParaRPr>
          </a:p>
          <a:p>
            <a:pPr marL="0" lvl="0" indent="0" algn="l" rtl="0">
              <a:lnSpc>
                <a:spcPct val="115000"/>
              </a:lnSpc>
              <a:spcBef>
                <a:spcPts val="3600"/>
              </a:spcBef>
              <a:spcAft>
                <a:spcPts val="0"/>
              </a:spcAft>
              <a:buNone/>
            </a:pPr>
            <a:r>
              <a:rPr lang="pt-PT" sz="1200" dirty="0" err="1">
                <a:solidFill>
                  <a:srgbClr val="003300"/>
                </a:solidFill>
                <a:highlight>
                  <a:srgbClr val="ADE0C1"/>
                </a:highlight>
                <a:latin typeface="Roboto"/>
                <a:ea typeface="Roboto"/>
                <a:cs typeface="Roboto"/>
                <a:sym typeface="Roboto"/>
              </a:rPr>
              <a:t>Hence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it's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proved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that</a:t>
            </a:r>
            <a:r>
              <a:rPr lang="pt-PT" sz="1200" dirty="0">
                <a:solidFill>
                  <a:srgbClr val="003300"/>
                </a:solidFill>
                <a:highlight>
                  <a:srgbClr val="ADE0C1"/>
                </a:highlight>
                <a:latin typeface="Roboto"/>
                <a:ea typeface="Roboto"/>
                <a:cs typeface="Roboto"/>
                <a:sym typeface="Roboto"/>
              </a:rPr>
              <a:t> a </a:t>
            </a:r>
            <a:r>
              <a:rPr lang="pt-PT" sz="1200" dirty="0" err="1">
                <a:solidFill>
                  <a:srgbClr val="003300"/>
                </a:solidFill>
                <a:highlight>
                  <a:srgbClr val="ADE0C1"/>
                </a:highlight>
                <a:latin typeface="Roboto"/>
                <a:ea typeface="Roboto"/>
                <a:cs typeface="Roboto"/>
                <a:sym typeface="Roboto"/>
              </a:rPr>
              <a:t>Relation</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with</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two</a:t>
            </a:r>
            <a:r>
              <a:rPr lang="pt-PT" sz="1200" dirty="0">
                <a:solidFill>
                  <a:srgbClr val="003300"/>
                </a:solidFill>
                <a:highlight>
                  <a:srgbClr val="ADE0C1"/>
                </a:highlight>
                <a:latin typeface="Roboto"/>
                <a:ea typeface="Roboto"/>
                <a:cs typeface="Roboto"/>
                <a:sym typeface="Roboto"/>
              </a:rPr>
              <a:t> single - </a:t>
            </a:r>
            <a:r>
              <a:rPr lang="pt-PT" sz="1200" dirty="0" err="1">
                <a:solidFill>
                  <a:srgbClr val="003300"/>
                </a:solidFill>
                <a:highlight>
                  <a:srgbClr val="ADE0C1"/>
                </a:highlight>
                <a:latin typeface="Roboto"/>
                <a:ea typeface="Roboto"/>
                <a:cs typeface="Roboto"/>
                <a:sym typeface="Roboto"/>
              </a:rPr>
              <a:t>valued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attributes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in BCNF </a:t>
            </a:r>
            <a:r>
              <a:rPr lang="pt-PT" sz="1200" dirty="0" err="1">
                <a:solidFill>
                  <a:srgbClr val="003300"/>
                </a:solidFill>
                <a:highlight>
                  <a:srgbClr val="ADE0C1"/>
                </a:highlight>
                <a:latin typeface="Roboto"/>
                <a:ea typeface="Roboto"/>
                <a:cs typeface="Roboto"/>
                <a:sym typeface="Roboto"/>
              </a:rPr>
              <a:t>hence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its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also</a:t>
            </a:r>
            <a:r>
              <a:rPr lang="pt-PT" sz="1200" dirty="0">
                <a:solidFill>
                  <a:srgbClr val="003300"/>
                </a:solidFill>
                <a:highlight>
                  <a:srgbClr val="ADE0C1"/>
                </a:highlight>
                <a:latin typeface="Roboto"/>
                <a:ea typeface="Roboto"/>
                <a:cs typeface="Roboto"/>
                <a:sym typeface="Roboto"/>
              </a:rPr>
              <a:t> in 1NF, 2NF, 3NF. </a:t>
            </a:r>
            <a:r>
              <a:rPr lang="pt-PT" sz="1200" b="1" dirty="0" err="1">
                <a:solidFill>
                  <a:srgbClr val="003300"/>
                </a:solidFill>
                <a:highlight>
                  <a:srgbClr val="ADE0C1"/>
                </a:highlight>
                <a:latin typeface="Roboto"/>
                <a:ea typeface="Roboto"/>
                <a:cs typeface="Roboto"/>
                <a:sym typeface="Roboto"/>
              </a:rPr>
              <a:t>Hence</a:t>
            </a:r>
            <a:r>
              <a:rPr lang="pt-PT" sz="1200" b="1" dirty="0">
                <a:solidFill>
                  <a:srgbClr val="003300"/>
                </a:solidFill>
                <a:highlight>
                  <a:srgbClr val="ADE0C1"/>
                </a:highlight>
                <a:latin typeface="Roboto"/>
                <a:ea typeface="Roboto"/>
                <a:cs typeface="Roboto"/>
                <a:sym typeface="Roboto"/>
              </a:rPr>
              <a:t> S1 </a:t>
            </a:r>
            <a:r>
              <a:rPr lang="pt-PT" sz="1200" b="1" dirty="0" err="1">
                <a:solidFill>
                  <a:srgbClr val="003300"/>
                </a:solidFill>
                <a:highlight>
                  <a:srgbClr val="ADE0C1"/>
                </a:highlight>
                <a:latin typeface="Roboto"/>
                <a:ea typeface="Roboto"/>
                <a:cs typeface="Roboto"/>
                <a:sym typeface="Roboto"/>
              </a:rPr>
              <a:t>is</a:t>
            </a:r>
            <a:r>
              <a:rPr lang="pt-PT" sz="1200" b="1" dirty="0">
                <a:solidFill>
                  <a:srgbClr val="003300"/>
                </a:solidFill>
                <a:highlight>
                  <a:srgbClr val="ADE0C1"/>
                </a:highlight>
                <a:latin typeface="Roboto"/>
                <a:ea typeface="Roboto"/>
                <a:cs typeface="Roboto"/>
                <a:sym typeface="Roboto"/>
              </a:rPr>
              <a:t> </a:t>
            </a:r>
            <a:r>
              <a:rPr lang="pt-PT" sz="1200" b="1" dirty="0" err="1">
                <a:solidFill>
                  <a:srgbClr val="003300"/>
                </a:solidFill>
                <a:highlight>
                  <a:srgbClr val="ADE0C1"/>
                </a:highlight>
                <a:latin typeface="Roboto"/>
                <a:ea typeface="Roboto"/>
                <a:cs typeface="Roboto"/>
                <a:sym typeface="Roboto"/>
              </a:rPr>
              <a:t>true</a:t>
            </a:r>
            <a:r>
              <a:rPr lang="pt-PT" sz="1200" b="1" dirty="0">
                <a:solidFill>
                  <a:srgbClr val="003300"/>
                </a:solidFill>
                <a:highlight>
                  <a:srgbClr val="ADE0C1"/>
                </a:highlight>
                <a:latin typeface="Roboto"/>
                <a:ea typeface="Roboto"/>
                <a:cs typeface="Roboto"/>
                <a:sym typeface="Roboto"/>
              </a:rPr>
              <a:t>.</a:t>
            </a:r>
            <a:endParaRPr sz="1200" b="1" dirty="0">
              <a:solidFill>
                <a:srgbClr val="003300"/>
              </a:solidFill>
              <a:highlight>
                <a:srgbClr val="ADE0C1"/>
              </a:highlight>
              <a:latin typeface="Roboto"/>
              <a:ea typeface="Roboto"/>
              <a:cs typeface="Roboto"/>
              <a:sym typeface="Roboto"/>
            </a:endParaRPr>
          </a:p>
          <a:p>
            <a:pPr marL="0" lvl="0" indent="0" algn="l" rtl="0">
              <a:spcBef>
                <a:spcPts val="0"/>
              </a:spcBef>
              <a:spcAft>
                <a:spcPts val="0"/>
              </a:spcAft>
              <a:buNone/>
            </a:pPr>
            <a:r>
              <a:rPr lang="pt-PT" sz="1150" dirty="0">
                <a:highlight>
                  <a:srgbClr val="E0E0E0"/>
                </a:highlight>
                <a:latin typeface="Courier New"/>
                <a:ea typeface="Courier New"/>
                <a:cs typeface="Courier New"/>
                <a:sym typeface="Courier New"/>
              </a:rPr>
              <a:t>S2: AB-&gt;C, D-&gt;E, E-&gt;C </a:t>
            </a:r>
            <a:r>
              <a:rPr lang="pt-PT" sz="1150" dirty="0" err="1">
                <a:highlight>
                  <a:srgbClr val="E0E0E0"/>
                </a:highlight>
                <a:latin typeface="Courier New"/>
                <a:ea typeface="Courier New"/>
                <a:cs typeface="Courier New"/>
                <a:sym typeface="Courier New"/>
              </a:rPr>
              <a:t>is</a:t>
            </a:r>
            <a:r>
              <a:rPr lang="pt-PT" sz="1150" dirty="0">
                <a:highlight>
                  <a:srgbClr val="E0E0E0"/>
                </a:highlight>
                <a:latin typeface="Courier New"/>
                <a:ea typeface="Courier New"/>
                <a:cs typeface="Courier New"/>
                <a:sym typeface="Courier New"/>
              </a:rPr>
              <a:t> a minimal cover for </a:t>
            </a:r>
            <a:endParaRPr sz="1150" dirty="0">
              <a:highlight>
                <a:srgbClr val="E0E0E0"/>
              </a:highlight>
              <a:latin typeface="Courier New"/>
              <a:ea typeface="Courier New"/>
              <a:cs typeface="Courier New"/>
              <a:sym typeface="Courier New"/>
            </a:endParaRPr>
          </a:p>
          <a:p>
            <a:pPr marL="0" lvl="0" indent="0" algn="l" rtl="0">
              <a:spcBef>
                <a:spcPts val="0"/>
              </a:spcBef>
              <a:spcAft>
                <a:spcPts val="0"/>
              </a:spcAft>
              <a:buNone/>
            </a:pPr>
            <a:r>
              <a:rPr lang="pt-PT" sz="1150" dirty="0">
                <a:highlight>
                  <a:srgbClr val="E0E0E0"/>
                </a:highlight>
                <a:latin typeface="Courier New"/>
                <a:ea typeface="Courier New"/>
                <a:cs typeface="Courier New"/>
                <a:sym typeface="Courier New"/>
              </a:rPr>
              <a:t>      </a:t>
            </a:r>
            <a:r>
              <a:rPr lang="pt-PT" sz="1150" dirty="0" err="1">
                <a:highlight>
                  <a:srgbClr val="E0E0E0"/>
                </a:highlight>
                <a:latin typeface="Courier New"/>
                <a:ea typeface="Courier New"/>
                <a:cs typeface="Courier New"/>
                <a:sym typeface="Courier New"/>
              </a:rPr>
              <a:t>the</a:t>
            </a:r>
            <a:r>
              <a:rPr lang="pt-PT" sz="1150" dirty="0">
                <a:highlight>
                  <a:srgbClr val="E0E0E0"/>
                </a:highlight>
                <a:latin typeface="Courier New"/>
                <a:ea typeface="Courier New"/>
                <a:cs typeface="Courier New"/>
                <a:sym typeface="Courier New"/>
              </a:rPr>
              <a:t> set </a:t>
            </a:r>
            <a:r>
              <a:rPr lang="pt-PT" sz="1150" dirty="0" err="1">
                <a:highlight>
                  <a:srgbClr val="E0E0E0"/>
                </a:highlight>
                <a:latin typeface="Courier New"/>
                <a:ea typeface="Courier New"/>
                <a:cs typeface="Courier New"/>
                <a:sym typeface="Courier New"/>
              </a:rPr>
              <a:t>of</a:t>
            </a:r>
            <a:r>
              <a:rPr lang="pt-PT" sz="1150" dirty="0">
                <a:highlight>
                  <a:srgbClr val="E0E0E0"/>
                </a:highlight>
                <a:latin typeface="Courier New"/>
                <a:ea typeface="Courier New"/>
                <a:cs typeface="Courier New"/>
                <a:sym typeface="Courier New"/>
              </a:rPr>
              <a:t> </a:t>
            </a:r>
            <a:r>
              <a:rPr lang="pt-PT" sz="1150" dirty="0" err="1">
                <a:highlight>
                  <a:srgbClr val="E0E0E0"/>
                </a:highlight>
                <a:latin typeface="Courier New"/>
                <a:ea typeface="Courier New"/>
                <a:cs typeface="Courier New"/>
                <a:sym typeface="Courier New"/>
              </a:rPr>
              <a:t>functional</a:t>
            </a:r>
            <a:r>
              <a:rPr lang="pt-PT" sz="1150" dirty="0">
                <a:highlight>
                  <a:srgbClr val="E0E0E0"/>
                </a:highlight>
                <a:latin typeface="Courier New"/>
                <a:ea typeface="Courier New"/>
                <a:cs typeface="Courier New"/>
                <a:sym typeface="Courier New"/>
              </a:rPr>
              <a:t> </a:t>
            </a:r>
            <a:r>
              <a:rPr lang="pt-PT" sz="1150" dirty="0" err="1">
                <a:highlight>
                  <a:srgbClr val="E0E0E0"/>
                </a:highlight>
                <a:latin typeface="Courier New"/>
                <a:ea typeface="Courier New"/>
                <a:cs typeface="Courier New"/>
                <a:sym typeface="Courier New"/>
              </a:rPr>
              <a:t>dependencies</a:t>
            </a:r>
            <a:r>
              <a:rPr lang="pt-PT" sz="1150" dirty="0">
                <a:highlight>
                  <a:srgbClr val="E0E0E0"/>
                </a:highlight>
                <a:latin typeface="Courier New"/>
                <a:ea typeface="Courier New"/>
                <a:cs typeface="Courier New"/>
                <a:sym typeface="Courier New"/>
              </a:rPr>
              <a:t> </a:t>
            </a:r>
            <a:endParaRPr sz="1150" dirty="0">
              <a:highlight>
                <a:srgbClr val="E0E0E0"/>
              </a:highlight>
              <a:latin typeface="Courier New"/>
              <a:ea typeface="Courier New"/>
              <a:cs typeface="Courier New"/>
              <a:sym typeface="Courier New"/>
            </a:endParaRPr>
          </a:p>
          <a:p>
            <a:pPr marL="0" lvl="0" indent="0" algn="l" rtl="0">
              <a:spcBef>
                <a:spcPts val="0"/>
              </a:spcBef>
              <a:spcAft>
                <a:spcPts val="0"/>
              </a:spcAft>
              <a:buNone/>
            </a:pPr>
            <a:r>
              <a:rPr lang="pt-PT" sz="1150" dirty="0">
                <a:highlight>
                  <a:srgbClr val="E0E0E0"/>
                </a:highlight>
                <a:latin typeface="Courier New"/>
                <a:ea typeface="Courier New"/>
                <a:cs typeface="Courier New"/>
                <a:sym typeface="Courier New"/>
              </a:rPr>
              <a:t>      AB-&gt;C, D-&gt;E, AB-&gt;E, E-&gt;C.</a:t>
            </a:r>
            <a:endParaRPr sz="1150" dirty="0">
              <a:highlight>
                <a:srgbClr val="E0E0E0"/>
              </a:highlight>
              <a:latin typeface="Courier New"/>
              <a:ea typeface="Courier New"/>
              <a:cs typeface="Courier New"/>
              <a:sym typeface="Courier New"/>
            </a:endParaRPr>
          </a:p>
          <a:p>
            <a:pPr marL="101600" marR="101600" lvl="0" indent="0" algn="l" rtl="0">
              <a:lnSpc>
                <a:spcPct val="158000"/>
              </a:lnSpc>
              <a:spcBef>
                <a:spcPts val="0"/>
              </a:spcBef>
              <a:spcAft>
                <a:spcPts val="0"/>
              </a:spcAft>
              <a:buNone/>
            </a:pPr>
            <a:endParaRPr sz="1150" dirty="0">
              <a:highlight>
                <a:srgbClr val="E0E0E0"/>
              </a:highlight>
              <a:latin typeface="Courier New"/>
              <a:ea typeface="Courier New"/>
              <a:cs typeface="Courier New"/>
              <a:sym typeface="Courier New"/>
            </a:endParaRPr>
          </a:p>
          <a:p>
            <a:pPr marL="0" lvl="0" indent="0" algn="l" rtl="0">
              <a:spcBef>
                <a:spcPts val="800"/>
              </a:spcBef>
              <a:spcAft>
                <a:spcPts val="0"/>
              </a:spcAft>
              <a:buNone/>
            </a:pPr>
            <a:r>
              <a:rPr lang="pt-PT" sz="1200" dirty="0">
                <a:solidFill>
                  <a:srgbClr val="003300"/>
                </a:solidFill>
                <a:highlight>
                  <a:srgbClr val="ADE0C1"/>
                </a:highlight>
                <a:latin typeface="Roboto"/>
                <a:ea typeface="Roboto"/>
                <a:cs typeface="Roboto"/>
                <a:sym typeface="Roboto"/>
              </a:rPr>
              <a:t>As </a:t>
            </a:r>
            <a:r>
              <a:rPr lang="pt-PT" sz="1200" dirty="0" err="1">
                <a:solidFill>
                  <a:srgbClr val="003300"/>
                </a:solidFill>
                <a:highlight>
                  <a:srgbClr val="ADE0C1"/>
                </a:highlight>
                <a:latin typeface="Roboto"/>
                <a:ea typeface="Roboto"/>
                <a:cs typeface="Roboto"/>
                <a:sym typeface="Roboto"/>
              </a:rPr>
              <a:t>we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know</a:t>
            </a:r>
            <a:r>
              <a:rPr lang="pt-PT" sz="1200" dirty="0">
                <a:solidFill>
                  <a:srgbClr val="003300"/>
                </a:solidFill>
                <a:highlight>
                  <a:srgbClr val="ADE0C1"/>
                </a:highlight>
                <a:latin typeface="Roboto"/>
                <a:ea typeface="Roboto"/>
                <a:cs typeface="Roboto"/>
                <a:sym typeface="Roboto"/>
              </a:rPr>
              <a:t> Minimal Cover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process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of</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eliminating</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redundant</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Functional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Dependencies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and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Extraneous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attributes</a:t>
            </a:r>
            <a:r>
              <a:rPr lang="pt-PT" sz="1200" dirty="0">
                <a:solidFill>
                  <a:srgbClr val="003300"/>
                </a:solidFill>
                <a:highlight>
                  <a:srgbClr val="ADE0C1"/>
                </a:highlight>
                <a:latin typeface="Roboto"/>
                <a:ea typeface="Roboto"/>
                <a:cs typeface="Roboto"/>
                <a:sym typeface="Roboto"/>
              </a:rPr>
              <a:t> in </a:t>
            </a:r>
            <a:r>
              <a:rPr lang="pt-PT" sz="1200" dirty="0" err="1">
                <a:solidFill>
                  <a:srgbClr val="003300"/>
                </a:solidFill>
                <a:highlight>
                  <a:srgbClr val="ADE0C1"/>
                </a:highlight>
                <a:latin typeface="Roboto"/>
                <a:ea typeface="Roboto"/>
                <a:cs typeface="Roboto"/>
                <a:sym typeface="Roboto"/>
              </a:rPr>
              <a:t>Functional</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Dependency</a:t>
            </a:r>
            <a:r>
              <a:rPr lang="pt-PT" sz="1200" dirty="0">
                <a:solidFill>
                  <a:srgbClr val="003300"/>
                </a:solidFill>
                <a:highlight>
                  <a:srgbClr val="ADE0C1"/>
                </a:highlight>
                <a:latin typeface="Roboto"/>
                <a:ea typeface="Roboto"/>
                <a:cs typeface="Roboto"/>
                <a:sym typeface="Roboto"/>
              </a:rPr>
              <a:t> Set. </a:t>
            </a:r>
            <a:r>
              <a:rPr lang="pt-PT" sz="1200" dirty="0" err="1">
                <a:solidFill>
                  <a:srgbClr val="003300"/>
                </a:solidFill>
                <a:highlight>
                  <a:srgbClr val="ADE0C1"/>
                </a:highlight>
                <a:latin typeface="Roboto"/>
                <a:ea typeface="Roboto"/>
                <a:cs typeface="Roboto"/>
                <a:sym typeface="Roboto"/>
              </a:rPr>
              <a:t>So</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each</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dependency</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of</a:t>
            </a:r>
            <a:r>
              <a:rPr lang="pt-PT" sz="1200" dirty="0">
                <a:solidFill>
                  <a:srgbClr val="003300"/>
                </a:solidFill>
                <a:highlight>
                  <a:srgbClr val="ADE0C1"/>
                </a:highlight>
                <a:latin typeface="Roboto"/>
                <a:ea typeface="Roboto"/>
                <a:cs typeface="Roboto"/>
                <a:sym typeface="Roboto"/>
              </a:rPr>
              <a:t> F = {AB-&gt;C, D-&gt;E, AB-&gt;E, E-&gt;C} </a:t>
            </a:r>
            <a:r>
              <a:rPr lang="pt-PT" sz="1200" dirty="0" err="1">
                <a:solidFill>
                  <a:srgbClr val="003300"/>
                </a:solidFill>
                <a:highlight>
                  <a:srgbClr val="ADE0C1"/>
                </a:highlight>
                <a:latin typeface="Roboto"/>
                <a:ea typeface="Roboto"/>
                <a:cs typeface="Roboto"/>
                <a:sym typeface="Roboto"/>
              </a:rPr>
              <a:t>should</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be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implied</a:t>
            </a:r>
            <a:r>
              <a:rPr lang="pt-PT" sz="1200" dirty="0">
                <a:solidFill>
                  <a:srgbClr val="003300"/>
                </a:solidFill>
                <a:highlight>
                  <a:srgbClr val="ADE0C1"/>
                </a:highlight>
                <a:latin typeface="Roboto"/>
                <a:ea typeface="Roboto"/>
                <a:cs typeface="Roboto"/>
                <a:sym typeface="Roboto"/>
              </a:rPr>
              <a:t> in minimal cover. As </a:t>
            </a:r>
            <a:r>
              <a:rPr lang="pt-PT" sz="1200" dirty="0" err="1">
                <a:solidFill>
                  <a:srgbClr val="003300"/>
                </a:solidFill>
                <a:highlight>
                  <a:srgbClr val="ADE0C1"/>
                </a:highlight>
                <a:latin typeface="Roboto"/>
                <a:ea typeface="Roboto"/>
                <a:cs typeface="Roboto"/>
                <a:sym typeface="Roboto"/>
              </a:rPr>
              <a:t>we</a:t>
            </a:r>
            <a:r>
              <a:rPr lang="pt-PT" sz="1200" dirty="0">
                <a:solidFill>
                  <a:srgbClr val="003300"/>
                </a:solidFill>
                <a:highlight>
                  <a:srgbClr val="ADE0C1"/>
                </a:highlight>
                <a:latin typeface="Roboto"/>
                <a:ea typeface="Roboto"/>
                <a:cs typeface="Roboto"/>
                <a:sym typeface="Roboto"/>
              </a:rPr>
              <a:t> can </a:t>
            </a:r>
            <a:r>
              <a:rPr lang="pt-PT" sz="1200" dirty="0" err="1">
                <a:solidFill>
                  <a:srgbClr val="003300"/>
                </a:solidFill>
                <a:highlight>
                  <a:srgbClr val="ADE0C1"/>
                </a:highlight>
                <a:latin typeface="Roboto"/>
                <a:ea typeface="Roboto"/>
                <a:cs typeface="Roboto"/>
                <a:sym typeface="Roboto"/>
              </a:rPr>
              <a:t>see</a:t>
            </a:r>
            <a:r>
              <a:rPr lang="pt-PT" sz="1200" dirty="0">
                <a:solidFill>
                  <a:srgbClr val="003300"/>
                </a:solidFill>
                <a:highlight>
                  <a:srgbClr val="ADE0C1"/>
                </a:highlight>
                <a:latin typeface="Roboto"/>
                <a:ea typeface="Roboto"/>
                <a:cs typeface="Roboto"/>
                <a:sym typeface="Roboto"/>
              </a:rPr>
              <a:t> AB-&gt;E </a:t>
            </a:r>
            <a:r>
              <a:rPr lang="pt-PT" sz="1200" dirty="0" err="1">
                <a:solidFill>
                  <a:srgbClr val="003300"/>
                </a:solidFill>
                <a:highlight>
                  <a:srgbClr val="ADE0C1"/>
                </a:highlight>
                <a:latin typeface="Roboto"/>
                <a:ea typeface="Roboto"/>
                <a:cs typeface="Roboto"/>
                <a:sym typeface="Roboto"/>
              </a:rPr>
              <a:t>is</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not</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covered</a:t>
            </a:r>
            <a:r>
              <a:rPr lang="pt-PT" sz="1200" dirty="0">
                <a:solidFill>
                  <a:srgbClr val="003300"/>
                </a:solidFill>
                <a:highlight>
                  <a:srgbClr val="ADE0C1"/>
                </a:highlight>
                <a:latin typeface="Roboto"/>
                <a:ea typeface="Roboto"/>
                <a:cs typeface="Roboto"/>
                <a:sym typeface="Roboto"/>
              </a:rPr>
              <a:t> in minimal cover </a:t>
            </a:r>
            <a:r>
              <a:rPr lang="pt-PT" sz="1200" dirty="0" err="1">
                <a:solidFill>
                  <a:srgbClr val="003300"/>
                </a:solidFill>
                <a:highlight>
                  <a:srgbClr val="ADE0C1"/>
                </a:highlight>
                <a:latin typeface="Roboto"/>
                <a:ea typeface="Roboto"/>
                <a:cs typeface="Roboto"/>
                <a:sym typeface="Roboto"/>
              </a:rPr>
              <a:t>since</a:t>
            </a:r>
            <a:r>
              <a:rPr lang="pt-PT" sz="1200" dirty="0">
                <a:solidFill>
                  <a:srgbClr val="003300"/>
                </a:solidFill>
                <a:highlight>
                  <a:srgbClr val="ADE0C1"/>
                </a:highlight>
                <a:latin typeface="Roboto"/>
                <a:ea typeface="Roboto"/>
                <a:cs typeface="Roboto"/>
                <a:sym typeface="Roboto"/>
              </a:rPr>
              <a:t> {AB}+ = ABC in </a:t>
            </a:r>
            <a:r>
              <a:rPr lang="pt-PT" sz="1200" dirty="0" err="1">
                <a:solidFill>
                  <a:srgbClr val="003300"/>
                </a:solidFill>
                <a:highlight>
                  <a:srgbClr val="ADE0C1"/>
                </a:highlight>
                <a:latin typeface="Roboto"/>
                <a:ea typeface="Roboto"/>
                <a:cs typeface="Roboto"/>
                <a:sym typeface="Roboto"/>
              </a:rPr>
              <a:t>the</a:t>
            </a:r>
            <a:r>
              <a:rPr lang="pt-PT" sz="1200" dirty="0">
                <a:solidFill>
                  <a:srgbClr val="003300"/>
                </a:solidFill>
                <a:highlight>
                  <a:srgbClr val="ADE0C1"/>
                </a:highlight>
                <a:latin typeface="Roboto"/>
                <a:ea typeface="Roboto"/>
                <a:cs typeface="Roboto"/>
                <a:sym typeface="Roboto"/>
              </a:rPr>
              <a:t> </a:t>
            </a:r>
            <a:r>
              <a:rPr lang="pt-PT" sz="1200" dirty="0" err="1">
                <a:solidFill>
                  <a:srgbClr val="003300"/>
                </a:solidFill>
                <a:highlight>
                  <a:srgbClr val="ADE0C1"/>
                </a:highlight>
                <a:latin typeface="Roboto"/>
                <a:ea typeface="Roboto"/>
                <a:cs typeface="Roboto"/>
                <a:sym typeface="Roboto"/>
              </a:rPr>
              <a:t>given</a:t>
            </a:r>
            <a:r>
              <a:rPr lang="pt-PT" sz="1200" dirty="0">
                <a:solidFill>
                  <a:srgbClr val="003300"/>
                </a:solidFill>
                <a:highlight>
                  <a:srgbClr val="ADE0C1"/>
                </a:highlight>
                <a:latin typeface="Roboto"/>
                <a:ea typeface="Roboto"/>
                <a:cs typeface="Roboto"/>
                <a:sym typeface="Roboto"/>
              </a:rPr>
              <a:t> cover {AB-&gt;C, D-&gt;E, E-&gt;C} </a:t>
            </a:r>
            <a:r>
              <a:rPr lang="pt-PT" sz="1200" b="1" dirty="0" err="1">
                <a:solidFill>
                  <a:srgbClr val="003300"/>
                </a:solidFill>
                <a:highlight>
                  <a:srgbClr val="ADE0C1"/>
                </a:highlight>
                <a:latin typeface="Roboto"/>
                <a:ea typeface="Roboto"/>
                <a:cs typeface="Roboto"/>
                <a:sym typeface="Roboto"/>
              </a:rPr>
              <a:t>Hence</a:t>
            </a:r>
            <a:r>
              <a:rPr lang="pt-PT" sz="1200" b="1" dirty="0">
                <a:solidFill>
                  <a:srgbClr val="003300"/>
                </a:solidFill>
                <a:highlight>
                  <a:srgbClr val="ADE0C1"/>
                </a:highlight>
                <a:latin typeface="Roboto"/>
                <a:ea typeface="Roboto"/>
                <a:cs typeface="Roboto"/>
                <a:sym typeface="Roboto"/>
              </a:rPr>
              <a:t>, S2 </a:t>
            </a:r>
            <a:r>
              <a:rPr lang="pt-PT" sz="1200" b="1" dirty="0" err="1">
                <a:solidFill>
                  <a:srgbClr val="003300"/>
                </a:solidFill>
                <a:highlight>
                  <a:srgbClr val="ADE0C1"/>
                </a:highlight>
                <a:latin typeface="Roboto"/>
                <a:ea typeface="Roboto"/>
                <a:cs typeface="Roboto"/>
                <a:sym typeface="Roboto"/>
              </a:rPr>
              <a:t>is</a:t>
            </a:r>
            <a:r>
              <a:rPr lang="pt-PT" sz="1200" b="1" dirty="0">
                <a:solidFill>
                  <a:srgbClr val="003300"/>
                </a:solidFill>
                <a:highlight>
                  <a:srgbClr val="ADE0C1"/>
                </a:highlight>
                <a:latin typeface="Roboto"/>
                <a:ea typeface="Roboto"/>
                <a:cs typeface="Roboto"/>
                <a:sym typeface="Roboto"/>
              </a:rPr>
              <a:t> false.</a:t>
            </a:r>
            <a:endParaRPr sz="1200" dirty="0">
              <a:solidFill>
                <a:srgbClr val="003300"/>
              </a:solidFill>
              <a:highlight>
                <a:srgbClr val="ADE0C1"/>
              </a:highlight>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8959aa8aa3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8959aa8aa3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(GeeksforGeeks)</a:t>
            </a:r>
            <a:endParaRPr/>
          </a:p>
          <a:p>
            <a:pPr marL="0" lvl="0" indent="0" algn="l" rtl="0">
              <a:spcBef>
                <a:spcPts val="0"/>
              </a:spcBef>
              <a:spcAft>
                <a:spcPts val="0"/>
              </a:spcAft>
              <a:buNone/>
            </a:pPr>
            <a:r>
              <a:rPr lang="pt-PT" sz="1200">
                <a:solidFill>
                  <a:srgbClr val="003300"/>
                </a:solidFill>
                <a:highlight>
                  <a:srgbClr val="ADE0C1"/>
                </a:highlight>
                <a:latin typeface="Roboto"/>
                <a:ea typeface="Roboto"/>
                <a:cs typeface="Roboto"/>
                <a:sym typeface="Roboto"/>
              </a:rPr>
              <a:t>Maximum no. of possible superkeys for a table with n attributes = 2^(n-1) Here, n = 4. So, the possible superkeys = 2</a:t>
            </a:r>
            <a:r>
              <a:rPr lang="pt-PT" sz="1500" baseline="30000">
                <a:solidFill>
                  <a:srgbClr val="003300"/>
                </a:solidFill>
                <a:highlight>
                  <a:srgbClr val="ADE0C1"/>
                </a:highlight>
                <a:latin typeface="Roboto"/>
                <a:ea typeface="Roboto"/>
                <a:cs typeface="Roboto"/>
                <a:sym typeface="Roboto"/>
              </a:rPr>
              <a:t>4-1</a:t>
            </a:r>
            <a:r>
              <a:rPr lang="pt-PT" sz="1200">
                <a:solidFill>
                  <a:srgbClr val="003300"/>
                </a:solidFill>
                <a:highlight>
                  <a:srgbClr val="ADE0C1"/>
                </a:highlight>
                <a:latin typeface="Roboto"/>
                <a:ea typeface="Roboto"/>
                <a:cs typeface="Roboto"/>
                <a:sym typeface="Roboto"/>
              </a:rPr>
              <a:t> = 8 The possible superkeys are : E, EH, EG, EF, EGH, EFH, EFG, EFGH</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8b75b875e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8b75b875e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8b75b875e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8b75b875e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8b75b875e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8b75b875e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8b75b875e2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8b75b875e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8b75b875e2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8b75b875e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8b75b875e2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8b75b875e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b75b875e2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b75b875e2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8b75b875e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8b75b875e2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8b75b875e2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8b75b875e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8b75b875e2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8b75b875e2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8b75b875e2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8b75b875e2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8b75b875e2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8b75b875e2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8b75b875e2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8b75b875e2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8b75b875e2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8b75b875e2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8b75b875e2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8b75b875e2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err="1"/>
              <a:t>Option</a:t>
            </a:r>
            <a:r>
              <a:rPr lang="pt-PT" dirty="0"/>
              <a:t> 1 (</a:t>
            </a:r>
            <a:r>
              <a:rPr lang="pt-PT" dirty="0" err="1"/>
              <a:t>kahoot</a:t>
            </a:r>
            <a:r>
              <a:rPr lang="pt-PT" dirty="0"/>
              <a:t>)</a:t>
            </a:r>
          </a:p>
          <a:p>
            <a:pPr marL="0" lvl="0" indent="0" algn="l" rtl="0">
              <a:spcBef>
                <a:spcPts val="0"/>
              </a:spcBef>
              <a:spcAft>
                <a:spcPts val="0"/>
              </a:spcAft>
              <a:buNone/>
            </a:pPr>
            <a:endParaRPr lang="pt-PT" dirty="0"/>
          </a:p>
          <a:p>
            <a:pPr marL="0" lvl="0" indent="0" algn="l" rtl="0">
              <a:spcBef>
                <a:spcPts val="0"/>
              </a:spcBef>
              <a:spcAft>
                <a:spcPts val="0"/>
              </a:spcAft>
              <a:buNone/>
            </a:pPr>
            <a:r>
              <a:rPr lang="pt-PT" dirty="0" err="1"/>
              <a:t>None</a:t>
            </a:r>
            <a:r>
              <a:rPr lang="pt-PT" dirty="0"/>
              <a:t> </a:t>
            </a:r>
            <a:r>
              <a:rPr lang="pt-PT" dirty="0" err="1"/>
              <a:t>of</a:t>
            </a:r>
            <a:r>
              <a:rPr lang="pt-PT" dirty="0"/>
              <a:t> </a:t>
            </a:r>
            <a:r>
              <a:rPr lang="pt-PT" dirty="0" err="1"/>
              <a:t>the</a:t>
            </a:r>
            <a:r>
              <a:rPr lang="pt-PT" dirty="0"/>
              <a:t> </a:t>
            </a:r>
            <a:r>
              <a:rPr lang="pt-PT" dirty="0" err="1"/>
              <a:t>options</a:t>
            </a:r>
            <a:r>
              <a:rPr lang="pt-PT" dirty="0"/>
              <a:t> </a:t>
            </a:r>
            <a:r>
              <a:rPr lang="pt-PT" dirty="0" err="1"/>
              <a:t>corresponds</a:t>
            </a:r>
            <a:r>
              <a:rPr lang="pt-PT" dirty="0"/>
              <a:t> to </a:t>
            </a:r>
            <a:r>
              <a:rPr lang="pt-PT" dirty="0" err="1"/>
              <a:t>the</a:t>
            </a:r>
            <a:r>
              <a:rPr lang="pt-PT" dirty="0"/>
              <a:t> </a:t>
            </a:r>
            <a:r>
              <a:rPr lang="pt-PT" dirty="0" err="1"/>
              <a:t>definition</a:t>
            </a:r>
            <a:r>
              <a:rPr lang="pt-PT" dirty="0"/>
              <a:t> </a:t>
            </a:r>
            <a:r>
              <a:rPr lang="pt-PT" dirty="0" err="1"/>
              <a:t>of</a:t>
            </a:r>
            <a:r>
              <a:rPr lang="pt-PT" dirty="0"/>
              <a:t> </a:t>
            </a:r>
            <a:r>
              <a:rPr lang="pt-PT" dirty="0" err="1"/>
              <a:t>the</a:t>
            </a:r>
            <a:r>
              <a:rPr lang="pt-PT" dirty="0"/>
              <a:t> 3rd </a:t>
            </a:r>
            <a:r>
              <a:rPr lang="pt-PT" dirty="0" err="1"/>
              <a:t>form</a:t>
            </a:r>
            <a:r>
              <a:rPr lang="pt-PT" dirty="0"/>
              <a:t>. </a:t>
            </a:r>
          </a:p>
          <a:p>
            <a:pPr marL="0" lvl="0" indent="0" algn="l" rtl="0">
              <a:spcBef>
                <a:spcPts val="0"/>
              </a:spcBef>
              <a:spcAft>
                <a:spcPts val="0"/>
              </a:spcAft>
              <a:buNone/>
            </a:pPr>
            <a:r>
              <a:rPr lang="pt-PT" dirty="0" err="1"/>
              <a:t>However</a:t>
            </a:r>
            <a:r>
              <a:rPr lang="pt-PT" dirty="0"/>
              <a:t>, </a:t>
            </a:r>
            <a:r>
              <a:rPr lang="pt-PT" dirty="0" err="1"/>
              <a:t>we</a:t>
            </a:r>
            <a:r>
              <a:rPr lang="pt-PT" dirty="0"/>
              <a:t> </a:t>
            </a:r>
            <a:r>
              <a:rPr lang="pt-PT" dirty="0" err="1"/>
              <a:t>know</a:t>
            </a:r>
            <a:r>
              <a:rPr lang="pt-PT" dirty="0"/>
              <a:t> </a:t>
            </a:r>
            <a:r>
              <a:rPr lang="pt-PT" dirty="0" err="1"/>
              <a:t>that</a:t>
            </a:r>
            <a:r>
              <a:rPr lang="pt-PT" dirty="0"/>
              <a:t> </a:t>
            </a:r>
            <a:r>
              <a:rPr lang="pt-PT" dirty="0" err="1"/>
              <a:t>if</a:t>
            </a:r>
            <a:r>
              <a:rPr lang="pt-PT" dirty="0"/>
              <a:t> </a:t>
            </a:r>
            <a:r>
              <a:rPr lang="pt-PT" dirty="0" err="1"/>
              <a:t>is</a:t>
            </a:r>
            <a:r>
              <a:rPr lang="pt-PT" dirty="0"/>
              <a:t> in BCNF </a:t>
            </a:r>
            <a:r>
              <a:rPr lang="pt-PT" dirty="0" err="1"/>
              <a:t>is</a:t>
            </a:r>
            <a:r>
              <a:rPr lang="pt-PT" dirty="0"/>
              <a:t> </a:t>
            </a: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8b75b875e2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8b75b875e2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8b75b875e2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8b75b875e2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8b75b875e2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8b75b875e2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8b75b875e2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8b75b875e2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8b75b875e2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8b75b875e2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8b75b875e2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8b75b875e2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8b75b875e2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8b75b875e2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8b75b875e2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8b75b875e2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8b75b875e2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8b75b875e2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8b75b875e2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9" name="Google Shape;609;g8b75b875e2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8b75b875e2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8b75b875e2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8b75b875e2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8b75b875e2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8b75b875e2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8b75b875e2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8b75b875e2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8b75b875e2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8b75b875e2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8b75b875e2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8b75b875e2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8b75b875e2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8b75b875e2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8b75b875e2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8b75b875e2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8b75b875e2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b75b875e2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b75b875e2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8b75b875e2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8b75b875e2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8b75b875e2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8b75b875e2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8b75b875e2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8b75b875e2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8b75b875e2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8b75b875e2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8b75b875e2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8b75b875e2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8b75b875e2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8b75b875e2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8b75b875e2_0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8b75b875e2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8b75b875e2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8b75b875e2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Names of the buyers of gizmo selled by fred (kahoot)</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8b75b875e2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8b75b875e2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8b75b875e2_0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8b75b875e2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8b75b875e2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8b75b875e2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8b75b875e2_0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8b75b875e2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8b75b875e2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8b75b875e2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8b75b875e2_0_3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8b75b875e2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8b75b875e2_0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8b75b875e2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e 2 (kahoot)</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8b75b875e2_0_3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8b75b875e2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8b75b875e2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8b75b875e2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8b75b875e2_0_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8b75b875e2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8b75b875e2_0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8b75b875e2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8b75b875e2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8b75b875e2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8b75b875e2_0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5" name="Google Shape;825;g8b75b875e2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8b75b875e2_0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8b75b875e2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8b75b875e2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0" name="Google Shape;840;g8b75b875e2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8b75b875e2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8b75b875e2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8b75b875e2_0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8b75b875e2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8b75b875e2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8b75b875e2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8b75b875e2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8b75b875e2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8b75b875e2_0_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8b75b875e2_0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8b75b875e2_0_4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8b75b875e2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8b887c88b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8b887c88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8b887c88b5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8b887c88b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8b887c88b5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8b887c88b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8b887c88b5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8b887c88b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8b887c88b5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8b887c88b5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8b887c88b5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8b887c88b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8b887c88b5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8b887c88b5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8b887c88b5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2" name="Google Shape;942;g8b887c88b5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8b887c88b5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 name="Google Shape;949;g8b887c88b5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8b887c88b5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8b887c88b5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8b887c88b5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2" name="Google Shape;962;g8b887c88b5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(kahoot)</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8b887c88b5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8b887c88b5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(kahoot)</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8b887c88b5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4" name="Google Shape;974;g8b887c88b5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8b887c88b5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8b887c88b5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(kahoot)</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8b887c88b5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8b887c88b5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8b887c88b5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8b887c88b5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(kahoot)</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8bec98dc74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8" name="Google Shape;998;g8bec98dc74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select honours_subject, avg(percentage_of_marks) from students having avg(percentage_of_marks) &gt; 50.0 group by honours_subject; (tutorialspoint)</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8bec98dc74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8bec98dc7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(tutorialspoint)</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8bec98dc74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8bec98dc7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create view all_marks_english as select first_name, last_name, percentage_of_marks from students where honours_subject = ‘Eng01’; (tutorialspoint)</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8bec98dc74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4" name="Google Shape;1014;g8bec98dc7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(tutorialspoint)</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8bec98dc74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0" name="Google Shape;1020;g8bec98dc74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SELECT COUNT(id)</a:t>
            </a:r>
            <a:endParaRPr/>
          </a:p>
          <a:p>
            <a:pPr marL="0" lvl="0" indent="0" algn="l" rtl="0">
              <a:spcBef>
                <a:spcPts val="0"/>
              </a:spcBef>
              <a:spcAft>
                <a:spcPts val="0"/>
              </a:spcAft>
              <a:buNone/>
            </a:pPr>
            <a:r>
              <a:rPr lang="pt-PT"/>
              <a:t>FROM students</a:t>
            </a:r>
            <a:endParaRPr/>
          </a:p>
          <a:p>
            <a:pPr marL="0" lvl="0" indent="0" algn="l" rtl="0">
              <a:spcBef>
                <a:spcPts val="0"/>
              </a:spcBef>
              <a:spcAft>
                <a:spcPts val="0"/>
              </a:spcAft>
              <a:buNone/>
            </a:pPr>
            <a:r>
              <a:rPr lang="pt-PT"/>
              <a:t>WHERE firstName = 'John'; </a:t>
            </a:r>
            <a:endParaRPr/>
          </a:p>
          <a:p>
            <a:pPr marL="0" lvl="0" indent="0" algn="l" rtl="0">
              <a:spcBef>
                <a:spcPts val="0"/>
              </a:spcBef>
              <a:spcAft>
                <a:spcPts val="0"/>
              </a:spcAft>
              <a:buNone/>
            </a:pPr>
            <a:r>
              <a:rPr lang="pt-PT"/>
              <a:t>(testdome.com)</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8bec98dc74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8bec98dc74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SELECT DISTINCT dogs.name</a:t>
            </a:r>
            <a:endParaRPr/>
          </a:p>
          <a:p>
            <a:pPr marL="0" lvl="0" indent="0" algn="l" rtl="0">
              <a:spcBef>
                <a:spcPts val="0"/>
              </a:spcBef>
              <a:spcAft>
                <a:spcPts val="0"/>
              </a:spcAft>
              <a:buNone/>
            </a:pPr>
            <a:r>
              <a:rPr lang="pt-PT"/>
              <a:t>FROM dogs</a:t>
            </a:r>
            <a:endParaRPr/>
          </a:p>
          <a:p>
            <a:pPr marL="0" lvl="0" indent="0" algn="l" rtl="0">
              <a:spcBef>
                <a:spcPts val="0"/>
              </a:spcBef>
              <a:spcAft>
                <a:spcPts val="0"/>
              </a:spcAft>
              <a:buNone/>
            </a:pPr>
            <a:endParaRPr/>
          </a:p>
          <a:p>
            <a:pPr marL="0" lvl="0" indent="0" algn="l" rtl="0">
              <a:spcBef>
                <a:spcPts val="0"/>
              </a:spcBef>
              <a:spcAft>
                <a:spcPts val="0"/>
              </a:spcAft>
              <a:buNone/>
            </a:pPr>
            <a:r>
              <a:rPr lang="pt-PT"/>
              <a:t>UNION</a:t>
            </a:r>
            <a:endParaRPr/>
          </a:p>
          <a:p>
            <a:pPr marL="0" lvl="0" indent="0" algn="l" rtl="0">
              <a:spcBef>
                <a:spcPts val="0"/>
              </a:spcBef>
              <a:spcAft>
                <a:spcPts val="0"/>
              </a:spcAft>
              <a:buNone/>
            </a:pPr>
            <a:endParaRPr/>
          </a:p>
          <a:p>
            <a:pPr marL="0" lvl="0" indent="0" algn="l" rtl="0">
              <a:spcBef>
                <a:spcPts val="0"/>
              </a:spcBef>
              <a:spcAft>
                <a:spcPts val="0"/>
              </a:spcAft>
              <a:buNone/>
            </a:pPr>
            <a:r>
              <a:rPr lang="pt-PT"/>
              <a:t>SELECT DISTINCT cats.name</a:t>
            </a:r>
            <a:endParaRPr/>
          </a:p>
          <a:p>
            <a:pPr marL="0" lvl="0" indent="0" algn="l" rtl="0">
              <a:spcBef>
                <a:spcPts val="0"/>
              </a:spcBef>
              <a:spcAft>
                <a:spcPts val="0"/>
              </a:spcAft>
              <a:buNone/>
            </a:pPr>
            <a:r>
              <a:rPr lang="pt-PT"/>
              <a:t>FROM cats;</a:t>
            </a:r>
            <a:endParaRPr/>
          </a:p>
          <a:p>
            <a:pPr marL="0" lvl="0" indent="0" algn="l" rtl="0">
              <a:spcBef>
                <a:spcPts val="0"/>
              </a:spcBef>
              <a:spcAft>
                <a:spcPts val="0"/>
              </a:spcAft>
              <a:buNone/>
            </a:pPr>
            <a:r>
              <a:rPr lang="pt-PT"/>
              <a:t>(testdome.com)</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8bec98dc74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2" name="Google Shape;1032;g8bec98dc7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SELECT I.name, S.name</a:t>
            </a:r>
            <a:endParaRPr/>
          </a:p>
          <a:p>
            <a:pPr marL="0" lvl="0" indent="0" algn="l" rtl="0">
              <a:spcBef>
                <a:spcPts val="0"/>
              </a:spcBef>
              <a:spcAft>
                <a:spcPts val="0"/>
              </a:spcAft>
              <a:buNone/>
            </a:pPr>
            <a:r>
              <a:rPr lang="pt-PT"/>
              <a:t>FROM items I, sellers S</a:t>
            </a:r>
            <a:endParaRPr/>
          </a:p>
          <a:p>
            <a:pPr marL="0" lvl="0" indent="0" algn="l" rtl="0">
              <a:spcBef>
                <a:spcPts val="0"/>
              </a:spcBef>
              <a:spcAft>
                <a:spcPts val="0"/>
              </a:spcAft>
              <a:buNone/>
            </a:pPr>
            <a:r>
              <a:rPr lang="pt-PT"/>
              <a:t>WHERE S.rating &gt; 4 AND I.sellerId = S.id;</a:t>
            </a:r>
            <a:endParaRPr/>
          </a:p>
          <a:p>
            <a:pPr marL="0" lvl="0" indent="0" algn="l" rtl="0">
              <a:spcBef>
                <a:spcPts val="0"/>
              </a:spcBef>
              <a:spcAft>
                <a:spcPts val="0"/>
              </a:spcAft>
              <a:buNone/>
            </a:pPr>
            <a:r>
              <a:rPr lang="pt-PT"/>
              <a:t>(testdome.com)</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8bec98dc74_2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8bec98dc74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SELECT name</a:t>
            </a:r>
            <a:endParaRPr/>
          </a:p>
          <a:p>
            <a:pPr marL="0" lvl="0" indent="0" algn="l" rtl="0">
              <a:spcBef>
                <a:spcPts val="0"/>
              </a:spcBef>
              <a:spcAft>
                <a:spcPts val="0"/>
              </a:spcAft>
              <a:buNone/>
            </a:pPr>
            <a:r>
              <a:rPr lang="pt-PT"/>
              <a:t>FROM employees</a:t>
            </a:r>
            <a:endParaRPr/>
          </a:p>
          <a:p>
            <a:pPr marL="0" lvl="0" indent="0" algn="l" rtl="0">
              <a:spcBef>
                <a:spcPts val="0"/>
              </a:spcBef>
              <a:spcAft>
                <a:spcPts val="0"/>
              </a:spcAft>
              <a:buNone/>
            </a:pPr>
            <a:r>
              <a:rPr lang="pt-PT"/>
              <a:t>WHERE id NOT IN (SELECT managerId</a:t>
            </a:r>
            <a:endParaRPr/>
          </a:p>
          <a:p>
            <a:pPr marL="0" lvl="0" indent="0" algn="l" rtl="0">
              <a:spcBef>
                <a:spcPts val="0"/>
              </a:spcBef>
              <a:spcAft>
                <a:spcPts val="0"/>
              </a:spcAft>
              <a:buNone/>
            </a:pPr>
            <a:r>
              <a:rPr lang="pt-PT"/>
              <a:t>             	FROM employees</a:t>
            </a:r>
            <a:endParaRPr/>
          </a:p>
          <a:p>
            <a:pPr marL="0" lvl="0" indent="0" algn="l" rtl="0">
              <a:spcBef>
                <a:spcPts val="0"/>
              </a:spcBef>
              <a:spcAft>
                <a:spcPts val="0"/>
              </a:spcAft>
              <a:buNone/>
            </a:pPr>
            <a:r>
              <a:rPr lang="pt-PT"/>
              <a:t>             	WHERE managerId IS NOT NULL);</a:t>
            </a:r>
            <a:endParaRPr/>
          </a:p>
          <a:p>
            <a:pPr marL="0" lvl="0" indent="0" algn="l" rtl="0">
              <a:spcBef>
                <a:spcPts val="0"/>
              </a:spcBef>
              <a:spcAft>
                <a:spcPts val="0"/>
              </a:spcAft>
              <a:buNone/>
            </a:pPr>
            <a:r>
              <a:rPr lang="pt-PT"/>
              <a:t>(testdome.com)</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8c23895e39_1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8c23895e39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(exame 2020)</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8c23895e39_1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8c23895e39_1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(exame 2020)</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8c23895e39_1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7" name="Google Shape;1057;g8c23895e39_1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(exame 2020)</a:t>
            </a:r>
            <a:endParaRPr/>
          </a:p>
          <a:p>
            <a:pPr marL="0" lvl="0" indent="0" algn="l" rtl="0">
              <a:spcBef>
                <a:spcPts val="0"/>
              </a:spcBef>
              <a:spcAft>
                <a:spcPts val="0"/>
              </a:spcAft>
              <a:buNone/>
            </a:pPr>
            <a:r>
              <a:rPr lang="pt-PT"/>
              <a:t>O modelo apenas precisa de uma só “linha” a representar um pai e a mãe. E falta a multiplicidade.</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8c23895e39_1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4" name="Google Shape;1064;g8c23895e39_1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(exame 2020)</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8c23895e39_1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0" name="Google Shape;1070;g8c23895e39_1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 (exame 2020)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8c23895e39_1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8c23895e39_1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(exame 2020)</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8c23895e39_1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3" name="Google Shape;1083;g8c23895e39_1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1 (exame 2020)</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8c23895e39_1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0" name="Google Shape;1090;g8c23895e39_1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e 4 (exame 2020)</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8c23895e39_1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6" name="Google Shape;1096;g8c23895e39_1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(exame 2020) ficheiro:</a:t>
            </a:r>
            <a:endParaRPr dirty="0"/>
          </a:p>
          <a:p>
            <a:pPr marL="0" lvl="0" indent="0" algn="l" rtl="0">
              <a:spcBef>
                <a:spcPts val="0"/>
              </a:spcBef>
              <a:spcAft>
                <a:spcPts val="0"/>
              </a:spcAft>
              <a:buNone/>
            </a:pPr>
            <a:r>
              <a:rPr lang="pt-PT" dirty="0"/>
              <a:t>PRAGMA </a:t>
            </a:r>
            <a:r>
              <a:rPr lang="pt-PT" dirty="0" err="1"/>
              <a:t>foreign_keys</a:t>
            </a:r>
            <a:r>
              <a:rPr lang="pt-PT" dirty="0"/>
              <a:t> = </a:t>
            </a:r>
            <a:r>
              <a:rPr lang="pt-PT" dirty="0" err="1"/>
              <a:t>off</a:t>
            </a:r>
            <a:r>
              <a:rPr lang="pt-PT" dirty="0"/>
              <a:t>;</a:t>
            </a:r>
            <a:endParaRPr dirty="0"/>
          </a:p>
          <a:p>
            <a:pPr marL="0" lvl="0" indent="0" algn="l" rtl="0">
              <a:spcBef>
                <a:spcPts val="0"/>
              </a:spcBef>
              <a:spcAft>
                <a:spcPts val="0"/>
              </a:spcAft>
              <a:buNone/>
            </a:pPr>
            <a:r>
              <a:rPr lang="pt-PT" dirty="0"/>
              <a:t>BEGIN TRANSACTION;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 </a:t>
            </a:r>
            <a:r>
              <a:rPr lang="pt-PT" dirty="0" err="1"/>
              <a:t>Table</a:t>
            </a:r>
            <a:r>
              <a:rPr lang="pt-PT" dirty="0"/>
              <a:t>: </a:t>
            </a:r>
            <a:r>
              <a:rPr lang="pt-PT" dirty="0" err="1"/>
              <a:t>comments</a:t>
            </a:r>
            <a:endParaRPr dirty="0"/>
          </a:p>
          <a:p>
            <a:pPr marL="0" lvl="0" indent="0" algn="l" rtl="0">
              <a:spcBef>
                <a:spcPts val="0"/>
              </a:spcBef>
              <a:spcAft>
                <a:spcPts val="0"/>
              </a:spcAft>
              <a:buNone/>
            </a:pPr>
            <a:r>
              <a:rPr lang="pt-PT" dirty="0"/>
              <a:t>CREATE TABLE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   INTEGER PRIMARY KEY AUTOINCREMENT,</a:t>
            </a:r>
            <a:endParaRPr dirty="0"/>
          </a:p>
          <a:p>
            <a:pPr marL="0" lvl="0" indent="0" algn="l" rtl="0">
              <a:spcBef>
                <a:spcPts val="0"/>
              </a:spcBef>
              <a:spcAft>
                <a:spcPts val="0"/>
              </a:spcAft>
              <a:buNone/>
            </a:pPr>
            <a:r>
              <a:rPr lang="pt-PT" dirty="0"/>
              <a:t>    </a:t>
            </a:r>
            <a:r>
              <a:rPr lang="pt-PT" dirty="0" err="1"/>
              <a:t>idPost</a:t>
            </a:r>
            <a:r>
              <a:rPr lang="pt-PT" dirty="0"/>
              <a:t>      INTEGER REFERENCES posts (</a:t>
            </a:r>
            <a:r>
              <a:rPr lang="pt-PT" dirty="0" err="1"/>
              <a:t>idPost</a:t>
            </a:r>
            <a:r>
              <a:rPr lang="pt-PT" dirty="0"/>
              <a:t>) </a:t>
            </a:r>
            <a:endParaRPr dirty="0"/>
          </a:p>
          <a:p>
            <a:pPr marL="0" lvl="0" indent="0" algn="l" rtl="0">
              <a:spcBef>
                <a:spcPts val="0"/>
              </a:spcBef>
              <a:spcAft>
                <a:spcPts val="0"/>
              </a:spcAft>
              <a:buNone/>
            </a:pPr>
            <a:r>
              <a:rPr lang="pt-PT" dirty="0"/>
              <a:t>                        NOT NULL,</a:t>
            </a:r>
            <a:endParaRPr dirty="0"/>
          </a:p>
          <a:p>
            <a:pPr marL="0" lvl="0" indent="0" algn="l" rtl="0">
              <a:spcBef>
                <a:spcPts val="0"/>
              </a:spcBef>
              <a:spcAft>
                <a:spcPts val="0"/>
              </a:spcAft>
              <a:buNone/>
            </a:pPr>
            <a:r>
              <a:rPr lang="pt-PT" dirty="0"/>
              <a:t>    </a:t>
            </a:r>
            <a:r>
              <a:rPr lang="pt-PT" dirty="0" err="1"/>
              <a:t>idUser</a:t>
            </a:r>
            <a:r>
              <a:rPr lang="pt-PT" dirty="0"/>
              <a:t>      INTEGER REFERENCES </a:t>
            </a:r>
            <a:r>
              <a:rPr lang="pt-PT" dirty="0" err="1"/>
              <a:t>users</a:t>
            </a:r>
            <a:r>
              <a:rPr lang="pt-PT" dirty="0"/>
              <a:t> (</a:t>
            </a:r>
            <a:r>
              <a:rPr lang="pt-PT" dirty="0" err="1"/>
              <a:t>idUser</a:t>
            </a:r>
            <a:r>
              <a:rPr lang="pt-PT" dirty="0"/>
              <a:t>) </a:t>
            </a:r>
            <a:endParaRPr dirty="0"/>
          </a:p>
          <a:p>
            <a:pPr marL="0" lvl="0" indent="0" algn="l" rtl="0">
              <a:spcBef>
                <a:spcPts val="0"/>
              </a:spcBef>
              <a:spcAft>
                <a:spcPts val="0"/>
              </a:spcAft>
              <a:buNone/>
            </a:pPr>
            <a:r>
              <a:rPr lang="pt-PT" dirty="0"/>
              <a:t>                        NOT NULL,</a:t>
            </a:r>
            <a:endParaRPr dirty="0"/>
          </a:p>
          <a:p>
            <a:pPr marL="0" lvl="0" indent="0" algn="l" rtl="0">
              <a:spcBef>
                <a:spcPts val="0"/>
              </a:spcBef>
              <a:spcAft>
                <a:spcPts val="0"/>
              </a:spcAft>
              <a:buNone/>
            </a:pPr>
            <a:r>
              <a:rPr lang="pt-PT" dirty="0"/>
              <a:t>    </a:t>
            </a:r>
            <a:r>
              <a:rPr lang="pt-PT" dirty="0" err="1"/>
              <a:t>datePosted</a:t>
            </a:r>
            <a:r>
              <a:rPr lang="pt-PT" dirty="0"/>
              <a:t>  DATE    NOT NULL,</a:t>
            </a:r>
            <a:endParaRPr dirty="0"/>
          </a:p>
          <a:p>
            <a:pPr marL="0" lvl="0" indent="0" algn="l" rtl="0">
              <a:spcBef>
                <a:spcPts val="0"/>
              </a:spcBef>
              <a:spcAft>
                <a:spcPts val="0"/>
              </a:spcAft>
              <a:buNone/>
            </a:pPr>
            <a:r>
              <a:rPr lang="pt-PT" dirty="0"/>
              <a:t>    </a:t>
            </a:r>
            <a:r>
              <a:rPr lang="pt-PT" dirty="0" err="1"/>
              <a:t>commentText</a:t>
            </a:r>
            <a:r>
              <a:rPr lang="pt-PT" dirty="0"/>
              <a:t> TEXT</a:t>
            </a:r>
            <a:endParaRPr dirty="0"/>
          </a:p>
          <a:p>
            <a:pPr marL="0" lvl="0" indent="0" algn="l" rtl="0">
              <a:spcBef>
                <a:spcPts val="0"/>
              </a:spcBef>
              <a:spcAft>
                <a:spcPts val="0"/>
              </a:spcAft>
              <a:buNone/>
            </a:pP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21,</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'2021-05-13 01:05',</a:t>
            </a:r>
            <a:endParaRPr dirty="0"/>
          </a:p>
          <a:p>
            <a:pPr marL="0" lvl="0" indent="0" algn="l" rtl="0">
              <a:spcBef>
                <a:spcPts val="0"/>
              </a:spcBef>
              <a:spcAft>
                <a:spcPts val="0"/>
              </a:spcAft>
              <a:buNone/>
            </a:pPr>
            <a:r>
              <a:rPr lang="pt-PT" dirty="0"/>
              <a:t>                         '</a:t>
            </a:r>
            <a:r>
              <a:rPr lang="pt-PT" dirty="0" err="1"/>
              <a:t>amet</a:t>
            </a:r>
            <a:r>
              <a:rPr lang="pt-PT" dirty="0"/>
              <a:t> </a:t>
            </a:r>
            <a:r>
              <a:rPr lang="pt-PT" dirty="0" err="1"/>
              <a:t>diam</a:t>
            </a:r>
            <a:r>
              <a:rPr lang="pt-PT" dirty="0"/>
              <a:t> eu </a:t>
            </a:r>
            <a:r>
              <a:rPr lang="pt-PT" dirty="0" err="1"/>
              <a:t>dolor</a:t>
            </a:r>
            <a:r>
              <a:rPr lang="pt-PT" dirty="0"/>
              <a:t> egestas </a:t>
            </a:r>
            <a:r>
              <a:rPr lang="pt-PT" dirty="0" err="1"/>
              <a:t>rhoncus</a:t>
            </a:r>
            <a:r>
              <a:rPr lang="pt-PT" dirty="0"/>
              <a:t>. </a:t>
            </a:r>
            <a:r>
              <a:rPr lang="pt-PT" dirty="0" err="1"/>
              <a:t>Proin</a:t>
            </a:r>
            <a:r>
              <a:rPr lang="pt-PT" dirty="0"/>
              <a:t> </a:t>
            </a:r>
            <a:r>
              <a:rPr lang="pt-PT" dirty="0" err="1"/>
              <a:t>nisl</a:t>
            </a:r>
            <a:r>
              <a:rPr lang="pt-PT" dirty="0"/>
              <a:t> sem, </a:t>
            </a:r>
            <a:r>
              <a:rPr lang="pt-PT" dirty="0" err="1"/>
              <a:t>consequat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'2020-03-18 09:03',</a:t>
            </a:r>
            <a:endParaRPr dirty="0"/>
          </a:p>
          <a:p>
            <a:pPr marL="0" lvl="0" indent="0" algn="l" rtl="0">
              <a:spcBef>
                <a:spcPts val="0"/>
              </a:spcBef>
              <a:spcAft>
                <a:spcPts val="0"/>
              </a:spcAft>
              <a:buNone/>
            </a:pPr>
            <a:r>
              <a:rPr lang="pt-PT" dirty="0"/>
              <a:t>                         '</a:t>
            </a:r>
            <a:r>
              <a:rPr lang="pt-PT" dirty="0" err="1"/>
              <a:t>commodo</a:t>
            </a:r>
            <a:r>
              <a:rPr lang="pt-PT" dirty="0"/>
              <a:t> </a:t>
            </a:r>
            <a:r>
              <a:rPr lang="pt-PT" dirty="0" err="1"/>
              <a:t>auctor</a:t>
            </a:r>
            <a:r>
              <a:rPr lang="pt-PT" dirty="0"/>
              <a:t> </a:t>
            </a:r>
            <a:r>
              <a:rPr lang="pt-PT" dirty="0" err="1"/>
              <a:t>velit</a:t>
            </a:r>
            <a:r>
              <a:rPr lang="pt-PT" dirty="0"/>
              <a:t>. </a:t>
            </a:r>
            <a:r>
              <a:rPr lang="pt-PT" dirty="0" err="1"/>
              <a:t>Aliquam</a:t>
            </a:r>
            <a:r>
              <a:rPr lang="pt-PT" dirty="0"/>
              <a:t> </a:t>
            </a:r>
            <a:r>
              <a:rPr lang="pt-PT" dirty="0" err="1"/>
              <a:t>nisl</a:t>
            </a:r>
            <a:r>
              <a:rPr lang="pt-PT" dirty="0"/>
              <a:t>. </a:t>
            </a:r>
            <a:r>
              <a:rPr lang="pt-PT" dirty="0" err="1"/>
              <a:t>Nulla</a:t>
            </a:r>
            <a:r>
              <a:rPr lang="pt-PT" dirty="0"/>
              <a:t> eu </a:t>
            </a:r>
            <a:r>
              <a:rPr lang="pt-PT" dirty="0" err="1"/>
              <a:t>neque</a:t>
            </a:r>
            <a:r>
              <a:rPr lang="pt-PT" dirty="0"/>
              <a:t> </a:t>
            </a:r>
            <a:r>
              <a:rPr lang="pt-PT" dirty="0" err="1"/>
              <a:t>pellentesque</a:t>
            </a:r>
            <a:r>
              <a:rPr lang="pt-PT" dirty="0"/>
              <a:t> massa'</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'2020-06-19 06:06',</a:t>
            </a:r>
            <a:endParaRPr dirty="0"/>
          </a:p>
          <a:p>
            <a:pPr marL="0" lvl="0" indent="0" algn="l" rtl="0">
              <a:spcBef>
                <a:spcPts val="0"/>
              </a:spcBef>
              <a:spcAft>
                <a:spcPts val="0"/>
              </a:spcAft>
              <a:buNone/>
            </a:pPr>
            <a:r>
              <a:rPr lang="pt-PT" dirty="0"/>
              <a:t>                         '</a:t>
            </a:r>
            <a:r>
              <a:rPr lang="pt-PT" dirty="0" err="1"/>
              <a:t>Nullam</a:t>
            </a:r>
            <a:r>
              <a:rPr lang="pt-PT" dirty="0"/>
              <a:t> </a:t>
            </a:r>
            <a:r>
              <a:rPr lang="pt-PT" dirty="0" err="1"/>
              <a:t>scelerisque</a:t>
            </a:r>
            <a:r>
              <a:rPr lang="pt-PT" dirty="0"/>
              <a:t> </a:t>
            </a:r>
            <a:r>
              <a:rPr lang="pt-PT" dirty="0" err="1"/>
              <a:t>neque</a:t>
            </a:r>
            <a:r>
              <a:rPr lang="pt-PT" dirty="0"/>
              <a:t> </a:t>
            </a:r>
            <a:r>
              <a:rPr lang="pt-PT" dirty="0" err="1"/>
              <a:t>sed</a:t>
            </a:r>
            <a:r>
              <a:rPr lang="pt-PT" dirty="0"/>
              <a:t> sem egestas </a:t>
            </a:r>
            <a:r>
              <a:rPr lang="pt-PT" dirty="0" err="1"/>
              <a:t>blandit</a:t>
            </a:r>
            <a:r>
              <a:rPr lang="pt-PT" dirty="0"/>
              <a:t>. </a:t>
            </a:r>
            <a:r>
              <a:rPr lang="pt-PT" dirty="0" err="1"/>
              <a:t>Nam</a:t>
            </a:r>
            <a:r>
              <a:rPr lang="pt-PT" dirty="0"/>
              <a:t> </a:t>
            </a:r>
            <a:r>
              <a:rPr lang="pt-PT" dirty="0" err="1"/>
              <a:t>nulla</a:t>
            </a:r>
            <a:r>
              <a:rPr lang="pt-PT" dirty="0"/>
              <a:t> magna,'</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'2020-09-10 08:09',</a:t>
            </a:r>
            <a:endParaRPr dirty="0"/>
          </a:p>
          <a:p>
            <a:pPr marL="0" lvl="0" indent="0" algn="l" rtl="0">
              <a:spcBef>
                <a:spcPts val="0"/>
              </a:spcBef>
              <a:spcAft>
                <a:spcPts val="0"/>
              </a:spcAft>
              <a:buNone/>
            </a:pPr>
            <a:r>
              <a:rPr lang="pt-PT" dirty="0"/>
              <a:t>                         '</a:t>
            </a:r>
            <a:r>
              <a:rPr lang="pt-PT" dirty="0" err="1"/>
              <a:t>nibh</a:t>
            </a:r>
            <a:r>
              <a:rPr lang="pt-PT" dirty="0"/>
              <a:t>. </a:t>
            </a:r>
            <a:r>
              <a:rPr lang="pt-PT" dirty="0" err="1"/>
              <a:t>Aliquam</a:t>
            </a:r>
            <a:r>
              <a:rPr lang="pt-PT" dirty="0"/>
              <a:t> </a:t>
            </a:r>
            <a:r>
              <a:rPr lang="pt-PT" dirty="0" err="1"/>
              <a:t>ornare</a:t>
            </a:r>
            <a:r>
              <a:rPr lang="pt-PT" dirty="0"/>
              <a:t>, libero </a:t>
            </a:r>
            <a:r>
              <a:rPr lang="pt-PT" dirty="0" err="1"/>
              <a:t>at</a:t>
            </a:r>
            <a:r>
              <a:rPr lang="pt-PT" dirty="0"/>
              <a:t> </a:t>
            </a:r>
            <a:r>
              <a:rPr lang="pt-PT" dirty="0" err="1"/>
              <a:t>auctor</a:t>
            </a:r>
            <a:r>
              <a:rPr lang="pt-PT" dirty="0"/>
              <a:t> </a:t>
            </a:r>
            <a:r>
              <a:rPr lang="pt-PT" dirty="0" err="1"/>
              <a:t>ullamcorper</a:t>
            </a:r>
            <a:r>
              <a:rPr lang="pt-PT" dirty="0"/>
              <a:t>, </a:t>
            </a:r>
            <a:r>
              <a:rPr lang="pt-PT" dirty="0" err="1"/>
              <a:t>nisl</a:t>
            </a:r>
            <a:r>
              <a:rPr lang="pt-PT" dirty="0"/>
              <a:t> </a:t>
            </a:r>
            <a:r>
              <a:rPr lang="pt-PT" dirty="0" err="1"/>
              <a:t>arcu</a:t>
            </a:r>
            <a:r>
              <a:rPr lang="pt-PT" dirty="0"/>
              <a:t> </a:t>
            </a:r>
            <a:r>
              <a:rPr lang="pt-PT" dirty="0" err="1"/>
              <a:t>iaculis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'2021-03-10 04:03',</a:t>
            </a:r>
            <a:endParaRPr dirty="0"/>
          </a:p>
          <a:p>
            <a:pPr marL="0" lvl="0" indent="0" algn="l" rtl="0">
              <a:spcBef>
                <a:spcPts val="0"/>
              </a:spcBef>
              <a:spcAft>
                <a:spcPts val="0"/>
              </a:spcAft>
              <a:buNone/>
            </a:pPr>
            <a:r>
              <a:rPr lang="pt-PT" dirty="0"/>
              <a:t>                         '</a:t>
            </a:r>
            <a:r>
              <a:rPr lang="pt-PT" dirty="0" err="1"/>
              <a:t>orci</a:t>
            </a:r>
            <a:r>
              <a:rPr lang="pt-PT" dirty="0"/>
              <a:t> </a:t>
            </a:r>
            <a:r>
              <a:rPr lang="pt-PT" dirty="0" err="1"/>
              <a:t>luctus</a:t>
            </a:r>
            <a:r>
              <a:rPr lang="pt-PT" dirty="0"/>
              <a:t> </a:t>
            </a:r>
            <a:r>
              <a:rPr lang="pt-PT" dirty="0" err="1"/>
              <a:t>et</a:t>
            </a:r>
            <a:r>
              <a:rPr lang="pt-PT" dirty="0"/>
              <a:t> ultrices </a:t>
            </a:r>
            <a:r>
              <a:rPr lang="pt-PT" dirty="0" err="1"/>
              <a:t>posuere</a:t>
            </a:r>
            <a:r>
              <a:rPr lang="pt-PT" dirty="0"/>
              <a:t> </a:t>
            </a:r>
            <a:r>
              <a:rPr lang="pt-PT" dirty="0" err="1"/>
              <a:t>cubilia</a:t>
            </a:r>
            <a:r>
              <a:rPr lang="pt-PT" dirty="0"/>
              <a:t> </a:t>
            </a:r>
            <a:r>
              <a:rPr lang="pt-PT" dirty="0" err="1"/>
              <a:t>Curae</a:t>
            </a:r>
            <a:r>
              <a:rPr lang="pt-PT" dirty="0"/>
              <a:t>; </a:t>
            </a:r>
            <a:r>
              <a:rPr lang="pt-PT" dirty="0" err="1"/>
              <a:t>Donec</a:t>
            </a:r>
            <a:r>
              <a:rPr lang="pt-PT" dirty="0"/>
              <a:t> </a:t>
            </a:r>
            <a:r>
              <a:rPr lang="pt-PT" dirty="0" err="1"/>
              <a:t>tincidunt</a:t>
            </a:r>
            <a:r>
              <a:rPr lang="pt-PT" dirty="0"/>
              <a:t>. </a:t>
            </a:r>
            <a:r>
              <a:rPr lang="pt-PT" dirty="0" err="1"/>
              <a:t>Donec</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'2020-05-26 12:05',</a:t>
            </a:r>
            <a:endParaRPr dirty="0"/>
          </a:p>
          <a:p>
            <a:pPr marL="0" lvl="0" indent="0" algn="l" rtl="0">
              <a:spcBef>
                <a:spcPts val="0"/>
              </a:spcBef>
              <a:spcAft>
                <a:spcPts val="0"/>
              </a:spcAft>
              <a:buNone/>
            </a:pPr>
            <a:r>
              <a:rPr lang="pt-PT" dirty="0"/>
              <a:t>                         '</a:t>
            </a:r>
            <a:r>
              <a:rPr lang="pt-PT" dirty="0" err="1"/>
              <a:t>arcu</a:t>
            </a:r>
            <a:r>
              <a:rPr lang="pt-PT" dirty="0"/>
              <a:t> </a:t>
            </a:r>
            <a:r>
              <a:rPr lang="pt-PT" dirty="0" err="1"/>
              <a:t>vel</a:t>
            </a:r>
            <a:r>
              <a:rPr lang="pt-PT" dirty="0"/>
              <a:t> </a:t>
            </a:r>
            <a:r>
              <a:rPr lang="pt-PT" dirty="0" err="1"/>
              <a:t>quam</a:t>
            </a:r>
            <a:r>
              <a:rPr lang="pt-PT" dirty="0"/>
              <a:t> </a:t>
            </a:r>
            <a:r>
              <a:rPr lang="pt-PT" dirty="0" err="1"/>
              <a:t>dignissim</a:t>
            </a:r>
            <a:r>
              <a:rPr lang="pt-PT" dirty="0"/>
              <a:t> </a:t>
            </a:r>
            <a:r>
              <a:rPr lang="pt-PT" dirty="0" err="1"/>
              <a:t>pharetra</a:t>
            </a:r>
            <a:r>
              <a:rPr lang="pt-PT" dirty="0"/>
              <a:t>. </a:t>
            </a:r>
            <a:r>
              <a:rPr lang="pt-PT" dirty="0" err="1"/>
              <a:t>Nam</a:t>
            </a:r>
            <a:r>
              <a:rPr lang="pt-PT" dirty="0"/>
              <a:t> </a:t>
            </a:r>
            <a:r>
              <a:rPr lang="pt-PT" dirty="0" err="1"/>
              <a:t>ac</a:t>
            </a:r>
            <a:r>
              <a:rPr lang="pt-PT" dirty="0"/>
              <a:t> </a:t>
            </a:r>
            <a:r>
              <a:rPr lang="pt-PT" dirty="0" err="1"/>
              <a:t>nulla</a:t>
            </a:r>
            <a:r>
              <a:rPr lang="pt-PT" dirty="0"/>
              <a:t>. In </a:t>
            </a:r>
            <a:r>
              <a:rPr lang="pt-PT" dirty="0" err="1"/>
              <a:t>tincidunt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21,</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'2020-08-05 03:08',</a:t>
            </a:r>
            <a:endParaRPr dirty="0"/>
          </a:p>
          <a:p>
            <a:pPr marL="0" lvl="0" indent="0" algn="l" rtl="0">
              <a:spcBef>
                <a:spcPts val="0"/>
              </a:spcBef>
              <a:spcAft>
                <a:spcPts val="0"/>
              </a:spcAft>
              <a:buNone/>
            </a:pPr>
            <a:r>
              <a:rPr lang="pt-PT" dirty="0"/>
              <a:t>                         '</a:t>
            </a:r>
            <a:r>
              <a:rPr lang="pt-PT" dirty="0" err="1"/>
              <a:t>vel</a:t>
            </a:r>
            <a:r>
              <a:rPr lang="pt-PT" dirty="0"/>
              <a:t> </a:t>
            </a:r>
            <a:r>
              <a:rPr lang="pt-PT" dirty="0" err="1"/>
              <a:t>est</a:t>
            </a:r>
            <a:r>
              <a:rPr lang="pt-PT" dirty="0"/>
              <a:t> </a:t>
            </a:r>
            <a:r>
              <a:rPr lang="pt-PT" dirty="0" err="1"/>
              <a:t>tempor</a:t>
            </a:r>
            <a:r>
              <a:rPr lang="pt-PT" dirty="0"/>
              <a:t> </a:t>
            </a:r>
            <a:r>
              <a:rPr lang="pt-PT" dirty="0" err="1"/>
              <a:t>bibendum</a:t>
            </a:r>
            <a:r>
              <a:rPr lang="pt-PT" dirty="0"/>
              <a:t>. </a:t>
            </a:r>
            <a:r>
              <a:rPr lang="pt-PT" dirty="0" err="1"/>
              <a:t>Donec</a:t>
            </a:r>
            <a:r>
              <a:rPr lang="pt-PT" dirty="0"/>
              <a:t> </a:t>
            </a:r>
            <a:r>
              <a:rPr lang="pt-PT" dirty="0" err="1"/>
              <a:t>felis</a:t>
            </a:r>
            <a:r>
              <a:rPr lang="pt-PT" dirty="0"/>
              <a:t> </a:t>
            </a:r>
            <a:r>
              <a:rPr lang="pt-PT" dirty="0" err="1"/>
              <a:t>orci</a:t>
            </a:r>
            <a:r>
              <a:rPr lang="pt-PT" dirty="0"/>
              <a:t>, </a:t>
            </a:r>
            <a:r>
              <a:rPr lang="pt-PT" dirty="0" err="1"/>
              <a:t>adipiscing</a:t>
            </a:r>
            <a:r>
              <a:rPr lang="pt-PT" dirty="0"/>
              <a:t> non, </a:t>
            </a:r>
            <a:r>
              <a:rPr lang="pt-PT" dirty="0" err="1"/>
              <a:t>luctus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'2020-10-18 08:10',</a:t>
            </a:r>
            <a:endParaRPr dirty="0"/>
          </a:p>
          <a:p>
            <a:pPr marL="0" lvl="0" indent="0" algn="l" rtl="0">
              <a:spcBef>
                <a:spcPts val="0"/>
              </a:spcBef>
              <a:spcAft>
                <a:spcPts val="0"/>
              </a:spcAft>
              <a:buNone/>
            </a:pPr>
            <a:r>
              <a:rPr lang="pt-PT" dirty="0"/>
              <a:t>                         '</a:t>
            </a:r>
            <a:r>
              <a:rPr lang="pt-PT" dirty="0" err="1"/>
              <a:t>Nullam</a:t>
            </a:r>
            <a:r>
              <a:rPr lang="pt-PT" dirty="0"/>
              <a:t> </a:t>
            </a:r>
            <a:r>
              <a:rPr lang="pt-PT" dirty="0" err="1"/>
              <a:t>enim</a:t>
            </a:r>
            <a:r>
              <a:rPr lang="pt-PT" dirty="0"/>
              <a:t>. </a:t>
            </a:r>
            <a:r>
              <a:rPr lang="pt-PT" dirty="0" err="1"/>
              <a:t>Sed</a:t>
            </a:r>
            <a:r>
              <a:rPr lang="pt-PT" dirty="0"/>
              <a:t> </a:t>
            </a:r>
            <a:r>
              <a:rPr lang="pt-PT" dirty="0" err="1"/>
              <a:t>nulla</a:t>
            </a:r>
            <a:r>
              <a:rPr lang="pt-PT" dirty="0"/>
              <a:t> ante, </a:t>
            </a:r>
            <a:r>
              <a:rPr lang="pt-PT" dirty="0" err="1"/>
              <a:t>iaculis</a:t>
            </a:r>
            <a:r>
              <a:rPr lang="pt-PT" dirty="0"/>
              <a:t> </a:t>
            </a:r>
            <a:r>
              <a:rPr lang="pt-PT" dirty="0" err="1"/>
              <a:t>nec</a:t>
            </a:r>
            <a:r>
              <a:rPr lang="pt-PT" dirty="0"/>
              <a:t>, </a:t>
            </a:r>
            <a:r>
              <a:rPr lang="pt-PT" dirty="0" err="1"/>
              <a:t>eleifend</a:t>
            </a:r>
            <a:r>
              <a:rPr lang="pt-PT" dirty="0"/>
              <a:t> non, </a:t>
            </a:r>
            <a:r>
              <a:rPr lang="pt-PT" dirty="0" err="1"/>
              <a:t>dapibus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'2021-04-13 04:04',</a:t>
            </a:r>
            <a:endParaRPr dirty="0"/>
          </a:p>
          <a:p>
            <a:pPr marL="0" lvl="0" indent="0" algn="l" rtl="0">
              <a:spcBef>
                <a:spcPts val="0"/>
              </a:spcBef>
              <a:spcAft>
                <a:spcPts val="0"/>
              </a:spcAft>
              <a:buNone/>
            </a:pPr>
            <a:r>
              <a:rPr lang="pt-PT" dirty="0"/>
              <a:t>                         '</a:t>
            </a:r>
            <a:r>
              <a:rPr lang="pt-PT" dirty="0" err="1"/>
              <a:t>tincidunt</a:t>
            </a:r>
            <a:r>
              <a:rPr lang="pt-PT" dirty="0"/>
              <a:t> pede </a:t>
            </a:r>
            <a:r>
              <a:rPr lang="pt-PT" dirty="0" err="1"/>
              <a:t>ac</a:t>
            </a:r>
            <a:r>
              <a:rPr lang="pt-PT" dirty="0"/>
              <a:t> urna. Ut </a:t>
            </a:r>
            <a:r>
              <a:rPr lang="pt-PT" dirty="0" err="1"/>
              <a:t>tincidunt</a:t>
            </a:r>
            <a:r>
              <a:rPr lang="pt-PT" dirty="0"/>
              <a:t> </a:t>
            </a:r>
            <a:r>
              <a:rPr lang="pt-PT" dirty="0" err="1"/>
              <a:t>vehicula</a:t>
            </a:r>
            <a:r>
              <a:rPr lang="pt-PT" dirty="0"/>
              <a:t> </a:t>
            </a:r>
            <a:r>
              <a:rPr lang="pt-PT" dirty="0" err="1"/>
              <a:t>risus</a:t>
            </a:r>
            <a:r>
              <a:rPr lang="pt-PT" dirty="0"/>
              <a:t>. </a:t>
            </a:r>
            <a:r>
              <a:rPr lang="pt-PT" dirty="0" err="1"/>
              <a:t>Nulla</a:t>
            </a:r>
            <a:r>
              <a:rPr lang="pt-PT" dirty="0"/>
              <a:t> </a:t>
            </a:r>
            <a:r>
              <a:rPr lang="pt-PT" dirty="0" err="1"/>
              <a:t>eget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'2020-06-24 09:06',</a:t>
            </a:r>
            <a:endParaRPr dirty="0"/>
          </a:p>
          <a:p>
            <a:pPr marL="0" lvl="0" indent="0" algn="l" rtl="0">
              <a:spcBef>
                <a:spcPts val="0"/>
              </a:spcBef>
              <a:spcAft>
                <a:spcPts val="0"/>
              </a:spcAft>
              <a:buNone/>
            </a:pPr>
            <a:r>
              <a:rPr lang="pt-PT" dirty="0"/>
              <a:t>                         'eu, </a:t>
            </a:r>
            <a:r>
              <a:rPr lang="pt-PT" dirty="0" err="1"/>
              <a:t>accumsan</a:t>
            </a:r>
            <a:r>
              <a:rPr lang="pt-PT" dirty="0"/>
              <a:t> </a:t>
            </a:r>
            <a:r>
              <a:rPr lang="pt-PT" dirty="0" err="1"/>
              <a:t>sed</a:t>
            </a:r>
            <a:r>
              <a:rPr lang="pt-PT" dirty="0"/>
              <a:t>, </a:t>
            </a:r>
            <a:r>
              <a:rPr lang="pt-PT" dirty="0" err="1"/>
              <a:t>facilisis</a:t>
            </a:r>
            <a:r>
              <a:rPr lang="pt-PT" dirty="0"/>
              <a:t> vitae, </a:t>
            </a:r>
            <a:r>
              <a:rPr lang="pt-PT" dirty="0" err="1"/>
              <a:t>orci</a:t>
            </a:r>
            <a:r>
              <a:rPr lang="pt-PT" dirty="0"/>
              <a:t>. </a:t>
            </a:r>
            <a:r>
              <a:rPr lang="pt-PT" dirty="0" err="1"/>
              <a:t>Phasellus</a:t>
            </a:r>
            <a:r>
              <a:rPr lang="pt-PT" dirty="0"/>
              <a:t> </a:t>
            </a:r>
            <a:r>
              <a:rPr lang="pt-PT" dirty="0" err="1"/>
              <a:t>dapibus</a:t>
            </a:r>
            <a:r>
              <a:rPr lang="pt-PT" dirty="0"/>
              <a:t> </a:t>
            </a:r>
            <a:r>
              <a:rPr lang="pt-PT" dirty="0" err="1"/>
              <a:t>quam</a:t>
            </a:r>
            <a:r>
              <a:rPr lang="pt-PT" dirty="0"/>
              <a:t> quis'</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26,</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'2021-05-16 02:05',</a:t>
            </a:r>
            <a:endParaRPr dirty="0"/>
          </a:p>
          <a:p>
            <a:pPr marL="0" lvl="0" indent="0" algn="l" rtl="0">
              <a:spcBef>
                <a:spcPts val="0"/>
              </a:spcBef>
              <a:spcAft>
                <a:spcPts val="0"/>
              </a:spcAft>
              <a:buNone/>
            </a:pPr>
            <a:r>
              <a:rPr lang="pt-PT" dirty="0"/>
              <a:t>                         '</a:t>
            </a:r>
            <a:r>
              <a:rPr lang="pt-PT" dirty="0" err="1"/>
              <a:t>Mauris</a:t>
            </a:r>
            <a:r>
              <a:rPr lang="pt-PT" dirty="0"/>
              <a:t> </a:t>
            </a:r>
            <a:r>
              <a:rPr lang="pt-PT" dirty="0" err="1"/>
              <a:t>nulla</a:t>
            </a:r>
            <a:r>
              <a:rPr lang="pt-PT" dirty="0"/>
              <a:t>. </a:t>
            </a:r>
            <a:r>
              <a:rPr lang="pt-PT" dirty="0" err="1"/>
              <a:t>Integer</a:t>
            </a:r>
            <a:r>
              <a:rPr lang="pt-PT" dirty="0"/>
              <a:t> urna. </a:t>
            </a:r>
            <a:r>
              <a:rPr lang="pt-PT" dirty="0" err="1"/>
              <a:t>Vivamus</a:t>
            </a:r>
            <a:r>
              <a:rPr lang="pt-PT" dirty="0"/>
              <a:t> </a:t>
            </a:r>
            <a:r>
              <a:rPr lang="pt-PT" dirty="0" err="1"/>
              <a:t>molestie</a:t>
            </a:r>
            <a:r>
              <a:rPr lang="pt-PT" dirty="0"/>
              <a:t> </a:t>
            </a:r>
            <a:r>
              <a:rPr lang="pt-PT" dirty="0" err="1"/>
              <a:t>dapibus</a:t>
            </a:r>
            <a:r>
              <a:rPr lang="pt-PT" dirty="0"/>
              <a:t> </a:t>
            </a:r>
            <a:r>
              <a:rPr lang="pt-PT" dirty="0" err="1"/>
              <a:t>ligula</a:t>
            </a:r>
            <a:r>
              <a:rPr lang="pt-PT" dirty="0"/>
              <a:t>. </a:t>
            </a:r>
            <a:r>
              <a:rPr lang="pt-PT" dirty="0" err="1"/>
              <a:t>Aliquam</a:t>
            </a:r>
            <a:r>
              <a:rPr lang="pt-PT" dirty="0"/>
              <a:t> </a:t>
            </a:r>
            <a:r>
              <a:rPr lang="pt-PT" dirty="0" err="1"/>
              <a:t>erat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'2021-04-27 05:04',</a:t>
            </a:r>
            <a:endParaRPr dirty="0"/>
          </a:p>
          <a:p>
            <a:pPr marL="0" lvl="0" indent="0" algn="l" rtl="0">
              <a:spcBef>
                <a:spcPts val="0"/>
              </a:spcBef>
              <a:spcAft>
                <a:spcPts val="0"/>
              </a:spcAft>
              <a:buNone/>
            </a:pPr>
            <a:r>
              <a:rPr lang="pt-PT" dirty="0"/>
              <a:t>                         '</a:t>
            </a:r>
            <a:r>
              <a:rPr lang="pt-PT" dirty="0" err="1"/>
              <a:t>arcu</a:t>
            </a:r>
            <a:r>
              <a:rPr lang="pt-PT" dirty="0"/>
              <a:t> </a:t>
            </a:r>
            <a:r>
              <a:rPr lang="pt-PT" dirty="0" err="1"/>
              <a:t>et</a:t>
            </a:r>
            <a:r>
              <a:rPr lang="pt-PT" dirty="0"/>
              <a:t> pede. </a:t>
            </a:r>
            <a:r>
              <a:rPr lang="pt-PT" dirty="0" err="1"/>
              <a:t>Nunc</a:t>
            </a:r>
            <a:r>
              <a:rPr lang="pt-PT" dirty="0"/>
              <a:t> </a:t>
            </a:r>
            <a:r>
              <a:rPr lang="pt-PT" dirty="0" err="1"/>
              <a:t>sed</a:t>
            </a:r>
            <a:r>
              <a:rPr lang="pt-PT" dirty="0"/>
              <a:t> </a:t>
            </a:r>
            <a:r>
              <a:rPr lang="pt-PT" dirty="0" err="1"/>
              <a:t>orci</a:t>
            </a:r>
            <a:r>
              <a:rPr lang="pt-PT" dirty="0"/>
              <a:t> </a:t>
            </a:r>
            <a:r>
              <a:rPr lang="pt-PT" dirty="0" err="1"/>
              <a:t>lobortis</a:t>
            </a:r>
            <a:r>
              <a:rPr lang="pt-PT" dirty="0"/>
              <a:t> augue </a:t>
            </a:r>
            <a:r>
              <a:rPr lang="pt-PT" dirty="0" err="1"/>
              <a:t>scelerisque</a:t>
            </a:r>
            <a:r>
              <a:rPr lang="pt-PT" dirty="0"/>
              <a:t> </a:t>
            </a:r>
            <a:r>
              <a:rPr lang="pt-PT" dirty="0" err="1"/>
              <a:t>mollis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13,</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'2021-05-29 09:05',</a:t>
            </a:r>
            <a:endParaRPr dirty="0"/>
          </a:p>
          <a:p>
            <a:pPr marL="0" lvl="0" indent="0" algn="l" rtl="0">
              <a:spcBef>
                <a:spcPts val="0"/>
              </a:spcBef>
              <a:spcAft>
                <a:spcPts val="0"/>
              </a:spcAft>
              <a:buNone/>
            </a:pPr>
            <a:r>
              <a:rPr lang="pt-PT" dirty="0"/>
              <a:t>                         '</a:t>
            </a:r>
            <a:r>
              <a:rPr lang="pt-PT" dirty="0" err="1"/>
              <a:t>dictum</a:t>
            </a:r>
            <a:r>
              <a:rPr lang="pt-PT" dirty="0"/>
              <a:t> magna. Ut </a:t>
            </a:r>
            <a:r>
              <a:rPr lang="pt-PT" dirty="0" err="1"/>
              <a:t>tincidunt</a:t>
            </a:r>
            <a:r>
              <a:rPr lang="pt-PT" dirty="0"/>
              <a:t> </a:t>
            </a:r>
            <a:r>
              <a:rPr lang="pt-PT" dirty="0" err="1"/>
              <a:t>orci</a:t>
            </a:r>
            <a:r>
              <a:rPr lang="pt-PT" dirty="0"/>
              <a:t> quis </a:t>
            </a:r>
            <a:r>
              <a:rPr lang="pt-PT" dirty="0" err="1"/>
              <a:t>lectus</a:t>
            </a:r>
            <a:r>
              <a:rPr lang="pt-PT" dirty="0"/>
              <a:t>. </a:t>
            </a:r>
            <a:r>
              <a:rPr lang="pt-PT" dirty="0" err="1"/>
              <a:t>Nullam</a:t>
            </a:r>
            <a:r>
              <a:rPr lang="pt-PT" dirty="0"/>
              <a:t> </a:t>
            </a:r>
            <a:r>
              <a:rPr lang="pt-PT" dirty="0" err="1"/>
              <a:t>suscipit</a:t>
            </a:r>
            <a:r>
              <a:rPr lang="pt-PT" dirty="0"/>
              <a:t>, </a:t>
            </a:r>
            <a:r>
              <a:rPr lang="pt-PT" dirty="0" err="1"/>
              <a:t>est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'2020-06-24 07:06',</a:t>
            </a:r>
            <a:endParaRPr dirty="0"/>
          </a:p>
          <a:p>
            <a:pPr marL="0" lvl="0" indent="0" algn="l" rtl="0">
              <a:spcBef>
                <a:spcPts val="0"/>
              </a:spcBef>
              <a:spcAft>
                <a:spcPts val="0"/>
              </a:spcAft>
              <a:buNone/>
            </a:pPr>
            <a:r>
              <a:rPr lang="pt-PT" dirty="0"/>
              <a:t>                         '</a:t>
            </a:r>
            <a:r>
              <a:rPr lang="pt-PT" dirty="0" err="1"/>
              <a:t>at</a:t>
            </a:r>
            <a:r>
              <a:rPr lang="pt-PT" dirty="0"/>
              <a:t>, </a:t>
            </a:r>
            <a:r>
              <a:rPr lang="pt-PT" dirty="0" err="1"/>
              <a:t>velit</a:t>
            </a:r>
            <a:r>
              <a:rPr lang="pt-PT" dirty="0"/>
              <a:t>. </a:t>
            </a:r>
            <a:r>
              <a:rPr lang="pt-PT" dirty="0" err="1"/>
              <a:t>Cras</a:t>
            </a:r>
            <a:r>
              <a:rPr lang="pt-PT" dirty="0"/>
              <a:t> </a:t>
            </a:r>
            <a:r>
              <a:rPr lang="pt-PT" dirty="0" err="1"/>
              <a:t>lorem</a:t>
            </a:r>
            <a:r>
              <a:rPr lang="pt-PT" dirty="0"/>
              <a:t> </a:t>
            </a:r>
            <a:r>
              <a:rPr lang="pt-PT" dirty="0" err="1"/>
              <a:t>lorem</a:t>
            </a:r>
            <a:r>
              <a:rPr lang="pt-PT" dirty="0"/>
              <a:t>, </a:t>
            </a:r>
            <a:r>
              <a:rPr lang="pt-PT" dirty="0" err="1"/>
              <a:t>luctus</a:t>
            </a:r>
            <a:r>
              <a:rPr lang="pt-PT" dirty="0"/>
              <a:t> ut, </a:t>
            </a:r>
            <a:r>
              <a:rPr lang="pt-PT" dirty="0" err="1"/>
              <a:t>pellentesque</a:t>
            </a:r>
            <a:r>
              <a:rPr lang="pt-PT" dirty="0"/>
              <a:t> </a:t>
            </a:r>
            <a:r>
              <a:rPr lang="pt-PT" dirty="0" err="1"/>
              <a:t>eget</a:t>
            </a:r>
            <a:r>
              <a:rPr lang="pt-PT" dirty="0"/>
              <a:t>, </a:t>
            </a:r>
            <a:r>
              <a:rPr lang="pt-PT" dirty="0" err="1"/>
              <a:t>dictum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'2020-09-29 09:09',</a:t>
            </a:r>
            <a:endParaRPr dirty="0"/>
          </a:p>
          <a:p>
            <a:pPr marL="0" lvl="0" indent="0" algn="l" rtl="0">
              <a:spcBef>
                <a:spcPts val="0"/>
              </a:spcBef>
              <a:spcAft>
                <a:spcPts val="0"/>
              </a:spcAft>
              <a:buNone/>
            </a:pPr>
            <a:r>
              <a:rPr lang="pt-PT" dirty="0"/>
              <a:t>                         '</a:t>
            </a:r>
            <a:r>
              <a:rPr lang="pt-PT" dirty="0" err="1"/>
              <a:t>arcu</a:t>
            </a:r>
            <a:r>
              <a:rPr lang="pt-PT" dirty="0"/>
              <a:t> </a:t>
            </a:r>
            <a:r>
              <a:rPr lang="pt-PT" dirty="0" err="1"/>
              <a:t>et</a:t>
            </a:r>
            <a:r>
              <a:rPr lang="pt-PT" dirty="0"/>
              <a:t> pede. </a:t>
            </a:r>
            <a:r>
              <a:rPr lang="pt-PT" dirty="0" err="1"/>
              <a:t>Nunc</a:t>
            </a:r>
            <a:r>
              <a:rPr lang="pt-PT" dirty="0"/>
              <a:t> </a:t>
            </a:r>
            <a:r>
              <a:rPr lang="pt-PT" dirty="0" err="1"/>
              <a:t>sed</a:t>
            </a:r>
            <a:r>
              <a:rPr lang="pt-PT" dirty="0"/>
              <a:t> </a:t>
            </a:r>
            <a:r>
              <a:rPr lang="pt-PT" dirty="0" err="1"/>
              <a:t>orci</a:t>
            </a:r>
            <a:r>
              <a:rPr lang="pt-PT" dirty="0"/>
              <a:t> </a:t>
            </a:r>
            <a:r>
              <a:rPr lang="pt-PT" dirty="0" err="1"/>
              <a:t>lobortis</a:t>
            </a:r>
            <a:r>
              <a:rPr lang="pt-PT" dirty="0"/>
              <a:t> augue </a:t>
            </a:r>
            <a:r>
              <a:rPr lang="pt-PT" dirty="0" err="1"/>
              <a:t>scelerisque</a:t>
            </a:r>
            <a:r>
              <a:rPr lang="pt-PT" dirty="0"/>
              <a:t> </a:t>
            </a:r>
            <a:r>
              <a:rPr lang="pt-PT" dirty="0" err="1"/>
              <a:t>mollis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16,</a:t>
            </a:r>
            <a:endParaRPr dirty="0"/>
          </a:p>
          <a:p>
            <a:pPr marL="0" lvl="0" indent="0" algn="l" rtl="0">
              <a:spcBef>
                <a:spcPts val="0"/>
              </a:spcBef>
              <a:spcAft>
                <a:spcPts val="0"/>
              </a:spcAft>
              <a:buNone/>
            </a:pPr>
            <a:r>
              <a:rPr lang="pt-PT" dirty="0"/>
              <a:t>                         16,</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'2020-01-02 04:01',</a:t>
            </a:r>
            <a:endParaRPr dirty="0"/>
          </a:p>
          <a:p>
            <a:pPr marL="0" lvl="0" indent="0" algn="l" rtl="0">
              <a:spcBef>
                <a:spcPts val="0"/>
              </a:spcBef>
              <a:spcAft>
                <a:spcPts val="0"/>
              </a:spcAft>
              <a:buNone/>
            </a:pPr>
            <a:r>
              <a:rPr lang="pt-PT" dirty="0"/>
              <a:t>                         '</a:t>
            </a:r>
            <a:r>
              <a:rPr lang="pt-PT" dirty="0" err="1"/>
              <a:t>orci</a:t>
            </a:r>
            <a:r>
              <a:rPr lang="pt-PT" dirty="0"/>
              <a:t>, </a:t>
            </a:r>
            <a:r>
              <a:rPr lang="pt-PT" dirty="0" err="1"/>
              <a:t>consectetuer</a:t>
            </a:r>
            <a:r>
              <a:rPr lang="pt-PT" dirty="0"/>
              <a:t> </a:t>
            </a:r>
            <a:r>
              <a:rPr lang="pt-PT" dirty="0" err="1"/>
              <a:t>euismod</a:t>
            </a:r>
            <a:r>
              <a:rPr lang="pt-PT" dirty="0"/>
              <a:t> </a:t>
            </a:r>
            <a:r>
              <a:rPr lang="pt-PT" dirty="0" err="1"/>
              <a:t>est</a:t>
            </a:r>
            <a:r>
              <a:rPr lang="pt-PT" dirty="0"/>
              <a:t> </a:t>
            </a:r>
            <a:r>
              <a:rPr lang="pt-PT" dirty="0" err="1"/>
              <a:t>arcu</a:t>
            </a:r>
            <a:r>
              <a:rPr lang="pt-PT" dirty="0"/>
              <a:t> </a:t>
            </a:r>
            <a:r>
              <a:rPr lang="pt-PT" dirty="0" err="1"/>
              <a:t>ac</a:t>
            </a:r>
            <a:r>
              <a:rPr lang="pt-PT" dirty="0"/>
              <a:t> </a:t>
            </a:r>
            <a:r>
              <a:rPr lang="pt-PT" dirty="0" err="1"/>
              <a:t>orci</a:t>
            </a:r>
            <a:r>
              <a:rPr lang="pt-PT" dirty="0"/>
              <a:t>. Ut </a:t>
            </a:r>
            <a:r>
              <a:rPr lang="pt-PT" dirty="0" err="1"/>
              <a:t>semper</a:t>
            </a:r>
            <a:r>
              <a:rPr lang="pt-PT" dirty="0"/>
              <a:t> </a:t>
            </a:r>
            <a:r>
              <a:rPr lang="pt-PT" dirty="0" err="1"/>
              <a:t>pretium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'2020-10-19 01:10',</a:t>
            </a:r>
            <a:endParaRPr dirty="0"/>
          </a:p>
          <a:p>
            <a:pPr marL="0" lvl="0" indent="0" algn="l" rtl="0">
              <a:spcBef>
                <a:spcPts val="0"/>
              </a:spcBef>
              <a:spcAft>
                <a:spcPts val="0"/>
              </a:spcAft>
              <a:buNone/>
            </a:pPr>
            <a:r>
              <a:rPr lang="pt-PT" dirty="0"/>
              <a:t>                         '</a:t>
            </a:r>
            <a:r>
              <a:rPr lang="pt-PT" dirty="0" err="1"/>
              <a:t>Curabitur</a:t>
            </a:r>
            <a:r>
              <a:rPr lang="pt-PT" dirty="0"/>
              <a:t> </a:t>
            </a:r>
            <a:r>
              <a:rPr lang="pt-PT" dirty="0" err="1"/>
              <a:t>vel</a:t>
            </a:r>
            <a:r>
              <a:rPr lang="pt-PT" dirty="0"/>
              <a:t> </a:t>
            </a:r>
            <a:r>
              <a:rPr lang="pt-PT" dirty="0" err="1"/>
              <a:t>lectus</a:t>
            </a:r>
            <a:r>
              <a:rPr lang="pt-PT" dirty="0"/>
              <a:t>. Cum </a:t>
            </a:r>
            <a:r>
              <a:rPr lang="pt-PT" dirty="0" err="1"/>
              <a:t>sociis</a:t>
            </a:r>
            <a:r>
              <a:rPr lang="pt-PT" dirty="0"/>
              <a:t> </a:t>
            </a:r>
            <a:r>
              <a:rPr lang="pt-PT" dirty="0" err="1"/>
              <a:t>natoque</a:t>
            </a:r>
            <a:r>
              <a:rPr lang="pt-PT" dirty="0"/>
              <a:t> </a:t>
            </a:r>
            <a:r>
              <a:rPr lang="pt-PT" dirty="0" err="1"/>
              <a:t>penatibus</a:t>
            </a:r>
            <a:r>
              <a:rPr lang="pt-PT" dirty="0"/>
              <a:t> </a:t>
            </a:r>
            <a:r>
              <a:rPr lang="pt-PT" dirty="0" err="1"/>
              <a:t>et</a:t>
            </a:r>
            <a:r>
              <a:rPr lang="pt-PT" dirty="0"/>
              <a:t> </a:t>
            </a:r>
            <a:r>
              <a:rPr lang="pt-PT" dirty="0" err="1"/>
              <a:t>magnis</a:t>
            </a:r>
            <a:r>
              <a:rPr lang="pt-PT" dirty="0"/>
              <a:t> </a:t>
            </a:r>
            <a:r>
              <a:rPr lang="pt-PT" dirty="0" err="1"/>
              <a:t>dis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18,</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'2020-01-10 12:01',</a:t>
            </a:r>
            <a:endParaRPr dirty="0"/>
          </a:p>
          <a:p>
            <a:pPr marL="0" lvl="0" indent="0" algn="l" rtl="0">
              <a:spcBef>
                <a:spcPts val="0"/>
              </a:spcBef>
              <a:spcAft>
                <a:spcPts val="0"/>
              </a:spcAft>
              <a:buNone/>
            </a:pPr>
            <a:r>
              <a:rPr lang="pt-PT" dirty="0"/>
              <a:t>                         '</a:t>
            </a:r>
            <a:r>
              <a:rPr lang="pt-PT" dirty="0" err="1"/>
              <a:t>Proin</a:t>
            </a:r>
            <a:r>
              <a:rPr lang="pt-PT" dirty="0"/>
              <a:t> </a:t>
            </a:r>
            <a:r>
              <a:rPr lang="pt-PT" dirty="0" err="1"/>
              <a:t>dolor</a:t>
            </a:r>
            <a:r>
              <a:rPr lang="pt-PT" dirty="0"/>
              <a:t>. </a:t>
            </a:r>
            <a:r>
              <a:rPr lang="pt-PT" dirty="0" err="1"/>
              <a:t>Nulla</a:t>
            </a:r>
            <a:r>
              <a:rPr lang="pt-PT" dirty="0"/>
              <a:t> </a:t>
            </a:r>
            <a:r>
              <a:rPr lang="pt-PT" dirty="0" err="1"/>
              <a:t>semper</a:t>
            </a:r>
            <a:r>
              <a:rPr lang="pt-PT" dirty="0"/>
              <a:t> </a:t>
            </a:r>
            <a:r>
              <a:rPr lang="pt-PT" dirty="0" err="1"/>
              <a:t>tellus</a:t>
            </a:r>
            <a:r>
              <a:rPr lang="pt-PT" dirty="0"/>
              <a:t> id </a:t>
            </a:r>
            <a:r>
              <a:rPr lang="pt-PT" dirty="0" err="1"/>
              <a:t>nunc</a:t>
            </a:r>
            <a:r>
              <a:rPr lang="pt-PT" dirty="0"/>
              <a:t> </a:t>
            </a:r>
            <a:r>
              <a:rPr lang="pt-PT" dirty="0" err="1"/>
              <a:t>interdum</a:t>
            </a:r>
            <a:r>
              <a:rPr lang="pt-PT" dirty="0"/>
              <a:t> </a:t>
            </a:r>
            <a:r>
              <a:rPr lang="pt-PT" dirty="0" err="1"/>
              <a:t>feugiat</a:t>
            </a:r>
            <a:r>
              <a:rPr lang="pt-PT" dirty="0"/>
              <a:t>. </a:t>
            </a:r>
            <a:r>
              <a:rPr lang="pt-PT" dirty="0" err="1"/>
              <a:t>Sed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'2020-04-15 07:04',</a:t>
            </a:r>
            <a:endParaRPr dirty="0"/>
          </a:p>
          <a:p>
            <a:pPr marL="0" lvl="0" indent="0" algn="l" rtl="0">
              <a:spcBef>
                <a:spcPts val="0"/>
              </a:spcBef>
              <a:spcAft>
                <a:spcPts val="0"/>
              </a:spcAft>
              <a:buNone/>
            </a:pPr>
            <a:r>
              <a:rPr lang="pt-PT" dirty="0"/>
              <a:t>                         '</a:t>
            </a:r>
            <a:r>
              <a:rPr lang="pt-PT" dirty="0" err="1"/>
              <a:t>Curabitur</a:t>
            </a:r>
            <a:r>
              <a:rPr lang="pt-PT" dirty="0"/>
              <a:t> egestas </a:t>
            </a:r>
            <a:r>
              <a:rPr lang="pt-PT" dirty="0" err="1"/>
              <a:t>nunc</a:t>
            </a:r>
            <a:r>
              <a:rPr lang="pt-PT" dirty="0"/>
              <a:t> </a:t>
            </a:r>
            <a:r>
              <a:rPr lang="pt-PT" dirty="0" err="1"/>
              <a:t>sed</a:t>
            </a:r>
            <a:r>
              <a:rPr lang="pt-PT" dirty="0"/>
              <a:t> libero. </a:t>
            </a:r>
            <a:r>
              <a:rPr lang="pt-PT" dirty="0" err="1"/>
              <a:t>Proin</a:t>
            </a:r>
            <a:r>
              <a:rPr lang="pt-PT" dirty="0"/>
              <a:t> </a:t>
            </a:r>
            <a:r>
              <a:rPr lang="pt-PT" dirty="0" err="1"/>
              <a:t>sed</a:t>
            </a:r>
            <a:r>
              <a:rPr lang="pt-PT" dirty="0"/>
              <a:t> </a:t>
            </a:r>
            <a:r>
              <a:rPr lang="pt-PT" dirty="0" err="1"/>
              <a:t>turpis</a:t>
            </a:r>
            <a:r>
              <a:rPr lang="pt-PT" dirty="0"/>
              <a:t> </a:t>
            </a:r>
            <a:r>
              <a:rPr lang="pt-PT" dirty="0" err="1"/>
              <a:t>nec</a:t>
            </a:r>
            <a:r>
              <a:rPr lang="pt-PT" dirty="0"/>
              <a:t> </a:t>
            </a:r>
            <a:r>
              <a:rPr lang="pt-PT" dirty="0" err="1"/>
              <a:t>mauris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'2020-11-29 12:11',</a:t>
            </a:r>
            <a:endParaRPr dirty="0"/>
          </a:p>
          <a:p>
            <a:pPr marL="0" lvl="0" indent="0" algn="l" rtl="0">
              <a:spcBef>
                <a:spcPts val="0"/>
              </a:spcBef>
              <a:spcAft>
                <a:spcPts val="0"/>
              </a:spcAft>
              <a:buNone/>
            </a:pPr>
            <a:r>
              <a:rPr lang="pt-PT" dirty="0"/>
              <a:t>                         '</a:t>
            </a:r>
            <a:r>
              <a:rPr lang="pt-PT" dirty="0" err="1"/>
              <a:t>primis</a:t>
            </a:r>
            <a:r>
              <a:rPr lang="pt-PT" dirty="0"/>
              <a:t> in </a:t>
            </a:r>
            <a:r>
              <a:rPr lang="pt-PT" dirty="0" err="1"/>
              <a:t>faucibus</a:t>
            </a:r>
            <a:r>
              <a:rPr lang="pt-PT" dirty="0"/>
              <a:t> </a:t>
            </a:r>
            <a:r>
              <a:rPr lang="pt-PT" dirty="0" err="1"/>
              <a:t>orci</a:t>
            </a:r>
            <a:r>
              <a:rPr lang="pt-PT" dirty="0"/>
              <a:t> </a:t>
            </a:r>
            <a:r>
              <a:rPr lang="pt-PT" dirty="0" err="1"/>
              <a:t>luctus</a:t>
            </a:r>
            <a:r>
              <a:rPr lang="pt-PT" dirty="0"/>
              <a:t> </a:t>
            </a:r>
            <a:r>
              <a:rPr lang="pt-PT" dirty="0" err="1"/>
              <a:t>et</a:t>
            </a:r>
            <a:r>
              <a:rPr lang="pt-PT" dirty="0"/>
              <a:t> ultrices </a:t>
            </a:r>
            <a:r>
              <a:rPr lang="pt-PT" dirty="0" err="1"/>
              <a:t>posuere</a:t>
            </a:r>
            <a:r>
              <a:rPr lang="pt-PT" dirty="0"/>
              <a:t> </a:t>
            </a:r>
            <a:r>
              <a:rPr lang="pt-PT" dirty="0" err="1"/>
              <a:t>cubilia</a:t>
            </a:r>
            <a:r>
              <a:rPr lang="pt-PT" dirty="0"/>
              <a:t> </a:t>
            </a:r>
            <a:r>
              <a:rPr lang="pt-PT" dirty="0" err="1"/>
              <a:t>Curae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21,</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'2021-04-30 05:04',</a:t>
            </a:r>
            <a:endParaRPr dirty="0"/>
          </a:p>
          <a:p>
            <a:pPr marL="0" lvl="0" indent="0" algn="l" rtl="0">
              <a:spcBef>
                <a:spcPts val="0"/>
              </a:spcBef>
              <a:spcAft>
                <a:spcPts val="0"/>
              </a:spcAft>
              <a:buNone/>
            </a:pPr>
            <a:r>
              <a:rPr lang="pt-PT" dirty="0"/>
              <a:t>                         'tortor </a:t>
            </a:r>
            <a:r>
              <a:rPr lang="pt-PT" dirty="0" err="1"/>
              <a:t>at</a:t>
            </a:r>
            <a:r>
              <a:rPr lang="pt-PT" dirty="0"/>
              <a:t> </a:t>
            </a:r>
            <a:r>
              <a:rPr lang="pt-PT" dirty="0" err="1"/>
              <a:t>risus</a:t>
            </a:r>
            <a:r>
              <a:rPr lang="pt-PT" dirty="0"/>
              <a:t>. </a:t>
            </a:r>
            <a:r>
              <a:rPr lang="pt-PT" dirty="0" err="1"/>
              <a:t>Nunc</a:t>
            </a:r>
            <a:r>
              <a:rPr lang="pt-PT" dirty="0"/>
              <a:t> </a:t>
            </a:r>
            <a:r>
              <a:rPr lang="pt-PT" dirty="0" err="1"/>
              <a:t>ac</a:t>
            </a:r>
            <a:r>
              <a:rPr lang="pt-PT" dirty="0"/>
              <a:t> sem ut </a:t>
            </a:r>
            <a:r>
              <a:rPr lang="pt-PT" dirty="0" err="1"/>
              <a:t>dolor</a:t>
            </a:r>
            <a:r>
              <a:rPr lang="pt-PT" dirty="0"/>
              <a:t> </a:t>
            </a:r>
            <a:r>
              <a:rPr lang="pt-PT" dirty="0" err="1"/>
              <a:t>dapibus</a:t>
            </a:r>
            <a:r>
              <a:rPr lang="pt-PT" dirty="0"/>
              <a:t> gravida.'</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13,</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'2021-05-05 06:05',</a:t>
            </a:r>
            <a:endParaRPr dirty="0"/>
          </a:p>
          <a:p>
            <a:pPr marL="0" lvl="0" indent="0" algn="l" rtl="0">
              <a:spcBef>
                <a:spcPts val="0"/>
              </a:spcBef>
              <a:spcAft>
                <a:spcPts val="0"/>
              </a:spcAft>
              <a:buNone/>
            </a:pPr>
            <a:r>
              <a:rPr lang="pt-PT" dirty="0"/>
              <a:t>                         'ultrices a, </a:t>
            </a:r>
            <a:r>
              <a:rPr lang="pt-PT" dirty="0" err="1"/>
              <a:t>auctor</a:t>
            </a:r>
            <a:r>
              <a:rPr lang="pt-PT" dirty="0"/>
              <a:t> non, </a:t>
            </a:r>
            <a:r>
              <a:rPr lang="pt-PT" dirty="0" err="1"/>
              <a:t>feugiat</a:t>
            </a:r>
            <a:r>
              <a:rPr lang="pt-PT" dirty="0"/>
              <a:t> </a:t>
            </a:r>
            <a:r>
              <a:rPr lang="pt-PT" dirty="0" err="1"/>
              <a:t>nec</a:t>
            </a:r>
            <a:r>
              <a:rPr lang="pt-PT" dirty="0"/>
              <a:t>, </a:t>
            </a:r>
            <a:r>
              <a:rPr lang="pt-PT" dirty="0" err="1"/>
              <a:t>diam</a:t>
            </a:r>
            <a:r>
              <a:rPr lang="pt-PT" dirty="0"/>
              <a:t>. </a:t>
            </a:r>
            <a:r>
              <a:rPr lang="pt-PT" dirty="0" err="1"/>
              <a:t>Duis</a:t>
            </a:r>
            <a:r>
              <a:rPr lang="pt-PT" dirty="0"/>
              <a:t> mi </a:t>
            </a:r>
            <a:r>
              <a:rPr lang="pt-PT" dirty="0" err="1"/>
              <a:t>enim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'2020-06-19 06:06',</a:t>
            </a:r>
            <a:endParaRPr dirty="0"/>
          </a:p>
          <a:p>
            <a:pPr marL="0" lvl="0" indent="0" algn="l" rtl="0">
              <a:spcBef>
                <a:spcPts val="0"/>
              </a:spcBef>
              <a:spcAft>
                <a:spcPts val="0"/>
              </a:spcAft>
              <a:buNone/>
            </a:pPr>
            <a:r>
              <a:rPr lang="pt-PT" dirty="0"/>
              <a:t>                         '</a:t>
            </a:r>
            <a:r>
              <a:rPr lang="pt-PT" dirty="0" err="1"/>
              <a:t>lacinia</a:t>
            </a:r>
            <a:r>
              <a:rPr lang="pt-PT" dirty="0"/>
              <a:t> vitae, </a:t>
            </a:r>
            <a:r>
              <a:rPr lang="pt-PT" dirty="0" err="1"/>
              <a:t>sodales</a:t>
            </a:r>
            <a:r>
              <a:rPr lang="pt-PT" dirty="0"/>
              <a:t> </a:t>
            </a:r>
            <a:r>
              <a:rPr lang="pt-PT" dirty="0" err="1"/>
              <a:t>at</a:t>
            </a:r>
            <a:r>
              <a:rPr lang="pt-PT" dirty="0"/>
              <a:t>, </a:t>
            </a:r>
            <a:r>
              <a:rPr lang="pt-PT" dirty="0" err="1"/>
              <a:t>velit</a:t>
            </a:r>
            <a:r>
              <a:rPr lang="pt-PT" dirty="0"/>
              <a:t>. </a:t>
            </a:r>
            <a:r>
              <a:rPr lang="pt-PT" dirty="0" err="1"/>
              <a:t>Pellentesque</a:t>
            </a:r>
            <a:r>
              <a:rPr lang="pt-PT" dirty="0"/>
              <a:t> </a:t>
            </a:r>
            <a:r>
              <a:rPr lang="pt-PT" dirty="0" err="1"/>
              <a:t>ultricies</a:t>
            </a:r>
            <a:r>
              <a:rPr lang="pt-PT" dirty="0"/>
              <a:t> </a:t>
            </a:r>
            <a:r>
              <a:rPr lang="pt-PT" dirty="0" err="1"/>
              <a:t>dignissim</a:t>
            </a:r>
            <a:r>
              <a:rPr lang="pt-PT" dirty="0"/>
              <a:t> </a:t>
            </a:r>
            <a:r>
              <a:rPr lang="pt-PT" dirty="0" err="1"/>
              <a:t>lacus</a:t>
            </a:r>
            <a:r>
              <a:rPr lang="pt-PT" dirty="0"/>
              <a:t>. </a:t>
            </a:r>
            <a:r>
              <a:rPr lang="pt-PT" dirty="0" err="1"/>
              <a:t>Aliquam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'2021-05-27 10:05',</a:t>
            </a:r>
            <a:endParaRPr dirty="0"/>
          </a:p>
          <a:p>
            <a:pPr marL="0" lvl="0" indent="0" algn="l" rtl="0">
              <a:spcBef>
                <a:spcPts val="0"/>
              </a:spcBef>
              <a:spcAft>
                <a:spcPts val="0"/>
              </a:spcAft>
              <a:buNone/>
            </a:pPr>
            <a:r>
              <a:rPr lang="pt-PT" dirty="0"/>
              <a:t>                         'egestas </a:t>
            </a:r>
            <a:r>
              <a:rPr lang="pt-PT" dirty="0" err="1"/>
              <a:t>blandit</a:t>
            </a:r>
            <a:r>
              <a:rPr lang="pt-PT" dirty="0"/>
              <a:t>. </a:t>
            </a:r>
            <a:r>
              <a:rPr lang="pt-PT" dirty="0" err="1"/>
              <a:t>Nam</a:t>
            </a:r>
            <a:r>
              <a:rPr lang="pt-PT" dirty="0"/>
              <a:t> </a:t>
            </a:r>
            <a:r>
              <a:rPr lang="pt-PT" dirty="0" err="1"/>
              <a:t>nulla</a:t>
            </a:r>
            <a:r>
              <a:rPr lang="pt-PT" dirty="0"/>
              <a:t> magna, </a:t>
            </a:r>
            <a:r>
              <a:rPr lang="pt-PT" dirty="0" err="1"/>
              <a:t>malesuada</a:t>
            </a:r>
            <a:r>
              <a:rPr lang="pt-PT" dirty="0"/>
              <a:t> </a:t>
            </a:r>
            <a:r>
              <a:rPr lang="pt-PT" dirty="0" err="1"/>
              <a:t>vel</a:t>
            </a:r>
            <a:r>
              <a:rPr lang="pt-PT" dirty="0"/>
              <a:t>, </a:t>
            </a:r>
            <a:r>
              <a:rPr lang="pt-PT" dirty="0" err="1"/>
              <a:t>convallis</a:t>
            </a:r>
            <a:r>
              <a:rPr lang="pt-PT" dirty="0"/>
              <a:t> in, </a:t>
            </a:r>
            <a:r>
              <a:rPr lang="pt-PT" dirty="0" err="1"/>
              <a:t>cursus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25,</a:t>
            </a:r>
            <a:endParaRPr dirty="0"/>
          </a:p>
          <a:p>
            <a:pPr marL="0" lvl="0" indent="0" algn="l" rtl="0">
              <a:spcBef>
                <a:spcPts val="0"/>
              </a:spcBef>
              <a:spcAft>
                <a:spcPts val="0"/>
              </a:spcAft>
              <a:buNone/>
            </a:pPr>
            <a:r>
              <a:rPr lang="pt-PT" dirty="0"/>
              <a:t>                         18,</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'2020-04-07 09:04',</a:t>
            </a:r>
            <a:endParaRPr dirty="0"/>
          </a:p>
          <a:p>
            <a:pPr marL="0" lvl="0" indent="0" algn="l" rtl="0">
              <a:spcBef>
                <a:spcPts val="0"/>
              </a:spcBef>
              <a:spcAft>
                <a:spcPts val="0"/>
              </a:spcAft>
              <a:buNone/>
            </a:pPr>
            <a:r>
              <a:rPr lang="pt-PT" dirty="0"/>
              <a:t>                         '</a:t>
            </a:r>
            <a:r>
              <a:rPr lang="pt-PT" dirty="0" err="1"/>
              <a:t>nunc</a:t>
            </a:r>
            <a:r>
              <a:rPr lang="pt-PT" dirty="0"/>
              <a:t> </a:t>
            </a:r>
            <a:r>
              <a:rPr lang="pt-PT" dirty="0" err="1"/>
              <a:t>risus</a:t>
            </a:r>
            <a:r>
              <a:rPr lang="pt-PT" dirty="0"/>
              <a:t> </a:t>
            </a:r>
            <a:r>
              <a:rPr lang="pt-PT" dirty="0" err="1"/>
              <a:t>varius</a:t>
            </a:r>
            <a:r>
              <a:rPr lang="pt-PT" dirty="0"/>
              <a:t> </a:t>
            </a:r>
            <a:r>
              <a:rPr lang="pt-PT" dirty="0" err="1"/>
              <a:t>orci</a:t>
            </a:r>
            <a:r>
              <a:rPr lang="pt-PT" dirty="0"/>
              <a:t>, in </a:t>
            </a:r>
            <a:r>
              <a:rPr lang="pt-PT" dirty="0" err="1"/>
              <a:t>consequat</a:t>
            </a:r>
            <a:r>
              <a:rPr lang="pt-PT" dirty="0"/>
              <a:t> </a:t>
            </a:r>
            <a:r>
              <a:rPr lang="pt-PT" dirty="0" err="1"/>
              <a:t>enim</a:t>
            </a:r>
            <a:r>
              <a:rPr lang="pt-PT" dirty="0"/>
              <a:t> </a:t>
            </a:r>
            <a:r>
              <a:rPr lang="pt-PT" dirty="0" err="1"/>
              <a:t>diam</a:t>
            </a:r>
            <a:r>
              <a:rPr lang="pt-PT" dirty="0"/>
              <a:t> </a:t>
            </a:r>
            <a:r>
              <a:rPr lang="pt-PT" dirty="0" err="1"/>
              <a:t>vel</a:t>
            </a:r>
            <a:r>
              <a:rPr lang="pt-PT" dirty="0"/>
              <a:t> </a:t>
            </a:r>
            <a:r>
              <a:rPr lang="pt-PT" dirty="0" err="1"/>
              <a:t>arcu</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26,</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'2021-03-19 03:03',</a:t>
            </a:r>
            <a:endParaRPr dirty="0"/>
          </a:p>
          <a:p>
            <a:pPr marL="0" lvl="0" indent="0" algn="l" rtl="0">
              <a:spcBef>
                <a:spcPts val="0"/>
              </a:spcBef>
              <a:spcAft>
                <a:spcPts val="0"/>
              </a:spcAft>
              <a:buNone/>
            </a:pPr>
            <a:r>
              <a:rPr lang="pt-PT" dirty="0"/>
              <a:t>                         'purus </a:t>
            </a:r>
            <a:r>
              <a:rPr lang="pt-PT" dirty="0" err="1"/>
              <a:t>mauris</a:t>
            </a:r>
            <a:r>
              <a:rPr lang="pt-PT" dirty="0"/>
              <a:t> a </a:t>
            </a:r>
            <a:r>
              <a:rPr lang="pt-PT" dirty="0" err="1"/>
              <a:t>nunc</a:t>
            </a:r>
            <a:r>
              <a:rPr lang="pt-PT" dirty="0"/>
              <a:t>. In </a:t>
            </a:r>
            <a:r>
              <a:rPr lang="pt-PT" dirty="0" err="1"/>
              <a:t>at</a:t>
            </a:r>
            <a:r>
              <a:rPr lang="pt-PT" dirty="0"/>
              <a:t> pede. </a:t>
            </a:r>
            <a:r>
              <a:rPr lang="pt-PT" dirty="0" err="1"/>
              <a:t>Cras</a:t>
            </a:r>
            <a:r>
              <a:rPr lang="pt-PT" dirty="0"/>
              <a:t> </a:t>
            </a:r>
            <a:r>
              <a:rPr lang="pt-PT" dirty="0" err="1"/>
              <a:t>vulputate</a:t>
            </a:r>
            <a:r>
              <a:rPr lang="pt-PT" dirty="0"/>
              <a:t> </a:t>
            </a:r>
            <a:r>
              <a:rPr lang="pt-PT" dirty="0" err="1"/>
              <a:t>velit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27,</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'2020-11-03 08:11',</a:t>
            </a:r>
            <a:endParaRPr dirty="0"/>
          </a:p>
          <a:p>
            <a:pPr marL="0" lvl="0" indent="0" algn="l" rtl="0">
              <a:spcBef>
                <a:spcPts val="0"/>
              </a:spcBef>
              <a:spcAft>
                <a:spcPts val="0"/>
              </a:spcAft>
              <a:buNone/>
            </a:pPr>
            <a:r>
              <a:rPr lang="pt-PT" dirty="0"/>
              <a:t>                         'eu </a:t>
            </a:r>
            <a:r>
              <a:rPr lang="pt-PT" dirty="0" err="1"/>
              <a:t>tellus</a:t>
            </a:r>
            <a:r>
              <a:rPr lang="pt-PT" dirty="0"/>
              <a:t>. </a:t>
            </a:r>
            <a:r>
              <a:rPr lang="pt-PT" dirty="0" err="1"/>
              <a:t>Phasellus</a:t>
            </a:r>
            <a:r>
              <a:rPr lang="pt-PT" dirty="0"/>
              <a:t> </a:t>
            </a:r>
            <a:r>
              <a:rPr lang="pt-PT" dirty="0" err="1"/>
              <a:t>elit</a:t>
            </a:r>
            <a:r>
              <a:rPr lang="pt-PT" dirty="0"/>
              <a:t> pede, </a:t>
            </a:r>
            <a:r>
              <a:rPr lang="pt-PT" dirty="0" err="1"/>
              <a:t>malesuada</a:t>
            </a:r>
            <a:r>
              <a:rPr lang="pt-PT" dirty="0"/>
              <a:t> </a:t>
            </a:r>
            <a:r>
              <a:rPr lang="pt-PT" dirty="0" err="1"/>
              <a:t>vel</a:t>
            </a:r>
            <a:r>
              <a:rPr lang="pt-PT" dirty="0"/>
              <a:t>, </a:t>
            </a:r>
            <a:r>
              <a:rPr lang="pt-PT" dirty="0" err="1"/>
              <a:t>venenatis</a:t>
            </a:r>
            <a:r>
              <a:rPr lang="pt-PT" dirty="0"/>
              <a:t> </a:t>
            </a:r>
            <a:r>
              <a:rPr lang="pt-PT" dirty="0" err="1"/>
              <a:t>vel</a:t>
            </a:r>
            <a:r>
              <a:rPr lang="pt-PT" dirty="0"/>
              <a:t>, </a:t>
            </a:r>
            <a:r>
              <a:rPr lang="pt-PT" dirty="0" err="1"/>
              <a:t>faucibus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28,</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'2020-05-29 06:05',</a:t>
            </a:r>
            <a:endParaRPr dirty="0"/>
          </a:p>
          <a:p>
            <a:pPr marL="0" lvl="0" indent="0" algn="l" rtl="0">
              <a:spcBef>
                <a:spcPts val="0"/>
              </a:spcBef>
              <a:spcAft>
                <a:spcPts val="0"/>
              </a:spcAft>
              <a:buNone/>
            </a:pPr>
            <a:r>
              <a:rPr lang="pt-PT" dirty="0"/>
              <a:t>                         '</a:t>
            </a:r>
            <a:r>
              <a:rPr lang="pt-PT" dirty="0" err="1"/>
              <a:t>mollis</a:t>
            </a:r>
            <a:r>
              <a:rPr lang="pt-PT" dirty="0"/>
              <a:t> </a:t>
            </a:r>
            <a:r>
              <a:rPr lang="pt-PT" dirty="0" err="1"/>
              <a:t>lectus</a:t>
            </a:r>
            <a:r>
              <a:rPr lang="pt-PT" dirty="0"/>
              <a:t> pede </a:t>
            </a:r>
            <a:r>
              <a:rPr lang="pt-PT" dirty="0" err="1"/>
              <a:t>et</a:t>
            </a:r>
            <a:r>
              <a:rPr lang="pt-PT" dirty="0"/>
              <a:t> </a:t>
            </a:r>
            <a:r>
              <a:rPr lang="pt-PT" dirty="0" err="1"/>
              <a:t>risus</a:t>
            </a:r>
            <a:r>
              <a:rPr lang="pt-PT" dirty="0"/>
              <a:t>. </a:t>
            </a:r>
            <a:r>
              <a:rPr lang="pt-PT" dirty="0" err="1"/>
              <a:t>Quisque</a:t>
            </a:r>
            <a:r>
              <a:rPr lang="pt-PT" dirty="0"/>
              <a:t> libero </a:t>
            </a:r>
            <a:r>
              <a:rPr lang="pt-PT" dirty="0" err="1"/>
              <a:t>lacus</a:t>
            </a:r>
            <a:r>
              <a:rPr lang="pt-PT" dirty="0"/>
              <a:t>, </a:t>
            </a:r>
            <a:r>
              <a:rPr lang="pt-PT" dirty="0" err="1"/>
              <a:t>varius</a:t>
            </a:r>
            <a:r>
              <a:rPr lang="pt-PT" dirty="0"/>
              <a:t> </a:t>
            </a:r>
            <a:r>
              <a:rPr lang="pt-PT" dirty="0" err="1"/>
              <a:t>et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29,</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'2021-05-19 06:05',</a:t>
            </a:r>
            <a:endParaRPr dirty="0"/>
          </a:p>
          <a:p>
            <a:pPr marL="0" lvl="0" indent="0" algn="l" rtl="0">
              <a:spcBef>
                <a:spcPts val="0"/>
              </a:spcBef>
              <a:spcAft>
                <a:spcPts val="0"/>
              </a:spcAft>
              <a:buNone/>
            </a:pPr>
            <a:r>
              <a:rPr lang="pt-PT" dirty="0"/>
              <a:t>                         'pede. Cum </a:t>
            </a:r>
            <a:r>
              <a:rPr lang="pt-PT" dirty="0" err="1"/>
              <a:t>sociis</a:t>
            </a:r>
            <a:r>
              <a:rPr lang="pt-PT" dirty="0"/>
              <a:t> </a:t>
            </a:r>
            <a:r>
              <a:rPr lang="pt-PT" dirty="0" err="1"/>
              <a:t>natoque</a:t>
            </a:r>
            <a:r>
              <a:rPr lang="pt-PT" dirty="0"/>
              <a:t> </a:t>
            </a:r>
            <a:r>
              <a:rPr lang="pt-PT" dirty="0" err="1"/>
              <a:t>penatibus</a:t>
            </a:r>
            <a:r>
              <a:rPr lang="pt-PT" dirty="0"/>
              <a:t> </a:t>
            </a:r>
            <a:r>
              <a:rPr lang="pt-PT" dirty="0" err="1"/>
              <a:t>et</a:t>
            </a:r>
            <a:r>
              <a:rPr lang="pt-PT" dirty="0"/>
              <a:t> </a:t>
            </a:r>
            <a:r>
              <a:rPr lang="pt-PT" dirty="0" err="1"/>
              <a:t>magnis</a:t>
            </a:r>
            <a:r>
              <a:rPr lang="pt-PT" dirty="0"/>
              <a:t> </a:t>
            </a:r>
            <a:r>
              <a:rPr lang="pt-PT" dirty="0" err="1"/>
              <a:t>dis</a:t>
            </a:r>
            <a:r>
              <a:rPr lang="pt-PT" dirty="0"/>
              <a:t> </a:t>
            </a:r>
            <a:r>
              <a:rPr lang="pt-PT" dirty="0" err="1"/>
              <a:t>parturient</a:t>
            </a:r>
            <a:r>
              <a:rPr lang="pt-PT" dirty="0"/>
              <a:t> montes,'</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28,</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'2021-02-08 05:02',</a:t>
            </a:r>
            <a:endParaRPr dirty="0"/>
          </a:p>
          <a:p>
            <a:pPr marL="0" lvl="0" indent="0" algn="l" rtl="0">
              <a:spcBef>
                <a:spcPts val="0"/>
              </a:spcBef>
              <a:spcAft>
                <a:spcPts val="0"/>
              </a:spcAft>
              <a:buNone/>
            </a:pPr>
            <a:r>
              <a:rPr lang="pt-PT" dirty="0"/>
              <a:t>                         '</a:t>
            </a:r>
            <a:r>
              <a:rPr lang="pt-PT" dirty="0" err="1"/>
              <a:t>tellus</a:t>
            </a:r>
            <a:r>
              <a:rPr lang="pt-PT" dirty="0"/>
              <a:t> </a:t>
            </a:r>
            <a:r>
              <a:rPr lang="pt-PT" dirty="0" err="1"/>
              <a:t>faucibus</a:t>
            </a:r>
            <a:r>
              <a:rPr lang="pt-PT" dirty="0"/>
              <a:t> </a:t>
            </a:r>
            <a:r>
              <a:rPr lang="pt-PT" dirty="0" err="1"/>
              <a:t>leo</a:t>
            </a:r>
            <a:r>
              <a:rPr lang="pt-PT" dirty="0"/>
              <a:t>, in </a:t>
            </a:r>
            <a:r>
              <a:rPr lang="pt-PT" dirty="0" err="1"/>
              <a:t>lobortis</a:t>
            </a:r>
            <a:r>
              <a:rPr lang="pt-PT" dirty="0"/>
              <a:t> </a:t>
            </a:r>
            <a:r>
              <a:rPr lang="pt-PT" dirty="0" err="1"/>
              <a:t>tellus</a:t>
            </a:r>
            <a:r>
              <a:rPr lang="pt-PT" dirty="0"/>
              <a:t> justo </a:t>
            </a:r>
            <a:r>
              <a:rPr lang="pt-PT" dirty="0" err="1"/>
              <a:t>sit</a:t>
            </a:r>
            <a:r>
              <a:rPr lang="pt-PT" dirty="0"/>
              <a:t> </a:t>
            </a:r>
            <a:r>
              <a:rPr lang="pt-PT" dirty="0" err="1"/>
              <a:t>amet</a:t>
            </a:r>
            <a:r>
              <a:rPr lang="pt-PT" dirty="0"/>
              <a:t> </a:t>
            </a:r>
            <a:r>
              <a:rPr lang="pt-PT" dirty="0" err="1"/>
              <a:t>nulla</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31,</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'2020-12-12 08:12',</a:t>
            </a:r>
            <a:endParaRPr dirty="0"/>
          </a:p>
          <a:p>
            <a:pPr marL="0" lvl="0" indent="0" algn="l" rtl="0">
              <a:spcBef>
                <a:spcPts val="0"/>
              </a:spcBef>
              <a:spcAft>
                <a:spcPts val="0"/>
              </a:spcAft>
              <a:buNone/>
            </a:pPr>
            <a:r>
              <a:rPr lang="pt-PT" dirty="0"/>
              <a:t>                         '</a:t>
            </a:r>
            <a:r>
              <a:rPr lang="pt-PT" dirty="0" err="1"/>
              <a:t>elit</a:t>
            </a:r>
            <a:r>
              <a:rPr lang="pt-PT" dirty="0"/>
              <a:t>. </a:t>
            </a:r>
            <a:r>
              <a:rPr lang="pt-PT" dirty="0" err="1"/>
              <a:t>Aliquam</a:t>
            </a:r>
            <a:r>
              <a:rPr lang="pt-PT" dirty="0"/>
              <a:t> </a:t>
            </a:r>
            <a:r>
              <a:rPr lang="pt-PT" dirty="0" err="1"/>
              <a:t>auctor</a:t>
            </a:r>
            <a:r>
              <a:rPr lang="pt-PT" dirty="0"/>
              <a:t>, </a:t>
            </a:r>
            <a:r>
              <a:rPr lang="pt-PT" dirty="0" err="1"/>
              <a:t>velit</a:t>
            </a:r>
            <a:r>
              <a:rPr lang="pt-PT" dirty="0"/>
              <a:t> </a:t>
            </a:r>
            <a:r>
              <a:rPr lang="pt-PT" dirty="0" err="1"/>
              <a:t>eget</a:t>
            </a:r>
            <a:r>
              <a:rPr lang="pt-PT" dirty="0"/>
              <a:t> </a:t>
            </a:r>
            <a:r>
              <a:rPr lang="pt-PT" dirty="0" err="1"/>
              <a:t>laoreet</a:t>
            </a:r>
            <a:r>
              <a:rPr lang="pt-PT" dirty="0"/>
              <a:t> </a:t>
            </a:r>
            <a:r>
              <a:rPr lang="pt-PT" dirty="0" err="1"/>
              <a:t>posuere</a:t>
            </a:r>
            <a:r>
              <a:rPr lang="pt-PT" dirty="0"/>
              <a:t>, </a:t>
            </a:r>
            <a:r>
              <a:rPr lang="pt-PT" dirty="0" err="1"/>
              <a:t>enim</a:t>
            </a:r>
            <a:r>
              <a:rPr lang="pt-PT" dirty="0"/>
              <a:t> </a:t>
            </a:r>
            <a:r>
              <a:rPr lang="pt-PT" dirty="0" err="1"/>
              <a:t>nisl</a:t>
            </a:r>
            <a:r>
              <a:rPr lang="pt-PT" dirty="0"/>
              <a:t> </a:t>
            </a:r>
            <a:r>
              <a:rPr lang="pt-PT" dirty="0" err="1"/>
              <a:t>elementum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32,</a:t>
            </a:r>
            <a:endParaRPr dirty="0"/>
          </a:p>
          <a:p>
            <a:pPr marL="0" lvl="0" indent="0" algn="l" rtl="0">
              <a:spcBef>
                <a:spcPts val="0"/>
              </a:spcBef>
              <a:spcAft>
                <a:spcPts val="0"/>
              </a:spcAft>
              <a:buNone/>
            </a:pPr>
            <a:r>
              <a:rPr lang="pt-PT" dirty="0"/>
              <a:t>                         27,</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'2020-11-20 03:11',</a:t>
            </a:r>
            <a:endParaRPr dirty="0"/>
          </a:p>
          <a:p>
            <a:pPr marL="0" lvl="0" indent="0" algn="l" rtl="0">
              <a:spcBef>
                <a:spcPts val="0"/>
              </a:spcBef>
              <a:spcAft>
                <a:spcPts val="0"/>
              </a:spcAft>
              <a:buNone/>
            </a:pPr>
            <a:r>
              <a:rPr lang="pt-PT" dirty="0"/>
              <a:t>                         '</a:t>
            </a:r>
            <a:r>
              <a:rPr lang="pt-PT" dirty="0" err="1"/>
              <a:t>Curae</a:t>
            </a:r>
            <a:r>
              <a:rPr lang="pt-PT" dirty="0"/>
              <a:t>; </a:t>
            </a:r>
            <a:r>
              <a:rPr lang="pt-PT" dirty="0" err="1"/>
              <a:t>Donec</a:t>
            </a:r>
            <a:r>
              <a:rPr lang="pt-PT" dirty="0"/>
              <a:t> </a:t>
            </a:r>
            <a:r>
              <a:rPr lang="pt-PT" dirty="0" err="1"/>
              <a:t>tincidunt</a:t>
            </a:r>
            <a:r>
              <a:rPr lang="pt-PT" dirty="0"/>
              <a:t>. </a:t>
            </a:r>
            <a:r>
              <a:rPr lang="pt-PT" dirty="0" err="1"/>
              <a:t>Donec</a:t>
            </a:r>
            <a:r>
              <a:rPr lang="pt-PT" dirty="0"/>
              <a:t> vitae </a:t>
            </a:r>
            <a:r>
              <a:rPr lang="pt-PT" dirty="0" err="1"/>
              <a:t>erat</a:t>
            </a:r>
            <a:r>
              <a:rPr lang="pt-PT" dirty="0"/>
              <a:t> </a:t>
            </a:r>
            <a:r>
              <a:rPr lang="pt-PT" dirty="0" err="1"/>
              <a:t>vel</a:t>
            </a:r>
            <a:r>
              <a:rPr lang="pt-PT" dirty="0"/>
              <a:t> pede </a:t>
            </a:r>
            <a:r>
              <a:rPr lang="pt-PT" dirty="0" err="1"/>
              <a:t>blandit</a:t>
            </a:r>
            <a:r>
              <a:rPr lang="pt-PT" dirty="0"/>
              <a:t> </a:t>
            </a:r>
            <a:r>
              <a:rPr lang="pt-PT" dirty="0" err="1"/>
              <a:t>congue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33,</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'2020-12-30 04:12',</a:t>
            </a:r>
            <a:endParaRPr dirty="0"/>
          </a:p>
          <a:p>
            <a:pPr marL="0" lvl="0" indent="0" algn="l" rtl="0">
              <a:spcBef>
                <a:spcPts val="0"/>
              </a:spcBef>
              <a:spcAft>
                <a:spcPts val="0"/>
              </a:spcAft>
              <a:buNone/>
            </a:pPr>
            <a:r>
              <a:rPr lang="pt-PT" dirty="0"/>
              <a:t>                         '</a:t>
            </a:r>
            <a:r>
              <a:rPr lang="pt-PT" dirty="0" err="1"/>
              <a:t>venenatis</a:t>
            </a:r>
            <a:r>
              <a:rPr lang="pt-PT" dirty="0"/>
              <a:t> a, magna. </a:t>
            </a:r>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34,</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'2020-12-27 09:12',</a:t>
            </a:r>
            <a:endParaRPr dirty="0"/>
          </a:p>
          <a:p>
            <a:pPr marL="0" lvl="0" indent="0" algn="l" rtl="0">
              <a:spcBef>
                <a:spcPts val="0"/>
              </a:spcBef>
              <a:spcAft>
                <a:spcPts val="0"/>
              </a:spcAft>
              <a:buNone/>
            </a:pPr>
            <a:r>
              <a:rPr lang="pt-PT" dirty="0"/>
              <a:t>                         'purus </a:t>
            </a:r>
            <a:r>
              <a:rPr lang="pt-PT" dirty="0" err="1"/>
              <a:t>ac</a:t>
            </a:r>
            <a:r>
              <a:rPr lang="pt-PT" dirty="0"/>
              <a:t> </a:t>
            </a:r>
            <a:r>
              <a:rPr lang="pt-PT" dirty="0" err="1"/>
              <a:t>tellus</a:t>
            </a:r>
            <a:r>
              <a:rPr lang="pt-PT" dirty="0"/>
              <a:t>. </a:t>
            </a:r>
            <a:r>
              <a:rPr lang="pt-PT" dirty="0" err="1"/>
              <a:t>Suspendisse</a:t>
            </a:r>
            <a:r>
              <a:rPr lang="pt-PT" dirty="0"/>
              <a:t> </a:t>
            </a:r>
            <a:r>
              <a:rPr lang="pt-PT" dirty="0" err="1"/>
              <a:t>sed</a:t>
            </a:r>
            <a:r>
              <a:rPr lang="pt-PT" dirty="0"/>
              <a:t> </a:t>
            </a:r>
            <a:r>
              <a:rPr lang="pt-PT" dirty="0" err="1"/>
              <a:t>dolor</a:t>
            </a:r>
            <a:r>
              <a:rPr lang="pt-PT" dirty="0"/>
              <a:t>. </a:t>
            </a:r>
            <a:r>
              <a:rPr lang="pt-PT" dirty="0" err="1"/>
              <a:t>Fusce</a:t>
            </a:r>
            <a:r>
              <a:rPr lang="pt-PT" dirty="0"/>
              <a:t> mi </a:t>
            </a:r>
            <a:r>
              <a:rPr lang="pt-PT" dirty="0" err="1"/>
              <a:t>lorem</a:t>
            </a:r>
            <a:r>
              <a:rPr lang="pt-PT" dirty="0"/>
              <a:t>, </a:t>
            </a:r>
            <a:r>
              <a:rPr lang="pt-PT" dirty="0" err="1"/>
              <a:t>vehicula</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35,</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'2020-03-25 03:03',</a:t>
            </a:r>
            <a:endParaRPr dirty="0"/>
          </a:p>
          <a:p>
            <a:pPr marL="0" lvl="0" indent="0" algn="l" rtl="0">
              <a:spcBef>
                <a:spcPts val="0"/>
              </a:spcBef>
              <a:spcAft>
                <a:spcPts val="0"/>
              </a:spcAft>
              <a:buNone/>
            </a:pPr>
            <a:r>
              <a:rPr lang="pt-PT" dirty="0"/>
              <a:t>                         '</a:t>
            </a:r>
            <a:r>
              <a:rPr lang="pt-PT" dirty="0" err="1"/>
              <a:t>Vivamus</a:t>
            </a:r>
            <a:r>
              <a:rPr lang="pt-PT" dirty="0"/>
              <a:t> </a:t>
            </a:r>
            <a:r>
              <a:rPr lang="pt-PT" dirty="0" err="1"/>
              <a:t>sit</a:t>
            </a:r>
            <a:r>
              <a:rPr lang="pt-PT" dirty="0"/>
              <a:t> </a:t>
            </a:r>
            <a:r>
              <a:rPr lang="pt-PT" dirty="0" err="1"/>
              <a:t>amet</a:t>
            </a:r>
            <a:r>
              <a:rPr lang="pt-PT" dirty="0"/>
              <a:t> </a:t>
            </a:r>
            <a:r>
              <a:rPr lang="pt-PT" dirty="0" err="1"/>
              <a:t>risus</a:t>
            </a:r>
            <a:r>
              <a:rPr lang="pt-PT" dirty="0"/>
              <a:t>. </a:t>
            </a:r>
            <a:r>
              <a:rPr lang="pt-PT" dirty="0" err="1"/>
              <a:t>Donec</a:t>
            </a:r>
            <a:r>
              <a:rPr lang="pt-PT" dirty="0"/>
              <a:t> egestas. </a:t>
            </a:r>
            <a:r>
              <a:rPr lang="pt-PT" dirty="0" err="1"/>
              <a:t>Aliquam</a:t>
            </a:r>
            <a:r>
              <a:rPr lang="pt-PT" dirty="0"/>
              <a:t> </a:t>
            </a:r>
            <a:r>
              <a:rPr lang="pt-PT" dirty="0" err="1"/>
              <a:t>nec</a:t>
            </a:r>
            <a:r>
              <a:rPr lang="pt-PT" dirty="0"/>
              <a:t> </a:t>
            </a:r>
            <a:r>
              <a:rPr lang="pt-PT" dirty="0" err="1"/>
              <a:t>enim</a:t>
            </a:r>
            <a:r>
              <a:rPr lang="pt-PT" dirty="0"/>
              <a:t>. </a:t>
            </a:r>
            <a:r>
              <a:rPr lang="pt-PT" dirty="0" err="1"/>
              <a:t>Nunc</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36,</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'2021-04-29 06:04',</a:t>
            </a:r>
            <a:endParaRPr dirty="0"/>
          </a:p>
          <a:p>
            <a:pPr marL="0" lvl="0" indent="0" algn="l" rtl="0">
              <a:spcBef>
                <a:spcPts val="0"/>
              </a:spcBef>
              <a:spcAft>
                <a:spcPts val="0"/>
              </a:spcAft>
              <a:buNone/>
            </a:pPr>
            <a:r>
              <a:rPr lang="pt-PT" dirty="0"/>
              <a:t>                         '</a:t>
            </a:r>
            <a:r>
              <a:rPr lang="pt-PT" dirty="0" err="1"/>
              <a:t>eleifend</a:t>
            </a:r>
            <a:r>
              <a:rPr lang="pt-PT" dirty="0"/>
              <a:t> non, </a:t>
            </a:r>
            <a:r>
              <a:rPr lang="pt-PT" dirty="0" err="1"/>
              <a:t>dapibus</a:t>
            </a:r>
            <a:r>
              <a:rPr lang="pt-PT" dirty="0"/>
              <a:t> </a:t>
            </a:r>
            <a:r>
              <a:rPr lang="pt-PT" dirty="0" err="1"/>
              <a:t>rutrum</a:t>
            </a:r>
            <a:r>
              <a:rPr lang="pt-PT" dirty="0"/>
              <a:t>, justo. </a:t>
            </a:r>
            <a:r>
              <a:rPr lang="pt-PT" dirty="0" err="1"/>
              <a:t>Praesent</a:t>
            </a:r>
            <a:r>
              <a:rPr lang="pt-PT" dirty="0"/>
              <a:t> </a:t>
            </a:r>
            <a:r>
              <a:rPr lang="pt-PT" dirty="0" err="1"/>
              <a:t>luctus</a:t>
            </a:r>
            <a:r>
              <a:rPr lang="pt-PT" dirty="0"/>
              <a:t>. </a:t>
            </a:r>
            <a:r>
              <a:rPr lang="pt-PT" dirty="0" err="1"/>
              <a:t>Curabitur</a:t>
            </a:r>
            <a:r>
              <a:rPr lang="pt-PT" dirty="0"/>
              <a:t> egestas </a:t>
            </a:r>
            <a:r>
              <a:rPr lang="pt-PT" dirty="0" err="1"/>
              <a:t>nunc</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37,</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'2020-02-10 04:02',</a:t>
            </a:r>
            <a:endParaRPr dirty="0"/>
          </a:p>
          <a:p>
            <a:pPr marL="0" lvl="0" indent="0" algn="l" rtl="0">
              <a:spcBef>
                <a:spcPts val="0"/>
              </a:spcBef>
              <a:spcAft>
                <a:spcPts val="0"/>
              </a:spcAft>
              <a:buNone/>
            </a:pP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Aliquam</a:t>
            </a:r>
            <a:r>
              <a:rPr lang="pt-PT" dirty="0"/>
              <a:t> </a:t>
            </a:r>
            <a:r>
              <a:rPr lang="pt-PT" dirty="0" err="1"/>
              <a:t>auctor</a:t>
            </a:r>
            <a:r>
              <a:rPr lang="pt-PT" dirty="0"/>
              <a:t>, </a:t>
            </a:r>
            <a:r>
              <a:rPr lang="pt-PT" dirty="0" err="1"/>
              <a:t>velit</a:t>
            </a:r>
            <a:r>
              <a:rPr lang="pt-PT" dirty="0"/>
              <a:t> </a:t>
            </a:r>
            <a:r>
              <a:rPr lang="pt-PT" dirty="0" err="1"/>
              <a:t>eget</a:t>
            </a:r>
            <a:r>
              <a:rPr lang="pt-PT" dirty="0"/>
              <a:t> </a:t>
            </a:r>
            <a:r>
              <a:rPr lang="pt-PT" dirty="0" err="1"/>
              <a:t>laoreet</a:t>
            </a:r>
            <a:r>
              <a:rPr lang="pt-PT" dirty="0"/>
              <a:t> </a:t>
            </a:r>
            <a:r>
              <a:rPr lang="pt-PT" dirty="0" err="1"/>
              <a:t>posuere</a:t>
            </a:r>
            <a:r>
              <a:rPr lang="pt-PT" dirty="0"/>
              <a:t>, </a:t>
            </a:r>
            <a:r>
              <a:rPr lang="pt-PT" dirty="0" err="1"/>
              <a:t>enim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38,</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'2021-03-03 01:03',</a:t>
            </a:r>
            <a:endParaRPr dirty="0"/>
          </a:p>
          <a:p>
            <a:pPr marL="0" lvl="0" indent="0" algn="l" rtl="0">
              <a:spcBef>
                <a:spcPts val="0"/>
              </a:spcBef>
              <a:spcAft>
                <a:spcPts val="0"/>
              </a:spcAft>
              <a:buNone/>
            </a:pPr>
            <a:r>
              <a:rPr lang="pt-PT" dirty="0"/>
              <a:t>                         '</a:t>
            </a:r>
            <a:r>
              <a:rPr lang="pt-PT" dirty="0" err="1"/>
              <a:t>risus</a:t>
            </a:r>
            <a:r>
              <a:rPr lang="pt-PT" dirty="0"/>
              <a:t>. </a:t>
            </a:r>
            <a:r>
              <a:rPr lang="pt-PT" dirty="0" err="1"/>
              <a:t>Morbi</a:t>
            </a:r>
            <a:r>
              <a:rPr lang="pt-PT" dirty="0"/>
              <a:t> </a:t>
            </a:r>
            <a:r>
              <a:rPr lang="pt-PT" dirty="0" err="1"/>
              <a:t>metus</a:t>
            </a:r>
            <a:r>
              <a:rPr lang="pt-PT" dirty="0"/>
              <a:t>. </a:t>
            </a:r>
            <a:r>
              <a:rPr lang="pt-PT" dirty="0" err="1"/>
              <a:t>Vivamus</a:t>
            </a:r>
            <a:r>
              <a:rPr lang="pt-PT" dirty="0"/>
              <a:t> </a:t>
            </a:r>
            <a:r>
              <a:rPr lang="pt-PT" dirty="0" err="1"/>
              <a:t>euismod</a:t>
            </a:r>
            <a:r>
              <a:rPr lang="pt-PT" dirty="0"/>
              <a:t> urna. </a:t>
            </a:r>
            <a:r>
              <a:rPr lang="pt-PT" dirty="0" err="1"/>
              <a:t>Nullam</a:t>
            </a:r>
            <a:r>
              <a:rPr lang="pt-PT" dirty="0"/>
              <a:t> </a:t>
            </a:r>
            <a:r>
              <a:rPr lang="pt-PT" dirty="0" err="1"/>
              <a:t>lobortis</a:t>
            </a:r>
            <a:r>
              <a:rPr lang="pt-PT" dirty="0"/>
              <a:t> </a:t>
            </a:r>
            <a:r>
              <a:rPr lang="pt-PT" dirty="0" err="1"/>
              <a:t>quam</a:t>
            </a:r>
            <a:r>
              <a:rPr lang="pt-PT" dirty="0"/>
              <a:t> a'</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39,</a:t>
            </a:r>
            <a:endParaRPr dirty="0"/>
          </a:p>
          <a:p>
            <a:pPr marL="0" lvl="0" indent="0" algn="l" rtl="0">
              <a:spcBef>
                <a:spcPts val="0"/>
              </a:spcBef>
              <a:spcAft>
                <a:spcPts val="0"/>
              </a:spcAft>
              <a:buNone/>
            </a:pPr>
            <a:r>
              <a:rPr lang="pt-PT" dirty="0"/>
              <a:t>                         26,</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'2021-01-03 03:01',</a:t>
            </a:r>
            <a:endParaRPr dirty="0"/>
          </a:p>
          <a:p>
            <a:pPr marL="0" lvl="0" indent="0" algn="l" rtl="0">
              <a:spcBef>
                <a:spcPts val="0"/>
              </a:spcBef>
              <a:spcAft>
                <a:spcPts val="0"/>
              </a:spcAft>
              <a:buNone/>
            </a:pPr>
            <a:r>
              <a:rPr lang="pt-PT" dirty="0"/>
              <a:t>                         '</a:t>
            </a:r>
            <a:r>
              <a:rPr lang="pt-PT" dirty="0" err="1"/>
              <a:t>sapien</a:t>
            </a:r>
            <a:r>
              <a:rPr lang="pt-PT" dirty="0"/>
              <a:t> </a:t>
            </a:r>
            <a:r>
              <a:rPr lang="pt-PT" dirty="0" err="1"/>
              <a:t>molestie</a:t>
            </a:r>
            <a:r>
              <a:rPr lang="pt-PT" dirty="0"/>
              <a:t> </a:t>
            </a:r>
            <a:r>
              <a:rPr lang="pt-PT" dirty="0" err="1"/>
              <a:t>orci</a:t>
            </a:r>
            <a:r>
              <a:rPr lang="pt-PT" dirty="0"/>
              <a:t> </a:t>
            </a:r>
            <a:r>
              <a:rPr lang="pt-PT" dirty="0" err="1"/>
              <a:t>tincidunt</a:t>
            </a:r>
            <a:r>
              <a:rPr lang="pt-PT" dirty="0"/>
              <a:t> </a:t>
            </a:r>
            <a:r>
              <a:rPr lang="pt-PT" dirty="0" err="1"/>
              <a:t>adipiscing</a:t>
            </a:r>
            <a:r>
              <a:rPr lang="pt-PT" dirty="0"/>
              <a:t>. </a:t>
            </a:r>
            <a:r>
              <a:rPr lang="pt-PT" dirty="0" err="1"/>
              <a:t>Mauris</a:t>
            </a:r>
            <a:r>
              <a:rPr lang="pt-PT" dirty="0"/>
              <a:t> </a:t>
            </a:r>
            <a:r>
              <a:rPr lang="pt-PT" dirty="0" err="1"/>
              <a:t>molestie</a:t>
            </a:r>
            <a:r>
              <a:rPr lang="pt-PT" dirty="0"/>
              <a:t> </a:t>
            </a:r>
            <a:r>
              <a:rPr lang="pt-PT" dirty="0" err="1"/>
              <a:t>pharetra</a:t>
            </a:r>
            <a:r>
              <a:rPr lang="pt-PT" dirty="0"/>
              <a:t> </a:t>
            </a:r>
            <a:r>
              <a:rPr lang="pt-PT" dirty="0" err="1"/>
              <a:t>nibh</a:t>
            </a:r>
            <a:r>
              <a:rPr lang="pt-PT" dirty="0"/>
              <a:t>. </a:t>
            </a:r>
            <a:r>
              <a:rPr lang="pt-PT" dirty="0" err="1"/>
              <a:t>Aliquam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40,</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'2020-07-27 11:07',</a:t>
            </a:r>
            <a:endParaRPr dirty="0"/>
          </a:p>
          <a:p>
            <a:pPr marL="0" lvl="0" indent="0" algn="l" rtl="0">
              <a:spcBef>
                <a:spcPts val="0"/>
              </a:spcBef>
              <a:spcAft>
                <a:spcPts val="0"/>
              </a:spcAft>
              <a:buNone/>
            </a:pPr>
            <a:r>
              <a:rPr lang="pt-PT" dirty="0"/>
              <a:t>                         '</a:t>
            </a:r>
            <a:r>
              <a:rPr lang="pt-PT" dirty="0" err="1"/>
              <a:t>venenatis</a:t>
            </a:r>
            <a:r>
              <a:rPr lang="pt-PT" dirty="0"/>
              <a:t> </a:t>
            </a:r>
            <a:r>
              <a:rPr lang="pt-PT" dirty="0" err="1"/>
              <a:t>vel</a:t>
            </a:r>
            <a:r>
              <a:rPr lang="pt-PT" dirty="0"/>
              <a:t>, </a:t>
            </a:r>
            <a:r>
              <a:rPr lang="pt-PT" dirty="0" err="1"/>
              <a:t>faucibus</a:t>
            </a:r>
            <a:r>
              <a:rPr lang="pt-PT" dirty="0"/>
              <a:t> id, libero. </a:t>
            </a:r>
            <a:r>
              <a:rPr lang="pt-PT" dirty="0" err="1"/>
              <a:t>Donec</a:t>
            </a:r>
            <a:r>
              <a:rPr lang="pt-PT" dirty="0"/>
              <a:t> </a:t>
            </a:r>
            <a:r>
              <a:rPr lang="pt-PT" dirty="0" err="1"/>
              <a:t>consectetuer</a:t>
            </a:r>
            <a:r>
              <a:rPr lang="pt-PT" dirty="0"/>
              <a:t> </a:t>
            </a:r>
            <a:r>
              <a:rPr lang="pt-PT" dirty="0" err="1"/>
              <a:t>mauris</a:t>
            </a:r>
            <a:r>
              <a:rPr lang="pt-PT" dirty="0"/>
              <a:t> id </a:t>
            </a:r>
            <a:r>
              <a:rPr lang="pt-PT" dirty="0" err="1"/>
              <a:t>sapien</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41,</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'2021-04-18 05:04',</a:t>
            </a:r>
            <a:endParaRPr dirty="0"/>
          </a:p>
          <a:p>
            <a:pPr marL="0" lvl="0" indent="0" algn="l" rtl="0">
              <a:spcBef>
                <a:spcPts val="0"/>
              </a:spcBef>
              <a:spcAft>
                <a:spcPts val="0"/>
              </a:spcAft>
              <a:buNone/>
            </a:pPr>
            <a:r>
              <a:rPr lang="pt-PT" dirty="0"/>
              <a:t>                         '</a:t>
            </a:r>
            <a:r>
              <a:rPr lang="pt-PT" dirty="0" err="1"/>
              <a:t>aptent</a:t>
            </a:r>
            <a:r>
              <a:rPr lang="pt-PT" dirty="0"/>
              <a:t> </a:t>
            </a:r>
            <a:r>
              <a:rPr lang="pt-PT" dirty="0" err="1"/>
              <a:t>taciti</a:t>
            </a:r>
            <a:r>
              <a:rPr lang="pt-PT" dirty="0"/>
              <a:t> </a:t>
            </a:r>
            <a:r>
              <a:rPr lang="pt-PT" dirty="0" err="1"/>
              <a:t>sociosqu</a:t>
            </a:r>
            <a:r>
              <a:rPr lang="pt-PT" dirty="0"/>
              <a:t> ad </a:t>
            </a:r>
            <a:r>
              <a:rPr lang="pt-PT" dirty="0" err="1"/>
              <a:t>litora</a:t>
            </a:r>
            <a:r>
              <a:rPr lang="pt-PT" dirty="0"/>
              <a:t> </a:t>
            </a:r>
            <a:r>
              <a:rPr lang="pt-PT" dirty="0" err="1"/>
              <a:t>torquent</a:t>
            </a:r>
            <a:r>
              <a:rPr lang="pt-PT" dirty="0"/>
              <a:t> per </a:t>
            </a:r>
            <a:r>
              <a:rPr lang="pt-PT" dirty="0" err="1"/>
              <a:t>conubia</a:t>
            </a:r>
            <a:r>
              <a:rPr lang="pt-PT" dirty="0"/>
              <a:t> </a:t>
            </a:r>
            <a:r>
              <a:rPr lang="pt-PT" dirty="0" err="1"/>
              <a:t>nostra</a:t>
            </a:r>
            <a:r>
              <a:rPr lang="pt-PT" dirty="0"/>
              <a:t>, per'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42,</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'2021-05-11 03:05',</a:t>
            </a:r>
            <a:endParaRPr dirty="0"/>
          </a:p>
          <a:p>
            <a:pPr marL="0" lvl="0" indent="0" algn="l" rtl="0">
              <a:spcBef>
                <a:spcPts val="0"/>
              </a:spcBef>
              <a:spcAft>
                <a:spcPts val="0"/>
              </a:spcAft>
              <a:buNone/>
            </a:pPr>
            <a:r>
              <a:rPr lang="pt-PT" dirty="0"/>
              <a:t>                         'augue </a:t>
            </a:r>
            <a:r>
              <a:rPr lang="pt-PT" dirty="0" err="1"/>
              <a:t>scelerisque</a:t>
            </a:r>
            <a:r>
              <a:rPr lang="pt-PT" dirty="0"/>
              <a:t> </a:t>
            </a:r>
            <a:r>
              <a:rPr lang="pt-PT" dirty="0" err="1"/>
              <a:t>mollis</a:t>
            </a:r>
            <a:r>
              <a:rPr lang="pt-PT" dirty="0"/>
              <a:t>. </a:t>
            </a:r>
            <a:r>
              <a:rPr lang="pt-PT" dirty="0" err="1"/>
              <a:t>Phasellus</a:t>
            </a:r>
            <a:r>
              <a:rPr lang="pt-PT" dirty="0"/>
              <a:t> libero </a:t>
            </a:r>
            <a:r>
              <a:rPr lang="pt-PT" dirty="0" err="1"/>
              <a:t>mauris</a:t>
            </a:r>
            <a:r>
              <a:rPr lang="pt-PT" dirty="0"/>
              <a:t>, </a:t>
            </a:r>
            <a:r>
              <a:rPr lang="pt-PT" dirty="0" err="1"/>
              <a:t>aliquam</a:t>
            </a:r>
            <a:r>
              <a:rPr lang="pt-PT" dirty="0"/>
              <a:t> eu, </a:t>
            </a:r>
            <a:r>
              <a:rPr lang="pt-PT" dirty="0" err="1"/>
              <a:t>accumsan</a:t>
            </a:r>
            <a:r>
              <a:rPr lang="pt-PT" dirty="0"/>
              <a:t> </a:t>
            </a:r>
            <a:r>
              <a:rPr lang="pt-PT" dirty="0" err="1"/>
              <a:t>sed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43,</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'2020-12-25 04:12',</a:t>
            </a:r>
            <a:endParaRPr dirty="0"/>
          </a:p>
          <a:p>
            <a:pPr marL="0" lvl="0" indent="0" algn="l" rtl="0">
              <a:spcBef>
                <a:spcPts val="0"/>
              </a:spcBef>
              <a:spcAft>
                <a:spcPts val="0"/>
              </a:spcAft>
              <a:buNone/>
            </a:pPr>
            <a:r>
              <a:rPr lang="pt-PT" dirty="0"/>
              <a:t>                         'in </a:t>
            </a:r>
            <a:r>
              <a:rPr lang="pt-PT" dirty="0" err="1"/>
              <a:t>consectetuer</a:t>
            </a:r>
            <a:r>
              <a:rPr lang="pt-PT" dirty="0"/>
              <a:t> </a:t>
            </a:r>
            <a:r>
              <a:rPr lang="pt-PT" dirty="0" err="1"/>
              <a:t>ipsum</a:t>
            </a:r>
            <a:r>
              <a:rPr lang="pt-PT" dirty="0"/>
              <a:t> </a:t>
            </a:r>
            <a:r>
              <a:rPr lang="pt-PT" dirty="0" err="1"/>
              <a:t>nunc</a:t>
            </a:r>
            <a:r>
              <a:rPr lang="pt-PT" dirty="0"/>
              <a:t> id </a:t>
            </a:r>
            <a:r>
              <a:rPr lang="pt-PT" dirty="0" err="1"/>
              <a:t>enim</a:t>
            </a:r>
            <a:r>
              <a:rPr lang="pt-PT" dirty="0"/>
              <a:t>. </a:t>
            </a:r>
            <a:r>
              <a:rPr lang="pt-PT" dirty="0" err="1"/>
              <a:t>Curabitur</a:t>
            </a:r>
            <a:r>
              <a:rPr lang="pt-PT" dirty="0"/>
              <a:t> massa. </a:t>
            </a:r>
            <a:r>
              <a:rPr lang="pt-PT" dirty="0" err="1"/>
              <a:t>Vestibulum</a:t>
            </a:r>
            <a:r>
              <a:rPr lang="pt-PT" dirty="0"/>
              <a:t> </a:t>
            </a:r>
            <a:r>
              <a:rPr lang="pt-PT" dirty="0" err="1"/>
              <a:t>accumsan</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44,</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'2021-05-23 03:05',</a:t>
            </a:r>
            <a:endParaRPr dirty="0"/>
          </a:p>
          <a:p>
            <a:pPr marL="0" lvl="0" indent="0" algn="l" rtl="0">
              <a:spcBef>
                <a:spcPts val="0"/>
              </a:spcBef>
              <a:spcAft>
                <a:spcPts val="0"/>
              </a:spcAft>
              <a:buNone/>
            </a:pPr>
            <a:r>
              <a:rPr lang="pt-PT" dirty="0"/>
              <a:t>                         '</a:t>
            </a:r>
            <a:r>
              <a:rPr lang="pt-PT" dirty="0" err="1"/>
              <a:t>quam</a:t>
            </a:r>
            <a:r>
              <a:rPr lang="pt-PT" dirty="0"/>
              <a:t>, </a:t>
            </a:r>
            <a:r>
              <a:rPr lang="pt-PT" dirty="0" err="1"/>
              <a:t>elementum</a:t>
            </a:r>
            <a:r>
              <a:rPr lang="pt-PT" dirty="0"/>
              <a:t> </a:t>
            </a:r>
            <a:r>
              <a:rPr lang="pt-PT" dirty="0" err="1"/>
              <a:t>at</a:t>
            </a:r>
            <a:r>
              <a:rPr lang="pt-PT" dirty="0"/>
              <a:t>, egestas a, </a:t>
            </a:r>
            <a:r>
              <a:rPr lang="pt-PT" dirty="0" err="1"/>
              <a:t>scelerisque</a:t>
            </a:r>
            <a:r>
              <a:rPr lang="pt-PT" dirty="0"/>
              <a:t> </a:t>
            </a:r>
            <a:r>
              <a:rPr lang="pt-PT" dirty="0" err="1"/>
              <a:t>sed</a:t>
            </a:r>
            <a:r>
              <a:rPr lang="pt-PT" dirty="0"/>
              <a:t>, </a:t>
            </a:r>
            <a:r>
              <a:rPr lang="pt-PT" dirty="0" err="1"/>
              <a:t>sapien</a:t>
            </a:r>
            <a:r>
              <a:rPr lang="pt-PT" dirty="0"/>
              <a:t>. </a:t>
            </a:r>
            <a:r>
              <a:rPr lang="pt-PT" dirty="0" err="1"/>
              <a:t>Nunc</a:t>
            </a:r>
            <a:r>
              <a:rPr lang="pt-PT" dirty="0"/>
              <a:t> pulvinar'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45,</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'2020-03-19 11:03',</a:t>
            </a:r>
            <a:endParaRPr dirty="0"/>
          </a:p>
          <a:p>
            <a:pPr marL="0" lvl="0" indent="0" algn="l" rtl="0">
              <a:spcBef>
                <a:spcPts val="0"/>
              </a:spcBef>
              <a:spcAft>
                <a:spcPts val="0"/>
              </a:spcAft>
              <a:buNone/>
            </a:pPr>
            <a:r>
              <a:rPr lang="pt-PT" dirty="0"/>
              <a:t>                         'mi. </a:t>
            </a:r>
            <a:r>
              <a:rPr lang="pt-PT" dirty="0" err="1"/>
              <a:t>Aliquam</a:t>
            </a:r>
            <a:r>
              <a:rPr lang="pt-PT" dirty="0"/>
              <a:t> gravida </a:t>
            </a:r>
            <a:r>
              <a:rPr lang="pt-PT" dirty="0" err="1"/>
              <a:t>mauris</a:t>
            </a:r>
            <a:r>
              <a:rPr lang="pt-PT" dirty="0"/>
              <a:t> ut mi. </a:t>
            </a:r>
            <a:r>
              <a:rPr lang="pt-PT" dirty="0" err="1"/>
              <a:t>Duis</a:t>
            </a:r>
            <a:r>
              <a:rPr lang="pt-PT" dirty="0"/>
              <a:t> </a:t>
            </a:r>
            <a:r>
              <a:rPr lang="pt-PT" dirty="0" err="1"/>
              <a:t>risus</a:t>
            </a:r>
            <a:r>
              <a:rPr lang="pt-PT" dirty="0"/>
              <a:t> odio, </a:t>
            </a:r>
            <a:r>
              <a:rPr lang="pt-PT" dirty="0" err="1"/>
              <a:t>auctor</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46,</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'2021-04-05 05:04',</a:t>
            </a:r>
            <a:endParaRPr dirty="0"/>
          </a:p>
          <a:p>
            <a:pPr marL="0" lvl="0" indent="0" algn="l" rtl="0">
              <a:spcBef>
                <a:spcPts val="0"/>
              </a:spcBef>
              <a:spcAft>
                <a:spcPts val="0"/>
              </a:spcAft>
              <a:buNone/>
            </a:pPr>
            <a:r>
              <a:rPr lang="pt-PT" dirty="0"/>
              <a:t>                         '</a:t>
            </a:r>
            <a:r>
              <a:rPr lang="pt-PT" dirty="0" err="1"/>
              <a:t>adipiscing</a:t>
            </a:r>
            <a:r>
              <a:rPr lang="pt-PT" dirty="0"/>
              <a:t> </a:t>
            </a:r>
            <a:r>
              <a:rPr lang="pt-PT" dirty="0" err="1"/>
              <a:t>fringilla</a:t>
            </a:r>
            <a:r>
              <a:rPr lang="pt-PT" dirty="0"/>
              <a:t>, </a:t>
            </a:r>
            <a:r>
              <a:rPr lang="pt-PT" dirty="0" err="1"/>
              <a:t>porttitor</a:t>
            </a:r>
            <a:r>
              <a:rPr lang="pt-PT" dirty="0"/>
              <a:t> </a:t>
            </a:r>
            <a:r>
              <a:rPr lang="pt-PT" dirty="0" err="1"/>
              <a:t>vulputate</a:t>
            </a:r>
            <a:r>
              <a:rPr lang="pt-PT" dirty="0"/>
              <a:t>, </a:t>
            </a:r>
            <a:r>
              <a:rPr lang="pt-PT" dirty="0" err="1"/>
              <a:t>posuere</a:t>
            </a:r>
            <a:r>
              <a:rPr lang="pt-PT" dirty="0"/>
              <a:t> </a:t>
            </a:r>
            <a:r>
              <a:rPr lang="pt-PT" dirty="0" err="1"/>
              <a:t>vulputate</a:t>
            </a:r>
            <a:r>
              <a:rPr lang="pt-PT" dirty="0"/>
              <a:t>, </a:t>
            </a:r>
            <a:r>
              <a:rPr lang="pt-PT" dirty="0" err="1"/>
              <a:t>lacus</a:t>
            </a:r>
            <a:r>
              <a:rPr lang="pt-PT" dirty="0"/>
              <a:t>. </a:t>
            </a:r>
            <a:r>
              <a:rPr lang="pt-PT" dirty="0" err="1"/>
              <a:t>Cras</a:t>
            </a:r>
            <a:r>
              <a:rPr lang="pt-PT" dirty="0"/>
              <a:t> </a:t>
            </a:r>
            <a:r>
              <a:rPr lang="pt-PT" dirty="0" err="1"/>
              <a:t>interdum</a:t>
            </a:r>
            <a:r>
              <a:rPr lang="pt-PT" dirty="0"/>
              <a:t>. </a:t>
            </a:r>
            <a:r>
              <a:rPr lang="pt-PT" dirty="0" err="1"/>
              <a:t>Nunc</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47,</a:t>
            </a:r>
            <a:endParaRPr dirty="0"/>
          </a:p>
          <a:p>
            <a:pPr marL="0" lvl="0" indent="0" algn="l" rtl="0">
              <a:spcBef>
                <a:spcPts val="0"/>
              </a:spcBef>
              <a:spcAft>
                <a:spcPts val="0"/>
              </a:spcAft>
              <a:buNone/>
            </a:pPr>
            <a:r>
              <a:rPr lang="pt-PT" dirty="0"/>
              <a:t>                         28,</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'2020-12-21 03:12',</a:t>
            </a:r>
            <a:endParaRPr dirty="0"/>
          </a:p>
          <a:p>
            <a:pPr marL="0" lvl="0" indent="0" algn="l" rtl="0">
              <a:spcBef>
                <a:spcPts val="0"/>
              </a:spcBef>
              <a:spcAft>
                <a:spcPts val="0"/>
              </a:spcAft>
              <a:buNone/>
            </a:pPr>
            <a:r>
              <a:rPr lang="pt-PT" dirty="0"/>
              <a:t>                         '</a:t>
            </a:r>
            <a:r>
              <a:rPr lang="pt-PT" dirty="0" err="1"/>
              <a:t>ornare</a:t>
            </a:r>
            <a:r>
              <a:rPr lang="pt-PT" dirty="0"/>
              <a:t>, </a:t>
            </a:r>
            <a:r>
              <a:rPr lang="pt-PT" dirty="0" err="1"/>
              <a:t>lectus</a:t>
            </a:r>
            <a:r>
              <a:rPr lang="pt-PT" dirty="0"/>
              <a:t> ante </a:t>
            </a:r>
            <a:r>
              <a:rPr lang="pt-PT" dirty="0" err="1"/>
              <a:t>dictum</a:t>
            </a:r>
            <a:r>
              <a:rPr lang="pt-PT" dirty="0"/>
              <a:t> mi, </a:t>
            </a:r>
            <a:r>
              <a:rPr lang="pt-PT" dirty="0" err="1"/>
              <a:t>ac</a:t>
            </a:r>
            <a:r>
              <a:rPr lang="pt-PT" dirty="0"/>
              <a:t> </a:t>
            </a:r>
            <a:r>
              <a:rPr lang="pt-PT" dirty="0" err="1"/>
              <a:t>mattis</a:t>
            </a:r>
            <a:r>
              <a:rPr lang="pt-PT" dirty="0"/>
              <a:t> </a:t>
            </a:r>
            <a:r>
              <a:rPr lang="pt-PT" dirty="0" err="1"/>
              <a:t>velit</a:t>
            </a:r>
            <a:r>
              <a:rPr lang="pt-PT" dirty="0"/>
              <a:t> justo </a:t>
            </a:r>
            <a:r>
              <a:rPr lang="pt-PT" dirty="0" err="1"/>
              <a:t>nec</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48,</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'2020-11-21 03:11',</a:t>
            </a:r>
            <a:endParaRPr dirty="0"/>
          </a:p>
          <a:p>
            <a:pPr marL="0" lvl="0" indent="0" algn="l" rtl="0">
              <a:spcBef>
                <a:spcPts val="0"/>
              </a:spcBef>
              <a:spcAft>
                <a:spcPts val="0"/>
              </a:spcAft>
              <a:buNone/>
            </a:pPr>
            <a:r>
              <a:rPr lang="pt-PT" dirty="0"/>
              <a:t>                         '</a:t>
            </a:r>
            <a:r>
              <a:rPr lang="pt-PT" dirty="0" err="1"/>
              <a:t>eget</a:t>
            </a:r>
            <a:r>
              <a:rPr lang="pt-PT" dirty="0"/>
              <a:t>, </a:t>
            </a:r>
            <a:r>
              <a:rPr lang="pt-PT" dirty="0" err="1"/>
              <a:t>ipsum</a:t>
            </a:r>
            <a:r>
              <a:rPr lang="pt-PT" dirty="0"/>
              <a:t>. </a:t>
            </a:r>
            <a:r>
              <a:rPr lang="pt-PT" dirty="0" err="1"/>
              <a:t>Donec</a:t>
            </a:r>
            <a:r>
              <a:rPr lang="pt-PT" dirty="0"/>
              <a:t> </a:t>
            </a:r>
            <a:r>
              <a:rPr lang="pt-PT" dirty="0" err="1"/>
              <a:t>sollicitudin</a:t>
            </a:r>
            <a:r>
              <a:rPr lang="pt-PT" dirty="0"/>
              <a:t> </a:t>
            </a:r>
            <a:r>
              <a:rPr lang="pt-PT" dirty="0" err="1"/>
              <a:t>adipiscing</a:t>
            </a:r>
            <a:r>
              <a:rPr lang="pt-PT" dirty="0"/>
              <a:t> </a:t>
            </a:r>
            <a:r>
              <a:rPr lang="pt-PT" dirty="0" err="1"/>
              <a:t>ligula</a:t>
            </a:r>
            <a:r>
              <a:rPr lang="pt-PT" dirty="0"/>
              <a:t>. </a:t>
            </a:r>
            <a:r>
              <a:rPr lang="pt-PT" dirty="0" err="1"/>
              <a:t>Aenean</a:t>
            </a:r>
            <a:r>
              <a:rPr lang="pt-PT" dirty="0"/>
              <a:t> gravida </a:t>
            </a:r>
            <a:r>
              <a:rPr lang="pt-PT" dirty="0" err="1"/>
              <a:t>nunc</a:t>
            </a:r>
            <a:r>
              <a:rPr lang="pt-PT" dirty="0"/>
              <a:t> </a:t>
            </a:r>
            <a:r>
              <a:rPr lang="pt-PT" dirty="0" err="1"/>
              <a:t>sed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49,</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'2021-02-02 04:02',</a:t>
            </a:r>
            <a:endParaRPr dirty="0"/>
          </a:p>
          <a:p>
            <a:pPr marL="0" lvl="0" indent="0" algn="l" rtl="0">
              <a:spcBef>
                <a:spcPts val="0"/>
              </a:spcBef>
              <a:spcAft>
                <a:spcPts val="0"/>
              </a:spcAft>
              <a:buNone/>
            </a:pPr>
            <a:r>
              <a:rPr lang="pt-PT" dirty="0"/>
              <a:t>                         '</a:t>
            </a:r>
            <a:r>
              <a:rPr lang="pt-PT" dirty="0" err="1"/>
              <a:t>varius</a:t>
            </a:r>
            <a:r>
              <a:rPr lang="pt-PT" dirty="0"/>
              <a:t> ultrices, </a:t>
            </a:r>
            <a:r>
              <a:rPr lang="pt-PT" dirty="0" err="1"/>
              <a:t>mauris</a:t>
            </a:r>
            <a:r>
              <a:rPr lang="pt-PT" dirty="0"/>
              <a:t> </a:t>
            </a:r>
            <a:r>
              <a:rPr lang="pt-PT" dirty="0" err="1"/>
              <a:t>ipsum</a:t>
            </a:r>
            <a:r>
              <a:rPr lang="pt-PT" dirty="0"/>
              <a:t> porta </a:t>
            </a:r>
            <a:r>
              <a:rPr lang="pt-PT" dirty="0" err="1"/>
              <a:t>elit</a:t>
            </a:r>
            <a:r>
              <a:rPr lang="pt-PT" dirty="0"/>
              <a:t>, a </a:t>
            </a:r>
            <a:r>
              <a:rPr lang="pt-PT" dirty="0" err="1"/>
              <a:t>feugiat</a:t>
            </a:r>
            <a:r>
              <a:rPr lang="pt-PT" dirty="0"/>
              <a:t> </a:t>
            </a:r>
            <a:r>
              <a:rPr lang="pt-PT" dirty="0" err="1"/>
              <a:t>tellus</a:t>
            </a:r>
            <a:r>
              <a:rPr lang="pt-PT" dirty="0"/>
              <a:t> </a:t>
            </a:r>
            <a:r>
              <a:rPr lang="pt-PT" dirty="0" err="1"/>
              <a:t>lorem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50,</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'2020-03-08 10:03',</a:t>
            </a:r>
            <a:endParaRPr dirty="0"/>
          </a:p>
          <a:p>
            <a:pPr marL="0" lvl="0" indent="0" algn="l" rtl="0">
              <a:spcBef>
                <a:spcPts val="0"/>
              </a:spcBef>
              <a:spcAft>
                <a:spcPts val="0"/>
              </a:spcAft>
              <a:buNone/>
            </a:pPr>
            <a:r>
              <a:rPr lang="pt-PT" dirty="0"/>
              <a:t>                         '</a:t>
            </a:r>
            <a:r>
              <a:rPr lang="pt-PT" dirty="0" err="1"/>
              <a:t>consectetuer</a:t>
            </a:r>
            <a:r>
              <a:rPr lang="pt-PT" dirty="0"/>
              <a:t> </a:t>
            </a:r>
            <a:r>
              <a:rPr lang="pt-PT" dirty="0" err="1"/>
              <a:t>mauris</a:t>
            </a:r>
            <a:r>
              <a:rPr lang="pt-PT" dirty="0"/>
              <a:t> id </a:t>
            </a:r>
            <a:r>
              <a:rPr lang="pt-PT" dirty="0" err="1"/>
              <a:t>sapien</a:t>
            </a:r>
            <a:r>
              <a:rPr lang="pt-PT" dirty="0"/>
              <a:t>. </a:t>
            </a:r>
            <a:r>
              <a:rPr lang="pt-PT" dirty="0" err="1"/>
              <a:t>Cras</a:t>
            </a:r>
            <a:r>
              <a:rPr lang="pt-PT" dirty="0"/>
              <a:t> </a:t>
            </a:r>
            <a:r>
              <a:rPr lang="pt-PT" dirty="0" err="1"/>
              <a:t>dolor</a:t>
            </a:r>
            <a:r>
              <a:rPr lang="pt-PT" dirty="0"/>
              <a:t> </a:t>
            </a:r>
            <a:r>
              <a:rPr lang="pt-PT" dirty="0" err="1"/>
              <a:t>dolor</a:t>
            </a:r>
            <a:r>
              <a:rPr lang="pt-PT" dirty="0"/>
              <a:t>, </a:t>
            </a:r>
            <a:r>
              <a:rPr lang="pt-PT" dirty="0" err="1"/>
              <a:t>tempus</a:t>
            </a:r>
            <a:r>
              <a:rPr lang="pt-PT" dirty="0"/>
              <a:t> non, </a:t>
            </a:r>
            <a:r>
              <a:rPr lang="pt-PT" dirty="0" err="1"/>
              <a:t>lacinia</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51,</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'2020-02-18 06:02',</a:t>
            </a:r>
            <a:endParaRPr dirty="0"/>
          </a:p>
          <a:p>
            <a:pPr marL="0" lvl="0" indent="0" algn="l" rtl="0">
              <a:spcBef>
                <a:spcPts val="0"/>
              </a:spcBef>
              <a:spcAft>
                <a:spcPts val="0"/>
              </a:spcAft>
              <a:buNone/>
            </a:pPr>
            <a:r>
              <a:rPr lang="pt-PT" dirty="0"/>
              <a:t>                         '</a:t>
            </a:r>
            <a:r>
              <a:rPr lang="pt-PT" dirty="0" err="1"/>
              <a:t>pellentesque</a:t>
            </a:r>
            <a:r>
              <a:rPr lang="pt-PT" dirty="0"/>
              <a:t> a, </a:t>
            </a:r>
            <a:r>
              <a:rPr lang="pt-PT" dirty="0" err="1"/>
              <a:t>facilisis</a:t>
            </a:r>
            <a:r>
              <a:rPr lang="pt-PT" dirty="0"/>
              <a:t> non, </a:t>
            </a:r>
            <a:r>
              <a:rPr lang="pt-PT" dirty="0" err="1"/>
              <a:t>bibendum</a:t>
            </a:r>
            <a:r>
              <a:rPr lang="pt-PT" dirty="0"/>
              <a:t> </a:t>
            </a:r>
            <a:r>
              <a:rPr lang="pt-PT" dirty="0" err="1"/>
              <a:t>sed</a:t>
            </a:r>
            <a:r>
              <a:rPr lang="pt-PT" dirty="0"/>
              <a:t>, est. </a:t>
            </a:r>
            <a:r>
              <a:rPr lang="pt-PT" dirty="0" err="1"/>
              <a:t>Nunc</a:t>
            </a:r>
            <a:r>
              <a:rPr lang="pt-PT" dirty="0"/>
              <a:t> </a:t>
            </a:r>
            <a:r>
              <a:rPr lang="pt-PT" dirty="0" err="1"/>
              <a:t>laoreet</a:t>
            </a:r>
            <a:r>
              <a:rPr lang="pt-PT" dirty="0"/>
              <a:t> </a:t>
            </a:r>
            <a:r>
              <a:rPr lang="pt-PT" dirty="0" err="1"/>
              <a:t>lectus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52,</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'2020-01-17 10:01',</a:t>
            </a:r>
            <a:endParaRPr dirty="0"/>
          </a:p>
          <a:p>
            <a:pPr marL="0" lvl="0" indent="0" algn="l" rtl="0">
              <a:spcBef>
                <a:spcPts val="0"/>
              </a:spcBef>
              <a:spcAft>
                <a:spcPts val="0"/>
              </a:spcAft>
              <a:buNone/>
            </a:pPr>
            <a:r>
              <a:rPr lang="pt-PT" dirty="0"/>
              <a:t>                         '</a:t>
            </a:r>
            <a:r>
              <a:rPr lang="pt-PT" dirty="0" err="1"/>
              <a:t>vulputate</a:t>
            </a:r>
            <a:r>
              <a:rPr lang="pt-PT" dirty="0"/>
              <a:t> </a:t>
            </a:r>
            <a:r>
              <a:rPr lang="pt-PT" dirty="0" err="1"/>
              <a:t>mauris</a:t>
            </a:r>
            <a:r>
              <a:rPr lang="pt-PT" dirty="0"/>
              <a:t> </a:t>
            </a:r>
            <a:r>
              <a:rPr lang="pt-PT" dirty="0" err="1"/>
              <a:t>sagittis</a:t>
            </a:r>
            <a:r>
              <a:rPr lang="pt-PT" dirty="0"/>
              <a:t> </a:t>
            </a:r>
            <a:r>
              <a:rPr lang="pt-PT" dirty="0" err="1"/>
              <a:t>placerat</a:t>
            </a:r>
            <a:r>
              <a:rPr lang="pt-PT" dirty="0"/>
              <a:t>. </a:t>
            </a:r>
            <a:r>
              <a:rPr lang="pt-PT" dirty="0" err="1"/>
              <a:t>Cras</a:t>
            </a:r>
            <a:r>
              <a:rPr lang="pt-PT" dirty="0"/>
              <a:t> </a:t>
            </a:r>
            <a:r>
              <a:rPr lang="pt-PT" dirty="0" err="1"/>
              <a:t>dictum</a:t>
            </a:r>
            <a:r>
              <a:rPr lang="pt-PT" dirty="0"/>
              <a:t> </a:t>
            </a:r>
            <a:r>
              <a:rPr lang="pt-PT" dirty="0" err="1"/>
              <a:t>ultricies</a:t>
            </a:r>
            <a:r>
              <a:rPr lang="pt-PT" dirty="0"/>
              <a:t> </a:t>
            </a:r>
            <a:r>
              <a:rPr lang="pt-PT" dirty="0" err="1"/>
              <a:t>ligula</a:t>
            </a:r>
            <a:r>
              <a:rPr lang="pt-PT" dirty="0"/>
              <a:t>. </a:t>
            </a:r>
            <a:r>
              <a:rPr lang="pt-PT" dirty="0" err="1"/>
              <a:t>Nullam</a:t>
            </a:r>
            <a:r>
              <a:rPr lang="pt-PT" dirty="0"/>
              <a:t> </a:t>
            </a:r>
            <a:r>
              <a:rPr lang="pt-PT" dirty="0" err="1"/>
              <a:t>enim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53,</a:t>
            </a:r>
            <a:endParaRPr dirty="0"/>
          </a:p>
          <a:p>
            <a:pPr marL="0" lvl="0" indent="0" algn="l" rtl="0">
              <a:spcBef>
                <a:spcPts val="0"/>
              </a:spcBef>
              <a:spcAft>
                <a:spcPts val="0"/>
              </a:spcAft>
              <a:buNone/>
            </a:pPr>
            <a:r>
              <a:rPr lang="pt-PT" dirty="0"/>
              <a:t>                         13,</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'2020-10-24 02:10',</a:t>
            </a:r>
            <a:endParaRPr dirty="0"/>
          </a:p>
          <a:p>
            <a:pPr marL="0" lvl="0" indent="0" algn="l" rtl="0">
              <a:spcBef>
                <a:spcPts val="0"/>
              </a:spcBef>
              <a:spcAft>
                <a:spcPts val="0"/>
              </a:spcAft>
              <a:buNone/>
            </a:pPr>
            <a:r>
              <a:rPr lang="pt-PT" dirty="0"/>
              <a:t>                         'quis </a:t>
            </a:r>
            <a:r>
              <a:rPr lang="pt-PT" dirty="0" err="1"/>
              <a:t>accumsan</a:t>
            </a:r>
            <a:r>
              <a:rPr lang="pt-PT" dirty="0"/>
              <a:t> </a:t>
            </a:r>
            <a:r>
              <a:rPr lang="pt-PT" dirty="0" err="1"/>
              <a:t>convallis</a:t>
            </a:r>
            <a:r>
              <a:rPr lang="pt-PT" dirty="0"/>
              <a:t>, ante </a:t>
            </a:r>
            <a:r>
              <a:rPr lang="pt-PT" dirty="0" err="1"/>
              <a:t>lectus</a:t>
            </a:r>
            <a:r>
              <a:rPr lang="pt-PT" dirty="0"/>
              <a:t> </a:t>
            </a:r>
            <a:r>
              <a:rPr lang="pt-PT" dirty="0" err="1"/>
              <a:t>convallis</a:t>
            </a:r>
            <a:r>
              <a:rPr lang="pt-PT" dirty="0"/>
              <a:t> </a:t>
            </a:r>
            <a:r>
              <a:rPr lang="pt-PT" dirty="0" err="1"/>
              <a:t>est</a:t>
            </a:r>
            <a:r>
              <a:rPr lang="pt-PT" dirty="0"/>
              <a:t>, vitae </a:t>
            </a:r>
            <a:r>
              <a:rPr lang="pt-PT" dirty="0" err="1"/>
              <a:t>sodales</a:t>
            </a:r>
            <a:r>
              <a:rPr lang="pt-PT" dirty="0"/>
              <a:t> </a:t>
            </a:r>
            <a:r>
              <a:rPr lang="pt-PT" dirty="0" err="1"/>
              <a:t>nisi</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54,</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'2020-02-23 05:02',</a:t>
            </a:r>
            <a:endParaRPr dirty="0"/>
          </a:p>
          <a:p>
            <a:pPr marL="0" lvl="0" indent="0" algn="l" rtl="0">
              <a:spcBef>
                <a:spcPts val="0"/>
              </a:spcBef>
              <a:spcAft>
                <a:spcPts val="0"/>
              </a:spcAft>
              <a:buNone/>
            </a:pPr>
            <a:r>
              <a:rPr lang="pt-PT" dirty="0"/>
              <a:t>                         '</a:t>
            </a:r>
            <a:r>
              <a:rPr lang="pt-PT" dirty="0" err="1"/>
              <a:t>orci</a:t>
            </a:r>
            <a:r>
              <a:rPr lang="pt-PT" dirty="0"/>
              <a:t>, </a:t>
            </a:r>
            <a:r>
              <a:rPr lang="pt-PT" dirty="0" err="1"/>
              <a:t>adipiscing</a:t>
            </a:r>
            <a:r>
              <a:rPr lang="pt-PT" dirty="0"/>
              <a:t> non, </a:t>
            </a:r>
            <a:r>
              <a:rPr lang="pt-PT" dirty="0" err="1"/>
              <a:t>luctus</a:t>
            </a:r>
            <a:r>
              <a:rPr lang="pt-PT" dirty="0"/>
              <a:t> </a:t>
            </a:r>
            <a:r>
              <a:rPr lang="pt-PT" dirty="0" err="1"/>
              <a:t>sit</a:t>
            </a:r>
            <a:r>
              <a:rPr lang="pt-PT" dirty="0"/>
              <a:t> </a:t>
            </a:r>
            <a:r>
              <a:rPr lang="pt-PT" dirty="0" err="1"/>
              <a:t>amet</a:t>
            </a:r>
            <a:r>
              <a:rPr lang="pt-PT" dirty="0"/>
              <a:t>, </a:t>
            </a:r>
            <a:r>
              <a:rPr lang="pt-PT" dirty="0" err="1"/>
              <a:t>faucibus</a:t>
            </a:r>
            <a:r>
              <a:rPr lang="pt-PT" dirty="0"/>
              <a:t> ut, </a:t>
            </a:r>
            <a:r>
              <a:rPr lang="pt-PT" dirty="0" err="1"/>
              <a:t>nulla</a:t>
            </a:r>
            <a:r>
              <a:rPr lang="pt-PT" dirty="0"/>
              <a:t>. </a:t>
            </a:r>
            <a:r>
              <a:rPr lang="pt-PT" dirty="0" err="1"/>
              <a:t>Cras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55,</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'2021-01-16 05:01',</a:t>
            </a:r>
            <a:endParaRPr dirty="0"/>
          </a:p>
          <a:p>
            <a:pPr marL="0" lvl="0" indent="0" algn="l" rtl="0">
              <a:spcBef>
                <a:spcPts val="0"/>
              </a:spcBef>
              <a:spcAft>
                <a:spcPts val="0"/>
              </a:spcAft>
              <a:buNone/>
            </a:pPr>
            <a:r>
              <a:rPr lang="pt-PT" dirty="0"/>
              <a:t>                         '</a:t>
            </a:r>
            <a:r>
              <a:rPr lang="pt-PT" dirty="0" err="1"/>
              <a:t>orci</a:t>
            </a:r>
            <a:r>
              <a:rPr lang="pt-PT" dirty="0"/>
              <a:t>. </a:t>
            </a:r>
            <a:r>
              <a:rPr lang="pt-PT" dirty="0" err="1"/>
              <a:t>Phasellus</a:t>
            </a:r>
            <a:r>
              <a:rPr lang="pt-PT" dirty="0"/>
              <a:t> </a:t>
            </a:r>
            <a:r>
              <a:rPr lang="pt-PT" dirty="0" err="1"/>
              <a:t>dapibus</a:t>
            </a:r>
            <a:r>
              <a:rPr lang="pt-PT" dirty="0"/>
              <a:t> </a:t>
            </a:r>
            <a:r>
              <a:rPr lang="pt-PT" dirty="0" err="1"/>
              <a:t>quam</a:t>
            </a:r>
            <a:r>
              <a:rPr lang="pt-PT" dirty="0"/>
              <a:t> quis </a:t>
            </a:r>
            <a:r>
              <a:rPr lang="pt-PT" dirty="0" err="1"/>
              <a:t>diam</a:t>
            </a:r>
            <a:r>
              <a:rPr lang="pt-PT" dirty="0"/>
              <a:t>. </a:t>
            </a:r>
            <a:r>
              <a:rPr lang="pt-PT" dirty="0" err="1"/>
              <a:t>Pellentesque</a:t>
            </a:r>
            <a:r>
              <a:rPr lang="pt-PT" dirty="0"/>
              <a:t> </a:t>
            </a:r>
            <a:r>
              <a:rPr lang="pt-PT" dirty="0" err="1"/>
              <a:t>habitant</a:t>
            </a:r>
            <a:r>
              <a:rPr lang="pt-PT" dirty="0"/>
              <a:t> </a:t>
            </a:r>
            <a:r>
              <a:rPr lang="pt-PT" dirty="0" err="1"/>
              <a:t>morbi</a:t>
            </a:r>
            <a:r>
              <a:rPr lang="pt-PT" dirty="0"/>
              <a:t> </a:t>
            </a:r>
            <a:r>
              <a:rPr lang="pt-PT" dirty="0" err="1"/>
              <a:t>tristique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56,</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'2020-05-15 09:05',</a:t>
            </a:r>
            <a:endParaRPr dirty="0"/>
          </a:p>
          <a:p>
            <a:pPr marL="0" lvl="0" indent="0" algn="l" rtl="0">
              <a:spcBef>
                <a:spcPts val="0"/>
              </a:spcBef>
              <a:spcAft>
                <a:spcPts val="0"/>
              </a:spcAft>
              <a:buNone/>
            </a:pPr>
            <a:r>
              <a:rPr lang="pt-PT" dirty="0"/>
              <a:t>                         '</a:t>
            </a:r>
            <a:r>
              <a:rPr lang="pt-PT" dirty="0" err="1"/>
              <a:t>interdum</a:t>
            </a:r>
            <a:r>
              <a:rPr lang="pt-PT" dirty="0"/>
              <a:t>. </a:t>
            </a:r>
            <a:r>
              <a:rPr lang="pt-PT" dirty="0" err="1"/>
              <a:t>Curabitur</a:t>
            </a:r>
            <a:r>
              <a:rPr lang="pt-PT" dirty="0"/>
              <a:t> </a:t>
            </a:r>
            <a:r>
              <a:rPr lang="pt-PT" dirty="0" err="1"/>
              <a:t>dictum</a:t>
            </a:r>
            <a:r>
              <a:rPr lang="pt-PT" dirty="0"/>
              <a:t>. </a:t>
            </a:r>
            <a:r>
              <a:rPr lang="pt-PT" dirty="0" err="1"/>
              <a:t>Phasellus</a:t>
            </a:r>
            <a:r>
              <a:rPr lang="pt-PT" dirty="0"/>
              <a:t> in </a:t>
            </a:r>
            <a:r>
              <a:rPr lang="pt-PT" dirty="0" err="1"/>
              <a:t>felis</a:t>
            </a:r>
            <a:r>
              <a:rPr lang="pt-PT" dirty="0"/>
              <a:t>. </a:t>
            </a:r>
            <a:r>
              <a:rPr lang="pt-PT" dirty="0" err="1"/>
              <a:t>Nulla</a:t>
            </a:r>
            <a:r>
              <a:rPr lang="pt-PT" dirty="0"/>
              <a:t> </a:t>
            </a:r>
            <a:r>
              <a:rPr lang="pt-PT" dirty="0" err="1"/>
              <a:t>tempor</a:t>
            </a:r>
            <a:r>
              <a:rPr lang="pt-PT" dirty="0"/>
              <a:t> augue </a:t>
            </a:r>
            <a:r>
              <a:rPr lang="pt-PT" dirty="0" err="1"/>
              <a:t>ac</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57,</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'2020-03-10 01:03',</a:t>
            </a:r>
            <a:endParaRPr dirty="0"/>
          </a:p>
          <a:p>
            <a:pPr marL="0" lvl="0" indent="0" algn="l" rtl="0">
              <a:spcBef>
                <a:spcPts val="0"/>
              </a:spcBef>
              <a:spcAft>
                <a:spcPts val="0"/>
              </a:spcAft>
              <a:buNone/>
            </a:pPr>
            <a:r>
              <a:rPr lang="pt-PT" dirty="0"/>
              <a:t>                         '</a:t>
            </a:r>
            <a:r>
              <a:rPr lang="pt-PT" dirty="0" err="1"/>
              <a:t>adipiscing</a:t>
            </a:r>
            <a:r>
              <a:rPr lang="pt-PT" dirty="0"/>
              <a:t> </a:t>
            </a:r>
            <a:r>
              <a:rPr lang="pt-PT" dirty="0" err="1"/>
              <a:t>elit</a:t>
            </a:r>
            <a:r>
              <a:rPr lang="pt-PT" dirty="0"/>
              <a:t>. </a:t>
            </a:r>
            <a:r>
              <a:rPr lang="pt-PT" dirty="0" err="1"/>
              <a:t>Etiam</a:t>
            </a:r>
            <a:r>
              <a:rPr lang="pt-PT" dirty="0"/>
              <a:t> </a:t>
            </a:r>
            <a:r>
              <a:rPr lang="pt-PT" dirty="0" err="1"/>
              <a:t>laoreet</a:t>
            </a:r>
            <a:r>
              <a:rPr lang="pt-PT" dirty="0"/>
              <a:t>, libero </a:t>
            </a:r>
            <a:r>
              <a:rPr lang="pt-PT" dirty="0" err="1"/>
              <a:t>et</a:t>
            </a:r>
            <a:r>
              <a:rPr lang="pt-PT" dirty="0"/>
              <a:t> </a:t>
            </a:r>
            <a:r>
              <a:rPr lang="pt-PT" dirty="0" err="1"/>
              <a:t>tristique</a:t>
            </a:r>
            <a:r>
              <a:rPr lang="pt-PT" dirty="0"/>
              <a:t> </a:t>
            </a:r>
            <a:r>
              <a:rPr lang="pt-PT" dirty="0" err="1"/>
              <a:t>pellentesque</a:t>
            </a:r>
            <a:r>
              <a:rPr lang="pt-PT" dirty="0"/>
              <a:t>, </a:t>
            </a:r>
            <a:r>
              <a:rPr lang="pt-PT" dirty="0" err="1"/>
              <a:t>tellus</a:t>
            </a:r>
            <a:r>
              <a:rPr lang="pt-PT" dirty="0"/>
              <a:t> sem'</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58,</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'2020-07-12 10:07',</a:t>
            </a:r>
            <a:endParaRPr dirty="0"/>
          </a:p>
          <a:p>
            <a:pPr marL="0" lvl="0" indent="0" algn="l" rtl="0">
              <a:spcBef>
                <a:spcPts val="0"/>
              </a:spcBef>
              <a:spcAft>
                <a:spcPts val="0"/>
              </a:spcAft>
              <a:buNone/>
            </a:pPr>
            <a:r>
              <a:rPr lang="pt-PT" dirty="0"/>
              <a:t>                         '</a:t>
            </a:r>
            <a:r>
              <a:rPr lang="pt-PT" dirty="0" err="1"/>
              <a:t>et</a:t>
            </a:r>
            <a:r>
              <a:rPr lang="pt-PT" dirty="0"/>
              <a:t> libero. </a:t>
            </a:r>
            <a:r>
              <a:rPr lang="pt-PT" dirty="0" err="1"/>
              <a:t>Proin</a:t>
            </a:r>
            <a:r>
              <a:rPr lang="pt-PT" dirty="0"/>
              <a:t> mi. </a:t>
            </a:r>
            <a:r>
              <a:rPr lang="pt-PT" dirty="0" err="1"/>
              <a:t>Aliquam</a:t>
            </a:r>
            <a:r>
              <a:rPr lang="pt-PT" dirty="0"/>
              <a:t> gravida </a:t>
            </a:r>
            <a:r>
              <a:rPr lang="pt-PT" dirty="0" err="1"/>
              <a:t>mauris</a:t>
            </a:r>
            <a:r>
              <a:rPr lang="pt-PT" dirty="0"/>
              <a:t> ut mi. </a:t>
            </a:r>
            <a:r>
              <a:rPr lang="pt-PT" dirty="0" err="1"/>
              <a:t>Duis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59,</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'2020-06-05 07:06',</a:t>
            </a:r>
            <a:endParaRPr dirty="0"/>
          </a:p>
          <a:p>
            <a:pPr marL="0" lvl="0" indent="0" algn="l" rtl="0">
              <a:spcBef>
                <a:spcPts val="0"/>
              </a:spcBef>
              <a:spcAft>
                <a:spcPts val="0"/>
              </a:spcAft>
              <a:buNone/>
            </a:pPr>
            <a:r>
              <a:rPr lang="pt-PT" dirty="0"/>
              <a:t>                         '</a:t>
            </a:r>
            <a:r>
              <a:rPr lang="pt-PT" dirty="0" err="1"/>
              <a:t>Aenean</a:t>
            </a:r>
            <a:r>
              <a:rPr lang="pt-PT" dirty="0"/>
              <a:t> </a:t>
            </a:r>
            <a:r>
              <a:rPr lang="pt-PT" dirty="0" err="1"/>
              <a:t>eget</a:t>
            </a:r>
            <a:r>
              <a:rPr lang="pt-PT" dirty="0"/>
              <a:t> magna. </a:t>
            </a:r>
            <a:r>
              <a:rPr lang="pt-PT" dirty="0" err="1"/>
              <a:t>Suspendisse</a:t>
            </a:r>
            <a:r>
              <a:rPr lang="pt-PT" dirty="0"/>
              <a:t> </a:t>
            </a:r>
            <a:r>
              <a:rPr lang="pt-PT" dirty="0" err="1"/>
              <a:t>tristique</a:t>
            </a:r>
            <a:r>
              <a:rPr lang="pt-PT" dirty="0"/>
              <a:t> </a:t>
            </a:r>
            <a:r>
              <a:rPr lang="pt-PT" dirty="0" err="1"/>
              <a:t>neque</a:t>
            </a:r>
            <a:r>
              <a:rPr lang="pt-PT" dirty="0"/>
              <a:t> </a:t>
            </a:r>
            <a:r>
              <a:rPr lang="pt-PT" dirty="0" err="1"/>
              <a:t>venenatis</a:t>
            </a:r>
            <a:r>
              <a:rPr lang="pt-PT" dirty="0"/>
              <a:t> </a:t>
            </a:r>
            <a:r>
              <a:rPr lang="pt-PT" dirty="0" err="1"/>
              <a:t>lacus</a:t>
            </a:r>
            <a:r>
              <a:rPr lang="pt-PT" dirty="0"/>
              <a:t>. </a:t>
            </a:r>
            <a:r>
              <a:rPr lang="pt-PT" dirty="0" err="1"/>
              <a:t>Etiam</a:t>
            </a:r>
            <a:r>
              <a:rPr lang="pt-PT" dirty="0"/>
              <a:t> </a:t>
            </a:r>
            <a:r>
              <a:rPr lang="pt-PT" dirty="0" err="1"/>
              <a:t>bibendum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60,</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'2020-06-16 04:06',</a:t>
            </a:r>
            <a:endParaRPr dirty="0"/>
          </a:p>
          <a:p>
            <a:pPr marL="0" lvl="0" indent="0" algn="l" rtl="0">
              <a:spcBef>
                <a:spcPts val="0"/>
              </a:spcBef>
              <a:spcAft>
                <a:spcPts val="0"/>
              </a:spcAft>
              <a:buNone/>
            </a:pPr>
            <a:r>
              <a:rPr lang="pt-PT" dirty="0"/>
              <a:t>                         '</a:t>
            </a:r>
            <a:r>
              <a:rPr lang="pt-PT" dirty="0" err="1"/>
              <a:t>commodo</a:t>
            </a:r>
            <a:r>
              <a:rPr lang="pt-PT" dirty="0"/>
              <a:t> </a:t>
            </a:r>
            <a:r>
              <a:rPr lang="pt-PT" dirty="0" err="1"/>
              <a:t>auctor</a:t>
            </a:r>
            <a:r>
              <a:rPr lang="pt-PT" dirty="0"/>
              <a:t> </a:t>
            </a:r>
            <a:r>
              <a:rPr lang="pt-PT" dirty="0" err="1"/>
              <a:t>velit</a:t>
            </a:r>
            <a:r>
              <a:rPr lang="pt-PT" dirty="0"/>
              <a:t>. </a:t>
            </a:r>
            <a:r>
              <a:rPr lang="pt-PT" dirty="0" err="1"/>
              <a:t>Aliquam</a:t>
            </a:r>
            <a:r>
              <a:rPr lang="pt-PT" dirty="0"/>
              <a:t> </a:t>
            </a:r>
            <a:r>
              <a:rPr lang="pt-PT" dirty="0" err="1"/>
              <a:t>nisl</a:t>
            </a:r>
            <a:r>
              <a:rPr lang="pt-PT" dirty="0"/>
              <a:t>. </a:t>
            </a:r>
            <a:r>
              <a:rPr lang="pt-PT" dirty="0" err="1"/>
              <a:t>Nulla</a:t>
            </a:r>
            <a:r>
              <a:rPr lang="pt-PT" dirty="0"/>
              <a:t> eu </a:t>
            </a:r>
            <a:r>
              <a:rPr lang="pt-PT" dirty="0" err="1"/>
              <a:t>neque</a:t>
            </a:r>
            <a:r>
              <a:rPr lang="pt-PT" dirty="0"/>
              <a:t> </a:t>
            </a:r>
            <a:r>
              <a:rPr lang="pt-PT" dirty="0" err="1"/>
              <a:t>pellentesque</a:t>
            </a:r>
            <a:r>
              <a:rPr lang="pt-PT" dirty="0"/>
              <a:t> massa'</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61,</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'2021-04-05 03:04',</a:t>
            </a:r>
            <a:endParaRPr dirty="0"/>
          </a:p>
          <a:p>
            <a:pPr marL="0" lvl="0" indent="0" algn="l" rtl="0">
              <a:spcBef>
                <a:spcPts val="0"/>
              </a:spcBef>
              <a:spcAft>
                <a:spcPts val="0"/>
              </a:spcAft>
              <a:buNone/>
            </a:pPr>
            <a:r>
              <a:rPr lang="pt-PT" dirty="0"/>
              <a:t>                         '</a:t>
            </a:r>
            <a:r>
              <a:rPr lang="pt-PT" dirty="0" err="1"/>
              <a:t>fames</a:t>
            </a:r>
            <a:r>
              <a:rPr lang="pt-PT" dirty="0"/>
              <a:t> </a:t>
            </a:r>
            <a:r>
              <a:rPr lang="pt-PT" dirty="0" err="1"/>
              <a:t>ac</a:t>
            </a:r>
            <a:r>
              <a:rPr lang="pt-PT" dirty="0"/>
              <a:t> </a:t>
            </a:r>
            <a:r>
              <a:rPr lang="pt-PT" dirty="0" err="1"/>
              <a:t>turpis</a:t>
            </a:r>
            <a:r>
              <a:rPr lang="pt-PT" dirty="0"/>
              <a:t> egestas. </a:t>
            </a:r>
            <a:r>
              <a:rPr lang="pt-PT" dirty="0" err="1"/>
              <a:t>Aliquam</a:t>
            </a:r>
            <a:r>
              <a:rPr lang="pt-PT" dirty="0"/>
              <a:t> </a:t>
            </a:r>
            <a:r>
              <a:rPr lang="pt-PT" dirty="0" err="1"/>
              <a:t>fringilla</a:t>
            </a:r>
            <a:r>
              <a:rPr lang="pt-PT" dirty="0"/>
              <a:t> </a:t>
            </a:r>
            <a:r>
              <a:rPr lang="pt-PT" dirty="0" err="1"/>
              <a:t>cursus</a:t>
            </a:r>
            <a:r>
              <a:rPr lang="pt-PT" dirty="0"/>
              <a:t> purus. </a:t>
            </a:r>
            <a:r>
              <a:rPr lang="pt-PT" dirty="0" err="1"/>
              <a:t>Nullam</a:t>
            </a:r>
            <a:r>
              <a:rPr lang="pt-PT" dirty="0"/>
              <a:t> </a:t>
            </a:r>
            <a:r>
              <a:rPr lang="pt-PT" dirty="0" err="1"/>
              <a:t>scelerisque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62,</a:t>
            </a:r>
            <a:endParaRPr dirty="0"/>
          </a:p>
          <a:p>
            <a:pPr marL="0" lvl="0" indent="0" algn="l" rtl="0">
              <a:spcBef>
                <a:spcPts val="0"/>
              </a:spcBef>
              <a:spcAft>
                <a:spcPts val="0"/>
              </a:spcAft>
              <a:buNone/>
            </a:pPr>
            <a:r>
              <a:rPr lang="pt-PT" dirty="0"/>
              <a:t>                         28,</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'2021-05-21 05:05',</a:t>
            </a:r>
            <a:endParaRPr dirty="0"/>
          </a:p>
          <a:p>
            <a:pPr marL="0" lvl="0" indent="0" algn="l" rtl="0">
              <a:spcBef>
                <a:spcPts val="0"/>
              </a:spcBef>
              <a:spcAft>
                <a:spcPts val="0"/>
              </a:spcAft>
              <a:buNone/>
            </a:pPr>
            <a:r>
              <a:rPr lang="pt-PT" dirty="0"/>
              <a:t>                         '</a:t>
            </a:r>
            <a:r>
              <a:rPr lang="pt-PT" dirty="0" err="1"/>
              <a:t>ligula</a:t>
            </a:r>
            <a:r>
              <a:rPr lang="pt-PT" dirty="0"/>
              <a:t> </a:t>
            </a:r>
            <a:r>
              <a:rPr lang="pt-PT" dirty="0" err="1"/>
              <a:t>elit</a:t>
            </a:r>
            <a:r>
              <a:rPr lang="pt-PT" dirty="0"/>
              <a:t>, </a:t>
            </a:r>
            <a:r>
              <a:rPr lang="pt-PT" dirty="0" err="1"/>
              <a:t>pretium</a:t>
            </a:r>
            <a:r>
              <a:rPr lang="pt-PT" dirty="0"/>
              <a:t> </a:t>
            </a:r>
            <a:r>
              <a:rPr lang="pt-PT" dirty="0" err="1"/>
              <a:t>et</a:t>
            </a:r>
            <a:r>
              <a:rPr lang="pt-PT" dirty="0"/>
              <a:t>, </a:t>
            </a:r>
            <a:r>
              <a:rPr lang="pt-PT" dirty="0" err="1"/>
              <a:t>rutrum</a:t>
            </a:r>
            <a:r>
              <a:rPr lang="pt-PT" dirty="0"/>
              <a:t> non, </a:t>
            </a:r>
            <a:r>
              <a:rPr lang="pt-PT" dirty="0" err="1"/>
              <a:t>hendrerit</a:t>
            </a:r>
            <a:r>
              <a:rPr lang="pt-PT" dirty="0"/>
              <a:t> id, ante. </a:t>
            </a:r>
            <a:r>
              <a:rPr lang="pt-PT" dirty="0" err="1"/>
              <a:t>Nunc</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63,</a:t>
            </a:r>
            <a:endParaRPr dirty="0"/>
          </a:p>
          <a:p>
            <a:pPr marL="0" lvl="0" indent="0" algn="l" rtl="0">
              <a:spcBef>
                <a:spcPts val="0"/>
              </a:spcBef>
              <a:spcAft>
                <a:spcPts val="0"/>
              </a:spcAft>
              <a:buNone/>
            </a:pPr>
            <a:r>
              <a:rPr lang="pt-PT" dirty="0"/>
              <a:t>                         25,</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'2020-03-29 03:03',</a:t>
            </a:r>
            <a:endParaRPr dirty="0"/>
          </a:p>
          <a:p>
            <a:pPr marL="0" lvl="0" indent="0" algn="l" rtl="0">
              <a:spcBef>
                <a:spcPts val="0"/>
              </a:spcBef>
              <a:spcAft>
                <a:spcPts val="0"/>
              </a:spcAft>
              <a:buNone/>
            </a:pPr>
            <a:r>
              <a:rPr lang="pt-PT" dirty="0"/>
              <a:t>                         '</a:t>
            </a:r>
            <a:r>
              <a:rPr lang="pt-PT" dirty="0" err="1"/>
              <a:t>lectus</a:t>
            </a:r>
            <a:r>
              <a:rPr lang="pt-PT" dirty="0"/>
              <a:t>, a </a:t>
            </a:r>
            <a:r>
              <a:rPr lang="pt-PT" dirty="0" err="1"/>
              <a:t>sollicitudin</a:t>
            </a:r>
            <a:r>
              <a:rPr lang="pt-PT" dirty="0"/>
              <a:t> </a:t>
            </a:r>
            <a:r>
              <a:rPr lang="pt-PT" dirty="0" err="1"/>
              <a:t>orci</a:t>
            </a:r>
            <a:r>
              <a:rPr lang="pt-PT" dirty="0"/>
              <a:t> sem </a:t>
            </a:r>
            <a:r>
              <a:rPr lang="pt-PT" dirty="0" err="1"/>
              <a:t>eget</a:t>
            </a:r>
            <a:r>
              <a:rPr lang="pt-PT" dirty="0"/>
              <a:t> massa. </a:t>
            </a:r>
            <a:r>
              <a:rPr lang="pt-PT" dirty="0" err="1"/>
              <a:t>Suspendisse</a:t>
            </a:r>
            <a:r>
              <a:rPr lang="pt-PT" dirty="0"/>
              <a:t> </a:t>
            </a:r>
            <a:r>
              <a:rPr lang="pt-PT" dirty="0" err="1"/>
              <a:t>eleifend</a:t>
            </a:r>
            <a:r>
              <a:rPr lang="pt-PT" dirty="0"/>
              <a:t>. </a:t>
            </a:r>
            <a:r>
              <a:rPr lang="pt-PT" dirty="0" err="1"/>
              <a:t>Cras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64,</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'2020-02-25 12:02',</a:t>
            </a:r>
            <a:endParaRPr dirty="0"/>
          </a:p>
          <a:p>
            <a:pPr marL="0" lvl="0" indent="0" algn="l" rtl="0">
              <a:spcBef>
                <a:spcPts val="0"/>
              </a:spcBef>
              <a:spcAft>
                <a:spcPts val="0"/>
              </a:spcAft>
              <a:buNone/>
            </a:pPr>
            <a:r>
              <a:rPr lang="pt-PT" dirty="0"/>
              <a:t>                         '</a:t>
            </a:r>
            <a:r>
              <a:rPr lang="pt-PT" dirty="0" err="1"/>
              <a:t>dolor</a:t>
            </a:r>
            <a:r>
              <a:rPr lang="pt-PT" dirty="0"/>
              <a:t>. </a:t>
            </a:r>
            <a:r>
              <a:rPr lang="pt-PT" dirty="0" err="1"/>
              <a:t>Donec</a:t>
            </a:r>
            <a:r>
              <a:rPr lang="pt-PT" dirty="0"/>
              <a:t> </a:t>
            </a:r>
            <a:r>
              <a:rPr lang="pt-PT" dirty="0" err="1"/>
              <a:t>fringilla</a:t>
            </a:r>
            <a:r>
              <a:rPr lang="pt-PT" dirty="0"/>
              <a:t>. </a:t>
            </a:r>
            <a:r>
              <a:rPr lang="pt-PT" dirty="0" err="1"/>
              <a:t>Donec</a:t>
            </a:r>
            <a:r>
              <a:rPr lang="pt-PT" dirty="0"/>
              <a:t> </a:t>
            </a:r>
            <a:r>
              <a:rPr lang="pt-PT" dirty="0" err="1"/>
              <a:t>feugiat</a:t>
            </a:r>
            <a:r>
              <a:rPr lang="pt-PT" dirty="0"/>
              <a:t> </a:t>
            </a:r>
            <a:r>
              <a:rPr lang="pt-PT" dirty="0" err="1"/>
              <a:t>metus</a:t>
            </a:r>
            <a:r>
              <a:rPr lang="pt-PT" dirty="0"/>
              <a:t> </a:t>
            </a:r>
            <a:r>
              <a:rPr lang="pt-PT" dirty="0" err="1"/>
              <a:t>sit</a:t>
            </a:r>
            <a:r>
              <a:rPr lang="pt-PT" dirty="0"/>
              <a:t> </a:t>
            </a:r>
            <a:r>
              <a:rPr lang="pt-PT" dirty="0" err="1"/>
              <a:t>amet</a:t>
            </a:r>
            <a:r>
              <a:rPr lang="pt-PT" dirty="0"/>
              <a:t> ante. </a:t>
            </a:r>
            <a:r>
              <a:rPr lang="pt-PT" dirty="0" err="1"/>
              <a:t>Vivamus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65,</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'2021-05-04 09:05',</a:t>
            </a:r>
            <a:endParaRPr dirty="0"/>
          </a:p>
          <a:p>
            <a:pPr marL="0" lvl="0" indent="0" algn="l" rtl="0">
              <a:spcBef>
                <a:spcPts val="0"/>
              </a:spcBef>
              <a:spcAft>
                <a:spcPts val="0"/>
              </a:spcAft>
              <a:buNone/>
            </a:pPr>
            <a:r>
              <a:rPr lang="pt-PT" dirty="0"/>
              <a:t>                         '</a:t>
            </a:r>
            <a:r>
              <a:rPr lang="pt-PT" dirty="0" err="1"/>
              <a:t>mauris</a:t>
            </a:r>
            <a:r>
              <a:rPr lang="pt-PT" dirty="0"/>
              <a:t> </a:t>
            </a:r>
            <a:r>
              <a:rPr lang="pt-PT" dirty="0" err="1"/>
              <a:t>sit</a:t>
            </a:r>
            <a:r>
              <a:rPr lang="pt-PT" dirty="0"/>
              <a:t> </a:t>
            </a:r>
            <a:r>
              <a:rPr lang="pt-PT" dirty="0" err="1"/>
              <a:t>amet</a:t>
            </a:r>
            <a:r>
              <a:rPr lang="pt-PT" dirty="0"/>
              <a:t> </a:t>
            </a:r>
            <a:r>
              <a:rPr lang="pt-PT" dirty="0" err="1"/>
              <a:t>lorem</a:t>
            </a:r>
            <a:r>
              <a:rPr lang="pt-PT" dirty="0"/>
              <a:t> </a:t>
            </a:r>
            <a:r>
              <a:rPr lang="pt-PT" dirty="0" err="1"/>
              <a:t>semper</a:t>
            </a:r>
            <a:r>
              <a:rPr lang="pt-PT" dirty="0"/>
              <a:t> </a:t>
            </a:r>
            <a:r>
              <a:rPr lang="pt-PT" dirty="0" err="1"/>
              <a:t>auctor</a:t>
            </a:r>
            <a:r>
              <a:rPr lang="pt-PT" dirty="0"/>
              <a:t>. </a:t>
            </a:r>
            <a:r>
              <a:rPr lang="pt-PT" dirty="0" err="1"/>
              <a:t>Mauris</a:t>
            </a:r>
            <a:r>
              <a:rPr lang="pt-PT" dirty="0"/>
              <a:t> </a:t>
            </a:r>
            <a:r>
              <a:rPr lang="pt-PT" dirty="0" err="1"/>
              <a:t>vel</a:t>
            </a:r>
            <a:r>
              <a:rPr lang="pt-PT" dirty="0"/>
              <a:t> </a:t>
            </a:r>
            <a:r>
              <a:rPr lang="pt-PT" dirty="0" err="1"/>
              <a:t>turpis</a:t>
            </a:r>
            <a:r>
              <a:rPr lang="pt-PT" dirty="0"/>
              <a:t>. </a:t>
            </a:r>
            <a:r>
              <a:rPr lang="pt-PT" dirty="0" err="1"/>
              <a:t>Aliquam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66,</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'2020-11-05 06:11',</a:t>
            </a:r>
            <a:endParaRPr dirty="0"/>
          </a:p>
          <a:p>
            <a:pPr marL="0" lvl="0" indent="0" algn="l" rtl="0">
              <a:spcBef>
                <a:spcPts val="0"/>
              </a:spcBef>
              <a:spcAft>
                <a:spcPts val="0"/>
              </a:spcAft>
              <a:buNone/>
            </a:pPr>
            <a:r>
              <a:rPr lang="pt-PT" dirty="0"/>
              <a:t>                         '</a:t>
            </a:r>
            <a:r>
              <a:rPr lang="pt-PT" dirty="0" err="1"/>
              <a:t>turpis</a:t>
            </a:r>
            <a:r>
              <a:rPr lang="pt-PT" dirty="0"/>
              <a:t>. </a:t>
            </a:r>
            <a:r>
              <a:rPr lang="pt-PT" dirty="0" err="1"/>
              <a:t>Nulla</a:t>
            </a:r>
            <a:r>
              <a:rPr lang="pt-PT" dirty="0"/>
              <a:t> </a:t>
            </a:r>
            <a:r>
              <a:rPr lang="pt-PT" dirty="0" err="1"/>
              <a:t>aliquet</a:t>
            </a:r>
            <a:r>
              <a:rPr lang="pt-PT" dirty="0"/>
              <a:t>. </a:t>
            </a:r>
            <a:r>
              <a:rPr lang="pt-PT" dirty="0" err="1"/>
              <a:t>Proin</a:t>
            </a:r>
            <a:r>
              <a:rPr lang="pt-PT" dirty="0"/>
              <a:t> </a:t>
            </a:r>
            <a:r>
              <a:rPr lang="pt-PT" dirty="0" err="1"/>
              <a:t>velit</a:t>
            </a:r>
            <a:r>
              <a:rPr lang="pt-PT" dirty="0"/>
              <a:t>. </a:t>
            </a:r>
            <a:r>
              <a:rPr lang="pt-PT" dirty="0" err="1"/>
              <a:t>Sed</a:t>
            </a:r>
            <a:r>
              <a:rPr lang="pt-PT" dirty="0"/>
              <a:t> </a:t>
            </a:r>
            <a:r>
              <a:rPr lang="pt-PT" dirty="0" err="1"/>
              <a:t>malesuada</a:t>
            </a:r>
            <a:r>
              <a:rPr lang="pt-PT" dirty="0"/>
              <a:t> augue ut </a:t>
            </a:r>
            <a:r>
              <a:rPr lang="pt-PT" dirty="0" err="1"/>
              <a:t>lacus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67,</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'2021-02-10 01:02',</a:t>
            </a:r>
            <a:endParaRPr dirty="0"/>
          </a:p>
          <a:p>
            <a:pPr marL="0" lvl="0" indent="0" algn="l" rtl="0">
              <a:spcBef>
                <a:spcPts val="0"/>
              </a:spcBef>
              <a:spcAft>
                <a:spcPts val="0"/>
              </a:spcAft>
              <a:buNone/>
            </a:pPr>
            <a:r>
              <a:rPr lang="pt-PT" dirty="0"/>
              <a:t>                         '</a:t>
            </a:r>
            <a:r>
              <a:rPr lang="pt-PT" dirty="0" err="1"/>
              <a:t>euismod</a:t>
            </a:r>
            <a:r>
              <a:rPr lang="pt-PT" dirty="0"/>
              <a:t> </a:t>
            </a:r>
            <a:r>
              <a:rPr lang="pt-PT" dirty="0" err="1"/>
              <a:t>enim</a:t>
            </a:r>
            <a:r>
              <a:rPr lang="pt-PT" dirty="0"/>
              <a:t>. </a:t>
            </a:r>
            <a:r>
              <a:rPr lang="pt-PT" dirty="0" err="1"/>
              <a:t>Etiam</a:t>
            </a:r>
            <a:r>
              <a:rPr lang="pt-PT" dirty="0"/>
              <a:t> gravida </a:t>
            </a:r>
            <a:r>
              <a:rPr lang="pt-PT" dirty="0" err="1"/>
              <a:t>molestie</a:t>
            </a:r>
            <a:r>
              <a:rPr lang="pt-PT" dirty="0"/>
              <a:t> </a:t>
            </a:r>
            <a:r>
              <a:rPr lang="pt-PT" dirty="0" err="1"/>
              <a:t>arcu</a:t>
            </a:r>
            <a:r>
              <a:rPr lang="pt-PT" dirty="0"/>
              <a:t>. </a:t>
            </a:r>
            <a:r>
              <a:rPr lang="pt-PT" dirty="0" err="1"/>
              <a:t>Sed</a:t>
            </a:r>
            <a:r>
              <a:rPr lang="pt-PT" dirty="0"/>
              <a:t> eu </a:t>
            </a:r>
            <a:r>
              <a:rPr lang="pt-PT" dirty="0" err="1"/>
              <a:t>nibh</a:t>
            </a:r>
            <a:r>
              <a:rPr lang="pt-PT" dirty="0"/>
              <a:t> </a:t>
            </a:r>
            <a:r>
              <a:rPr lang="pt-PT" dirty="0" err="1"/>
              <a:t>vulputate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68,</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'2021-02-26 11:02',</a:t>
            </a:r>
            <a:endParaRPr dirty="0"/>
          </a:p>
          <a:p>
            <a:pPr marL="0" lvl="0" indent="0" algn="l" rtl="0">
              <a:spcBef>
                <a:spcPts val="0"/>
              </a:spcBef>
              <a:spcAft>
                <a:spcPts val="0"/>
              </a:spcAft>
              <a:buNone/>
            </a:pPr>
            <a:r>
              <a:rPr lang="pt-PT" dirty="0"/>
              <a:t>                         'mi </a:t>
            </a:r>
            <a:r>
              <a:rPr lang="pt-PT" dirty="0" err="1"/>
              <a:t>felis</a:t>
            </a:r>
            <a:r>
              <a:rPr lang="pt-PT" dirty="0"/>
              <a:t>, </a:t>
            </a:r>
            <a:r>
              <a:rPr lang="pt-PT" dirty="0" err="1"/>
              <a:t>adipiscing</a:t>
            </a:r>
            <a:r>
              <a:rPr lang="pt-PT" dirty="0"/>
              <a:t> </a:t>
            </a:r>
            <a:r>
              <a:rPr lang="pt-PT" dirty="0" err="1"/>
              <a:t>fringilla</a:t>
            </a:r>
            <a:r>
              <a:rPr lang="pt-PT" dirty="0"/>
              <a:t>, </a:t>
            </a:r>
            <a:r>
              <a:rPr lang="pt-PT" dirty="0" err="1"/>
              <a:t>porttitor</a:t>
            </a:r>
            <a:r>
              <a:rPr lang="pt-PT" dirty="0"/>
              <a:t> </a:t>
            </a:r>
            <a:r>
              <a:rPr lang="pt-PT" dirty="0" err="1"/>
              <a:t>vulputate</a:t>
            </a:r>
            <a:r>
              <a:rPr lang="pt-PT" dirty="0"/>
              <a:t>, </a:t>
            </a:r>
            <a:r>
              <a:rPr lang="pt-PT" dirty="0" err="1"/>
              <a:t>posuere</a:t>
            </a:r>
            <a:r>
              <a:rPr lang="pt-PT" dirty="0"/>
              <a:t> </a:t>
            </a:r>
            <a:r>
              <a:rPr lang="pt-PT" dirty="0" err="1"/>
              <a:t>vulputate</a:t>
            </a:r>
            <a:r>
              <a:rPr lang="pt-PT" dirty="0"/>
              <a:t>, </a:t>
            </a:r>
            <a:r>
              <a:rPr lang="pt-PT" dirty="0" err="1"/>
              <a:t>lacus</a:t>
            </a:r>
            <a:r>
              <a:rPr lang="pt-PT" dirty="0"/>
              <a:t>. </a:t>
            </a:r>
            <a:r>
              <a:rPr lang="pt-PT" dirty="0" err="1"/>
              <a:t>Cras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69,</a:t>
            </a:r>
            <a:endParaRPr dirty="0"/>
          </a:p>
          <a:p>
            <a:pPr marL="0" lvl="0" indent="0" algn="l" rtl="0">
              <a:spcBef>
                <a:spcPts val="0"/>
              </a:spcBef>
              <a:spcAft>
                <a:spcPts val="0"/>
              </a:spcAft>
              <a:buNone/>
            </a:pPr>
            <a:r>
              <a:rPr lang="pt-PT" dirty="0"/>
              <a:t>                         27,</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'2020-08-18 11:08',</a:t>
            </a:r>
            <a:endParaRPr dirty="0"/>
          </a:p>
          <a:p>
            <a:pPr marL="0" lvl="0" indent="0" algn="l" rtl="0">
              <a:spcBef>
                <a:spcPts val="0"/>
              </a:spcBef>
              <a:spcAft>
                <a:spcPts val="0"/>
              </a:spcAft>
              <a:buNone/>
            </a:pPr>
            <a:r>
              <a:rPr lang="pt-PT" dirty="0"/>
              <a:t>                         'quis, pede. </a:t>
            </a:r>
            <a:r>
              <a:rPr lang="pt-PT" dirty="0" err="1"/>
              <a:t>Suspendisse</a:t>
            </a:r>
            <a:r>
              <a:rPr lang="pt-PT" dirty="0"/>
              <a:t> </a:t>
            </a:r>
            <a:r>
              <a:rPr lang="pt-PT" dirty="0" err="1"/>
              <a:t>dui</a:t>
            </a:r>
            <a:r>
              <a:rPr lang="pt-PT" dirty="0"/>
              <a:t>. </a:t>
            </a:r>
            <a:r>
              <a:rPr lang="pt-PT" dirty="0" err="1"/>
              <a:t>Fusce</a:t>
            </a:r>
            <a:r>
              <a:rPr lang="pt-PT" dirty="0"/>
              <a:t> </a:t>
            </a:r>
            <a:r>
              <a:rPr lang="pt-PT" dirty="0" err="1"/>
              <a:t>diam</a:t>
            </a:r>
            <a:r>
              <a:rPr lang="pt-PT" dirty="0"/>
              <a:t> </a:t>
            </a:r>
            <a:r>
              <a:rPr lang="pt-PT" dirty="0" err="1"/>
              <a:t>nunc</a:t>
            </a:r>
            <a:r>
              <a:rPr lang="pt-PT" dirty="0"/>
              <a:t>, </a:t>
            </a:r>
            <a:r>
              <a:rPr lang="pt-PT" dirty="0" err="1"/>
              <a:t>ullamcorper</a:t>
            </a:r>
            <a:r>
              <a:rPr lang="pt-PT" dirty="0"/>
              <a:t> eu, </a:t>
            </a:r>
            <a:r>
              <a:rPr lang="pt-PT" dirty="0" err="1"/>
              <a:t>euismod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70,</a:t>
            </a:r>
            <a:endParaRPr dirty="0"/>
          </a:p>
          <a:p>
            <a:pPr marL="0" lvl="0" indent="0" algn="l" rtl="0">
              <a:spcBef>
                <a:spcPts val="0"/>
              </a:spcBef>
              <a:spcAft>
                <a:spcPts val="0"/>
              </a:spcAft>
              <a:buNone/>
            </a:pPr>
            <a:r>
              <a:rPr lang="pt-PT" dirty="0"/>
              <a:t>                         16,</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'2021-04-28 12:04',</a:t>
            </a:r>
            <a:endParaRPr dirty="0"/>
          </a:p>
          <a:p>
            <a:pPr marL="0" lvl="0" indent="0" algn="l" rtl="0">
              <a:spcBef>
                <a:spcPts val="0"/>
              </a:spcBef>
              <a:spcAft>
                <a:spcPts val="0"/>
              </a:spcAft>
              <a:buNone/>
            </a:pPr>
            <a:r>
              <a:rPr lang="pt-PT" dirty="0"/>
              <a:t>                         '</a:t>
            </a:r>
            <a:r>
              <a:rPr lang="pt-PT" dirty="0" err="1"/>
              <a:t>lacus</a:t>
            </a:r>
            <a:r>
              <a:rPr lang="pt-PT" dirty="0"/>
              <a:t>. </a:t>
            </a:r>
            <a:r>
              <a:rPr lang="pt-PT" dirty="0" err="1"/>
              <a:t>Quisque</a:t>
            </a:r>
            <a:r>
              <a:rPr lang="pt-PT" dirty="0"/>
              <a:t> purus </a:t>
            </a:r>
            <a:r>
              <a:rPr lang="pt-PT" dirty="0" err="1"/>
              <a:t>sapien</a:t>
            </a:r>
            <a:r>
              <a:rPr lang="pt-PT" dirty="0"/>
              <a:t>, gravida non, </a:t>
            </a:r>
            <a:r>
              <a:rPr lang="pt-PT" dirty="0" err="1"/>
              <a:t>sollicitudin</a:t>
            </a:r>
            <a:r>
              <a:rPr lang="pt-PT" dirty="0"/>
              <a:t> a, </a:t>
            </a:r>
            <a:r>
              <a:rPr lang="pt-PT" dirty="0" err="1"/>
              <a:t>malesuada</a:t>
            </a:r>
            <a:r>
              <a:rPr lang="pt-PT" dirty="0"/>
              <a:t> id,'</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71,</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'2020-05-31 02:05',</a:t>
            </a:r>
            <a:endParaRPr dirty="0"/>
          </a:p>
          <a:p>
            <a:pPr marL="0" lvl="0" indent="0" algn="l" rtl="0">
              <a:spcBef>
                <a:spcPts val="0"/>
              </a:spcBef>
              <a:spcAft>
                <a:spcPts val="0"/>
              </a:spcAft>
              <a:buNone/>
            </a:pPr>
            <a:r>
              <a:rPr lang="pt-PT" dirty="0"/>
              <a:t>                         'non </a:t>
            </a:r>
            <a:r>
              <a:rPr lang="pt-PT" dirty="0" err="1"/>
              <a:t>leo</a:t>
            </a:r>
            <a:r>
              <a:rPr lang="pt-PT" dirty="0"/>
              <a:t>. </a:t>
            </a:r>
            <a:r>
              <a:rPr lang="pt-PT" dirty="0" err="1"/>
              <a:t>Vivamus</a:t>
            </a:r>
            <a:r>
              <a:rPr lang="pt-PT" dirty="0"/>
              <a:t> </a:t>
            </a:r>
            <a:r>
              <a:rPr lang="pt-PT" dirty="0" err="1"/>
              <a:t>nibh</a:t>
            </a:r>
            <a:r>
              <a:rPr lang="pt-PT" dirty="0"/>
              <a:t> </a:t>
            </a:r>
            <a:r>
              <a:rPr lang="pt-PT" dirty="0" err="1"/>
              <a:t>dolor</a:t>
            </a:r>
            <a:r>
              <a:rPr lang="pt-PT" dirty="0"/>
              <a:t>, </a:t>
            </a:r>
            <a:r>
              <a:rPr lang="pt-PT" dirty="0" err="1"/>
              <a:t>nonummy</a:t>
            </a:r>
            <a:r>
              <a:rPr lang="pt-PT" dirty="0"/>
              <a:t> </a:t>
            </a:r>
            <a:r>
              <a:rPr lang="pt-PT" dirty="0" err="1"/>
              <a:t>ac</a:t>
            </a:r>
            <a:r>
              <a:rPr lang="pt-PT" dirty="0"/>
              <a:t>, </a:t>
            </a:r>
            <a:r>
              <a:rPr lang="pt-PT" dirty="0" err="1"/>
              <a:t>feugiat</a:t>
            </a:r>
            <a:r>
              <a:rPr lang="pt-PT" dirty="0"/>
              <a:t> non, </a:t>
            </a:r>
            <a:r>
              <a:rPr lang="pt-PT" dirty="0" err="1"/>
              <a:t>lobortis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72,</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'2021-05-23 12:05',</a:t>
            </a:r>
            <a:endParaRPr dirty="0"/>
          </a:p>
          <a:p>
            <a:pPr marL="0" lvl="0" indent="0" algn="l" rtl="0">
              <a:spcBef>
                <a:spcPts val="0"/>
              </a:spcBef>
              <a:spcAft>
                <a:spcPts val="0"/>
              </a:spcAft>
              <a:buNone/>
            </a:pPr>
            <a:r>
              <a:rPr lang="pt-PT" dirty="0"/>
              <a:t>                         '</a:t>
            </a:r>
            <a:r>
              <a:rPr lang="pt-PT" dirty="0" err="1"/>
              <a:t>metus</a:t>
            </a:r>
            <a:r>
              <a:rPr lang="pt-PT" dirty="0"/>
              <a:t> vitae </a:t>
            </a:r>
            <a:r>
              <a:rPr lang="pt-PT" dirty="0" err="1"/>
              <a:t>velit</a:t>
            </a:r>
            <a:r>
              <a:rPr lang="pt-PT" dirty="0"/>
              <a:t> egestas </a:t>
            </a:r>
            <a:r>
              <a:rPr lang="pt-PT" dirty="0" err="1"/>
              <a:t>lacinia</a:t>
            </a:r>
            <a:r>
              <a:rPr lang="pt-PT" dirty="0"/>
              <a:t>. </a:t>
            </a:r>
            <a:r>
              <a:rPr lang="pt-PT" dirty="0" err="1"/>
              <a:t>Sed</a:t>
            </a:r>
            <a:r>
              <a:rPr lang="pt-PT" dirty="0"/>
              <a:t> </a:t>
            </a:r>
            <a:r>
              <a:rPr lang="pt-PT" dirty="0" err="1"/>
              <a:t>congue</a:t>
            </a:r>
            <a:r>
              <a:rPr lang="pt-PT" dirty="0"/>
              <a:t>, </a:t>
            </a:r>
            <a:r>
              <a:rPr lang="pt-PT" dirty="0" err="1"/>
              <a:t>elit</a:t>
            </a:r>
            <a:r>
              <a:rPr lang="pt-PT" dirty="0"/>
              <a:t> </a:t>
            </a:r>
            <a:r>
              <a:rPr lang="pt-PT" dirty="0" err="1"/>
              <a:t>sed</a:t>
            </a:r>
            <a:r>
              <a:rPr lang="pt-PT" dirty="0"/>
              <a:t> </a:t>
            </a:r>
            <a:r>
              <a:rPr lang="pt-PT" dirty="0" err="1"/>
              <a:t>consequat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73,</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'2021-02-17 01:02',</a:t>
            </a:r>
            <a:endParaRPr dirty="0"/>
          </a:p>
          <a:p>
            <a:pPr marL="0" lvl="0" indent="0" algn="l" rtl="0">
              <a:spcBef>
                <a:spcPts val="0"/>
              </a:spcBef>
              <a:spcAft>
                <a:spcPts val="0"/>
              </a:spcAft>
              <a:buNone/>
            </a:pPr>
            <a:r>
              <a:rPr lang="pt-PT" dirty="0"/>
              <a:t>                         '</a:t>
            </a:r>
            <a:r>
              <a:rPr lang="pt-PT" dirty="0" err="1"/>
              <a:t>diam</a:t>
            </a:r>
            <a:r>
              <a:rPr lang="pt-PT" dirty="0"/>
              <a:t> </a:t>
            </a:r>
            <a:r>
              <a:rPr lang="pt-PT" dirty="0" err="1"/>
              <a:t>nunc</a:t>
            </a:r>
            <a:r>
              <a:rPr lang="pt-PT" dirty="0"/>
              <a:t>, </a:t>
            </a:r>
            <a:r>
              <a:rPr lang="pt-PT" dirty="0" err="1"/>
              <a:t>ullamcorper</a:t>
            </a:r>
            <a:r>
              <a:rPr lang="pt-PT" dirty="0"/>
              <a:t> eu, </a:t>
            </a:r>
            <a:r>
              <a:rPr lang="pt-PT" dirty="0" err="1"/>
              <a:t>euismod</a:t>
            </a:r>
            <a:r>
              <a:rPr lang="pt-PT" dirty="0"/>
              <a:t> </a:t>
            </a:r>
            <a:r>
              <a:rPr lang="pt-PT" dirty="0" err="1"/>
              <a:t>ac</a:t>
            </a:r>
            <a:r>
              <a:rPr lang="pt-PT" dirty="0"/>
              <a:t>, </a:t>
            </a:r>
            <a:r>
              <a:rPr lang="pt-PT" dirty="0" err="1"/>
              <a:t>fermentum</a:t>
            </a:r>
            <a:r>
              <a:rPr lang="pt-PT" dirty="0"/>
              <a:t> </a:t>
            </a:r>
            <a:r>
              <a:rPr lang="pt-PT" dirty="0" err="1"/>
              <a:t>vel</a:t>
            </a:r>
            <a:r>
              <a:rPr lang="pt-PT" dirty="0"/>
              <a:t>, </a:t>
            </a:r>
            <a:r>
              <a:rPr lang="pt-PT" dirty="0" err="1"/>
              <a:t>mauris</a:t>
            </a:r>
            <a:r>
              <a:rPr lang="pt-PT" dirty="0"/>
              <a:t>. </a:t>
            </a:r>
            <a:r>
              <a:rPr lang="pt-PT" dirty="0" err="1"/>
              <a:t>Integer</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74,</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'2020-12-27 05:12',</a:t>
            </a:r>
            <a:endParaRPr dirty="0"/>
          </a:p>
          <a:p>
            <a:pPr marL="0" lvl="0" indent="0" algn="l" rtl="0">
              <a:spcBef>
                <a:spcPts val="0"/>
              </a:spcBef>
              <a:spcAft>
                <a:spcPts val="0"/>
              </a:spcAft>
              <a:buNone/>
            </a:pPr>
            <a:r>
              <a:rPr lang="pt-PT" dirty="0"/>
              <a:t>                         '</a:t>
            </a:r>
            <a:r>
              <a:rPr lang="pt-PT" dirty="0" err="1"/>
              <a:t>mauris</a:t>
            </a:r>
            <a:r>
              <a:rPr lang="pt-PT" dirty="0"/>
              <a:t> ut mi. </a:t>
            </a:r>
            <a:r>
              <a:rPr lang="pt-PT" dirty="0" err="1"/>
              <a:t>Duis</a:t>
            </a:r>
            <a:r>
              <a:rPr lang="pt-PT" dirty="0"/>
              <a:t> </a:t>
            </a:r>
            <a:r>
              <a:rPr lang="pt-PT" dirty="0" err="1"/>
              <a:t>risus</a:t>
            </a:r>
            <a:r>
              <a:rPr lang="pt-PT" dirty="0"/>
              <a:t> odio, </a:t>
            </a:r>
            <a:r>
              <a:rPr lang="pt-PT" dirty="0" err="1"/>
              <a:t>auctor</a:t>
            </a:r>
            <a:r>
              <a:rPr lang="pt-PT" dirty="0"/>
              <a:t> vitae, </a:t>
            </a:r>
            <a:r>
              <a:rPr lang="pt-PT" dirty="0" err="1"/>
              <a:t>aliquet</a:t>
            </a:r>
            <a:r>
              <a:rPr lang="pt-PT" dirty="0"/>
              <a:t> </a:t>
            </a:r>
            <a:r>
              <a:rPr lang="pt-PT" dirty="0" err="1"/>
              <a:t>nec</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75,</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'2021-05-03 01:05',</a:t>
            </a:r>
            <a:endParaRPr dirty="0"/>
          </a:p>
          <a:p>
            <a:pPr marL="0" lvl="0" indent="0" algn="l" rtl="0">
              <a:spcBef>
                <a:spcPts val="0"/>
              </a:spcBef>
              <a:spcAft>
                <a:spcPts val="0"/>
              </a:spcAft>
              <a:buNone/>
            </a:pPr>
            <a:r>
              <a:rPr lang="pt-PT" dirty="0"/>
              <a:t>                         '</a:t>
            </a:r>
            <a:r>
              <a:rPr lang="pt-PT" dirty="0" err="1"/>
              <a:t>interdum</a:t>
            </a:r>
            <a:r>
              <a:rPr lang="pt-PT" dirty="0"/>
              <a:t>. </a:t>
            </a:r>
            <a:r>
              <a:rPr lang="pt-PT" dirty="0" err="1"/>
              <a:t>Sed</a:t>
            </a:r>
            <a:r>
              <a:rPr lang="pt-PT" dirty="0"/>
              <a:t> </a:t>
            </a:r>
            <a:r>
              <a:rPr lang="pt-PT" dirty="0" err="1"/>
              <a:t>auctor</a:t>
            </a:r>
            <a:r>
              <a:rPr lang="pt-PT" dirty="0"/>
              <a:t> odio a purus. </a:t>
            </a:r>
            <a:r>
              <a:rPr lang="pt-PT" dirty="0" err="1"/>
              <a:t>Duis</a:t>
            </a:r>
            <a:r>
              <a:rPr lang="pt-PT" dirty="0"/>
              <a:t> </a:t>
            </a:r>
            <a:r>
              <a:rPr lang="pt-PT" dirty="0" err="1"/>
              <a:t>elementum</a:t>
            </a:r>
            <a:r>
              <a:rPr lang="pt-PT" dirty="0"/>
              <a:t>, </a:t>
            </a:r>
            <a:r>
              <a:rPr lang="pt-PT" dirty="0" err="1"/>
              <a:t>dui</a:t>
            </a:r>
            <a:r>
              <a:rPr lang="pt-PT" dirty="0"/>
              <a:t> quis'</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76,</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'2021-01-16 07:01',</a:t>
            </a:r>
            <a:endParaRPr dirty="0"/>
          </a:p>
          <a:p>
            <a:pPr marL="0" lvl="0" indent="0" algn="l" rtl="0">
              <a:spcBef>
                <a:spcPts val="0"/>
              </a:spcBef>
              <a:spcAft>
                <a:spcPts val="0"/>
              </a:spcAft>
              <a:buNone/>
            </a:pPr>
            <a:r>
              <a:rPr lang="pt-PT" dirty="0"/>
              <a:t>                         '</a:t>
            </a:r>
            <a:r>
              <a:rPr lang="pt-PT" dirty="0" err="1"/>
              <a:t>lectus</a:t>
            </a:r>
            <a:r>
              <a:rPr lang="pt-PT" dirty="0"/>
              <a:t>, a </a:t>
            </a:r>
            <a:r>
              <a:rPr lang="pt-PT" dirty="0" err="1"/>
              <a:t>sollicitudin</a:t>
            </a:r>
            <a:r>
              <a:rPr lang="pt-PT" dirty="0"/>
              <a:t> </a:t>
            </a:r>
            <a:r>
              <a:rPr lang="pt-PT" dirty="0" err="1"/>
              <a:t>orci</a:t>
            </a:r>
            <a:r>
              <a:rPr lang="pt-PT" dirty="0"/>
              <a:t> sem </a:t>
            </a:r>
            <a:r>
              <a:rPr lang="pt-PT" dirty="0" err="1"/>
              <a:t>eget</a:t>
            </a:r>
            <a:r>
              <a:rPr lang="pt-PT" dirty="0"/>
              <a:t> massa. </a:t>
            </a:r>
            <a:r>
              <a:rPr lang="pt-PT" dirty="0" err="1"/>
              <a:t>Suspendisse</a:t>
            </a:r>
            <a:r>
              <a:rPr lang="pt-PT" dirty="0"/>
              <a:t> </a:t>
            </a:r>
            <a:r>
              <a:rPr lang="pt-PT" dirty="0" err="1"/>
              <a:t>eleifend</a:t>
            </a:r>
            <a:r>
              <a:rPr lang="pt-PT" dirty="0"/>
              <a:t>. </a:t>
            </a:r>
            <a:r>
              <a:rPr lang="pt-PT" dirty="0" err="1"/>
              <a:t>Cras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77,</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'2020-11-26 01:11',</a:t>
            </a:r>
            <a:endParaRPr dirty="0"/>
          </a:p>
          <a:p>
            <a:pPr marL="0" lvl="0" indent="0" algn="l" rtl="0">
              <a:spcBef>
                <a:spcPts val="0"/>
              </a:spcBef>
              <a:spcAft>
                <a:spcPts val="0"/>
              </a:spcAft>
              <a:buNone/>
            </a:pPr>
            <a:r>
              <a:rPr lang="pt-PT" dirty="0"/>
              <a:t>                         '</a:t>
            </a:r>
            <a:r>
              <a:rPr lang="pt-PT" dirty="0" err="1"/>
              <a:t>eget</a:t>
            </a:r>
            <a:r>
              <a:rPr lang="pt-PT" dirty="0"/>
              <a:t> </a:t>
            </a:r>
            <a:r>
              <a:rPr lang="pt-PT" dirty="0" err="1"/>
              <a:t>tincidunt</a:t>
            </a:r>
            <a:r>
              <a:rPr lang="pt-PT" dirty="0"/>
              <a:t> </a:t>
            </a:r>
            <a:r>
              <a:rPr lang="pt-PT" dirty="0" err="1"/>
              <a:t>dui</a:t>
            </a:r>
            <a:r>
              <a:rPr lang="pt-PT" dirty="0"/>
              <a:t> augue eu </a:t>
            </a:r>
            <a:r>
              <a:rPr lang="pt-PT" dirty="0" err="1"/>
              <a:t>tellus</a:t>
            </a:r>
            <a:r>
              <a:rPr lang="pt-PT" dirty="0"/>
              <a:t>. </a:t>
            </a:r>
            <a:r>
              <a:rPr lang="pt-PT" dirty="0" err="1"/>
              <a:t>Phasellus</a:t>
            </a:r>
            <a:r>
              <a:rPr lang="pt-PT" dirty="0"/>
              <a:t> </a:t>
            </a:r>
            <a:r>
              <a:rPr lang="pt-PT" dirty="0" err="1"/>
              <a:t>elit</a:t>
            </a:r>
            <a:r>
              <a:rPr lang="pt-PT" dirty="0"/>
              <a:t> pede, </a:t>
            </a:r>
            <a:r>
              <a:rPr lang="pt-PT" dirty="0" err="1"/>
              <a:t>malesuada</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78,</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'2020-05-20 11:05',</a:t>
            </a:r>
            <a:endParaRPr dirty="0"/>
          </a:p>
          <a:p>
            <a:pPr marL="0" lvl="0" indent="0" algn="l" rtl="0">
              <a:spcBef>
                <a:spcPts val="0"/>
              </a:spcBef>
              <a:spcAft>
                <a:spcPts val="0"/>
              </a:spcAft>
              <a:buNone/>
            </a:pPr>
            <a:r>
              <a:rPr lang="pt-PT" dirty="0"/>
              <a:t>                         '</a:t>
            </a:r>
            <a:r>
              <a:rPr lang="pt-PT" dirty="0" err="1"/>
              <a:t>tincidunt</a:t>
            </a:r>
            <a:r>
              <a:rPr lang="pt-PT" dirty="0"/>
              <a:t> </a:t>
            </a:r>
            <a:r>
              <a:rPr lang="pt-PT" dirty="0" err="1"/>
              <a:t>adipiscing</a:t>
            </a:r>
            <a:r>
              <a:rPr lang="pt-PT" dirty="0"/>
              <a:t>. </a:t>
            </a:r>
            <a:r>
              <a:rPr lang="pt-PT" dirty="0" err="1"/>
              <a:t>Mauris</a:t>
            </a:r>
            <a:r>
              <a:rPr lang="pt-PT" dirty="0"/>
              <a:t> </a:t>
            </a:r>
            <a:r>
              <a:rPr lang="pt-PT" dirty="0" err="1"/>
              <a:t>molestie</a:t>
            </a:r>
            <a:r>
              <a:rPr lang="pt-PT" dirty="0"/>
              <a:t> </a:t>
            </a:r>
            <a:r>
              <a:rPr lang="pt-PT" dirty="0" err="1"/>
              <a:t>pharetra</a:t>
            </a:r>
            <a:r>
              <a:rPr lang="pt-PT" dirty="0"/>
              <a:t> </a:t>
            </a:r>
            <a:r>
              <a:rPr lang="pt-PT" dirty="0" err="1"/>
              <a:t>nibh</a:t>
            </a:r>
            <a:r>
              <a:rPr lang="pt-PT" dirty="0"/>
              <a:t>. </a:t>
            </a:r>
            <a:r>
              <a:rPr lang="pt-PT" dirty="0" err="1"/>
              <a:t>Aliquam</a:t>
            </a:r>
            <a:r>
              <a:rPr lang="pt-PT" dirty="0"/>
              <a:t> </a:t>
            </a:r>
            <a:r>
              <a:rPr lang="pt-PT" dirty="0" err="1"/>
              <a:t>ornare</a:t>
            </a:r>
            <a:r>
              <a:rPr lang="pt-PT" dirty="0"/>
              <a:t>, libero </a:t>
            </a:r>
            <a:r>
              <a:rPr lang="pt-PT" dirty="0" err="1"/>
              <a:t>at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79,</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'2021-04-25 01:04',</a:t>
            </a:r>
            <a:endParaRPr dirty="0"/>
          </a:p>
          <a:p>
            <a:pPr marL="0" lvl="0" indent="0" algn="l" rtl="0">
              <a:spcBef>
                <a:spcPts val="0"/>
              </a:spcBef>
              <a:spcAft>
                <a:spcPts val="0"/>
              </a:spcAft>
              <a:buNone/>
            </a:pPr>
            <a:r>
              <a:rPr lang="pt-PT" dirty="0"/>
              <a:t>                         '</a:t>
            </a:r>
            <a:r>
              <a:rPr lang="pt-PT" dirty="0" err="1"/>
              <a:t>vulputate</a:t>
            </a:r>
            <a:r>
              <a:rPr lang="pt-PT" dirty="0"/>
              <a:t>, </a:t>
            </a:r>
            <a:r>
              <a:rPr lang="pt-PT" dirty="0" err="1"/>
              <a:t>risus</a:t>
            </a:r>
            <a:r>
              <a:rPr lang="pt-PT" dirty="0"/>
              <a:t> a </a:t>
            </a:r>
            <a:r>
              <a:rPr lang="pt-PT" dirty="0" err="1"/>
              <a:t>ultricies</a:t>
            </a:r>
            <a:r>
              <a:rPr lang="pt-PT" dirty="0"/>
              <a:t> </a:t>
            </a:r>
            <a:r>
              <a:rPr lang="pt-PT" dirty="0" err="1"/>
              <a:t>adipiscing</a:t>
            </a:r>
            <a:r>
              <a:rPr lang="pt-PT" dirty="0"/>
              <a:t>, </a:t>
            </a:r>
            <a:r>
              <a:rPr lang="pt-PT" dirty="0" err="1"/>
              <a:t>enim</a:t>
            </a:r>
            <a:r>
              <a:rPr lang="pt-PT" dirty="0"/>
              <a:t> mi </a:t>
            </a:r>
            <a:r>
              <a:rPr lang="pt-PT" dirty="0" err="1"/>
              <a:t>tempor</a:t>
            </a:r>
            <a:r>
              <a:rPr lang="pt-PT" dirty="0"/>
              <a:t> </a:t>
            </a:r>
            <a:r>
              <a:rPr lang="pt-PT" dirty="0" err="1"/>
              <a:t>lorem</a:t>
            </a:r>
            <a:r>
              <a:rPr lang="pt-PT" dirty="0"/>
              <a:t>, </a:t>
            </a:r>
            <a:r>
              <a:rPr lang="pt-PT" dirty="0" err="1"/>
              <a:t>eget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80,</a:t>
            </a:r>
            <a:endParaRPr dirty="0"/>
          </a:p>
          <a:p>
            <a:pPr marL="0" lvl="0" indent="0" algn="l" rtl="0">
              <a:spcBef>
                <a:spcPts val="0"/>
              </a:spcBef>
              <a:spcAft>
                <a:spcPts val="0"/>
              </a:spcAft>
              <a:buNone/>
            </a:pPr>
            <a:r>
              <a:rPr lang="pt-PT" dirty="0"/>
              <a:t>                         26,</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'2020-07-04 08:07',</a:t>
            </a:r>
            <a:endParaRPr dirty="0"/>
          </a:p>
          <a:p>
            <a:pPr marL="0" lvl="0" indent="0" algn="l" rtl="0">
              <a:spcBef>
                <a:spcPts val="0"/>
              </a:spcBef>
              <a:spcAft>
                <a:spcPts val="0"/>
              </a:spcAft>
              <a:buNone/>
            </a:pPr>
            <a:r>
              <a:rPr lang="pt-PT" dirty="0"/>
              <a:t>                         '</a:t>
            </a:r>
            <a:r>
              <a:rPr lang="pt-PT" dirty="0" err="1"/>
              <a:t>nulla</a:t>
            </a:r>
            <a:r>
              <a:rPr lang="pt-PT" dirty="0"/>
              <a:t>. </a:t>
            </a:r>
            <a:r>
              <a:rPr lang="pt-PT" dirty="0" err="1"/>
              <a:t>Integer</a:t>
            </a:r>
            <a:r>
              <a:rPr lang="pt-PT" dirty="0"/>
              <a:t> </a:t>
            </a:r>
            <a:r>
              <a:rPr lang="pt-PT" dirty="0" err="1"/>
              <a:t>vulputate</a:t>
            </a:r>
            <a:r>
              <a:rPr lang="pt-PT" dirty="0"/>
              <a:t>, </a:t>
            </a:r>
            <a:r>
              <a:rPr lang="pt-PT" dirty="0" err="1"/>
              <a:t>risus</a:t>
            </a:r>
            <a:r>
              <a:rPr lang="pt-PT" dirty="0"/>
              <a:t> a </a:t>
            </a:r>
            <a:r>
              <a:rPr lang="pt-PT" dirty="0" err="1"/>
              <a:t>ultricies</a:t>
            </a:r>
            <a:r>
              <a:rPr lang="pt-PT" dirty="0"/>
              <a:t> </a:t>
            </a:r>
            <a:r>
              <a:rPr lang="pt-PT" dirty="0" err="1"/>
              <a:t>adipiscing</a:t>
            </a:r>
            <a:r>
              <a:rPr lang="pt-PT" dirty="0"/>
              <a:t>, </a:t>
            </a:r>
            <a:r>
              <a:rPr lang="pt-PT" dirty="0" err="1"/>
              <a:t>enim</a:t>
            </a:r>
            <a:r>
              <a:rPr lang="pt-PT" dirty="0"/>
              <a:t> mi </a:t>
            </a:r>
            <a:r>
              <a:rPr lang="pt-PT" dirty="0" err="1"/>
              <a:t>tempor</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81,</a:t>
            </a:r>
            <a:endParaRPr dirty="0"/>
          </a:p>
          <a:p>
            <a:pPr marL="0" lvl="0" indent="0" algn="l" rtl="0">
              <a:spcBef>
                <a:spcPts val="0"/>
              </a:spcBef>
              <a:spcAft>
                <a:spcPts val="0"/>
              </a:spcAft>
              <a:buNone/>
            </a:pPr>
            <a:r>
              <a:rPr lang="pt-PT" dirty="0"/>
              <a:t>                         18,</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'2021-01-11 11:01',</a:t>
            </a:r>
            <a:endParaRPr dirty="0"/>
          </a:p>
          <a:p>
            <a:pPr marL="0" lvl="0" indent="0" algn="l" rtl="0">
              <a:spcBef>
                <a:spcPts val="0"/>
              </a:spcBef>
              <a:spcAft>
                <a:spcPts val="0"/>
              </a:spcAft>
              <a:buNone/>
            </a:pPr>
            <a:r>
              <a:rPr lang="pt-PT" dirty="0"/>
              <a:t>                         'quis </a:t>
            </a:r>
            <a:r>
              <a:rPr lang="pt-PT" dirty="0" err="1"/>
              <a:t>turpis</a:t>
            </a:r>
            <a:r>
              <a:rPr lang="pt-PT" dirty="0"/>
              <a:t> vitae purus gravida </a:t>
            </a:r>
            <a:r>
              <a:rPr lang="pt-PT" dirty="0" err="1"/>
              <a:t>sagittis</a:t>
            </a:r>
            <a:r>
              <a:rPr lang="pt-PT" dirty="0"/>
              <a:t>. </a:t>
            </a:r>
            <a:r>
              <a:rPr lang="pt-PT" dirty="0" err="1"/>
              <a:t>Duis</a:t>
            </a:r>
            <a:r>
              <a:rPr lang="pt-PT" dirty="0"/>
              <a:t> gravida. </a:t>
            </a:r>
            <a:r>
              <a:rPr lang="pt-PT" dirty="0" err="1"/>
              <a:t>Praesent</a:t>
            </a:r>
            <a:r>
              <a:rPr lang="pt-PT" dirty="0"/>
              <a:t> eu'</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82,</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'2020-04-22 02:04',</a:t>
            </a:r>
            <a:endParaRPr dirty="0"/>
          </a:p>
          <a:p>
            <a:pPr marL="0" lvl="0" indent="0" algn="l" rtl="0">
              <a:spcBef>
                <a:spcPts val="0"/>
              </a:spcBef>
              <a:spcAft>
                <a:spcPts val="0"/>
              </a:spcAft>
              <a:buNone/>
            </a:pPr>
            <a:r>
              <a:rPr lang="pt-PT" dirty="0"/>
              <a:t>                         '</a:t>
            </a:r>
            <a:r>
              <a:rPr lang="pt-PT" dirty="0" err="1"/>
              <a:t>at</a:t>
            </a:r>
            <a:r>
              <a:rPr lang="pt-PT" dirty="0"/>
              <a:t> pede. </a:t>
            </a:r>
            <a:r>
              <a:rPr lang="pt-PT" dirty="0" err="1"/>
              <a:t>Cras</a:t>
            </a:r>
            <a:r>
              <a:rPr lang="pt-PT" dirty="0"/>
              <a:t> </a:t>
            </a:r>
            <a:r>
              <a:rPr lang="pt-PT" dirty="0" err="1"/>
              <a:t>vulputate</a:t>
            </a:r>
            <a:r>
              <a:rPr lang="pt-PT" dirty="0"/>
              <a:t> </a:t>
            </a:r>
            <a:r>
              <a:rPr lang="pt-PT" dirty="0" err="1"/>
              <a:t>velit</a:t>
            </a:r>
            <a:r>
              <a:rPr lang="pt-PT" dirty="0"/>
              <a:t> eu sem. </a:t>
            </a:r>
            <a:r>
              <a:rPr lang="pt-PT" dirty="0" err="1"/>
              <a:t>Pellentesque</a:t>
            </a:r>
            <a:r>
              <a:rPr lang="pt-PT" dirty="0"/>
              <a:t> ut </a:t>
            </a:r>
            <a:r>
              <a:rPr lang="pt-PT" dirty="0" err="1"/>
              <a:t>ipsum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83,</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'2020-10-13 08:10',</a:t>
            </a:r>
            <a:endParaRPr dirty="0"/>
          </a:p>
          <a:p>
            <a:pPr marL="0" lvl="0" indent="0" algn="l" rtl="0">
              <a:spcBef>
                <a:spcPts val="0"/>
              </a:spcBef>
              <a:spcAft>
                <a:spcPts val="0"/>
              </a:spcAft>
              <a:buNone/>
            </a:pPr>
            <a:r>
              <a:rPr lang="pt-PT" dirty="0"/>
              <a:t>                         '</a:t>
            </a:r>
            <a:r>
              <a:rPr lang="pt-PT" dirty="0" err="1"/>
              <a:t>Nunc</a:t>
            </a:r>
            <a:r>
              <a:rPr lang="pt-PT" dirty="0"/>
              <a:t> </a:t>
            </a:r>
            <a:r>
              <a:rPr lang="pt-PT" dirty="0" err="1"/>
              <a:t>mauris</a:t>
            </a:r>
            <a:r>
              <a:rPr lang="pt-PT" dirty="0"/>
              <a:t>. </a:t>
            </a:r>
            <a:r>
              <a:rPr lang="pt-PT" dirty="0" err="1"/>
              <a:t>Morbi</a:t>
            </a:r>
            <a:r>
              <a:rPr lang="pt-PT" dirty="0"/>
              <a:t> non </a:t>
            </a:r>
            <a:r>
              <a:rPr lang="pt-PT" dirty="0" err="1"/>
              <a:t>sapien</a:t>
            </a:r>
            <a:r>
              <a:rPr lang="pt-PT" dirty="0"/>
              <a:t> </a:t>
            </a:r>
            <a:r>
              <a:rPr lang="pt-PT" dirty="0" err="1"/>
              <a:t>molestie</a:t>
            </a:r>
            <a:r>
              <a:rPr lang="pt-PT" dirty="0"/>
              <a:t> </a:t>
            </a:r>
            <a:r>
              <a:rPr lang="pt-PT" dirty="0" err="1"/>
              <a:t>orci</a:t>
            </a:r>
            <a:r>
              <a:rPr lang="pt-PT" dirty="0"/>
              <a:t> </a:t>
            </a:r>
            <a:r>
              <a:rPr lang="pt-PT" dirty="0" err="1"/>
              <a:t>tincidunt</a:t>
            </a:r>
            <a:r>
              <a:rPr lang="pt-PT" dirty="0"/>
              <a:t> </a:t>
            </a:r>
            <a:r>
              <a:rPr lang="pt-PT" dirty="0" err="1"/>
              <a:t>adipiscing</a:t>
            </a:r>
            <a:r>
              <a:rPr lang="pt-PT" dirty="0"/>
              <a:t>. </a:t>
            </a:r>
            <a:r>
              <a:rPr lang="pt-PT" dirty="0" err="1"/>
              <a:t>Mauris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84,</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'2020-01-21 06:01',</a:t>
            </a:r>
            <a:endParaRPr dirty="0"/>
          </a:p>
          <a:p>
            <a:pPr marL="0" lvl="0" indent="0" algn="l" rtl="0">
              <a:spcBef>
                <a:spcPts val="0"/>
              </a:spcBef>
              <a:spcAft>
                <a:spcPts val="0"/>
              </a:spcAft>
              <a:buNone/>
            </a:pPr>
            <a:r>
              <a:rPr lang="pt-PT" dirty="0"/>
              <a:t>                         '</a:t>
            </a:r>
            <a:r>
              <a:rPr lang="pt-PT" dirty="0" err="1"/>
              <a:t>sed</a:t>
            </a:r>
            <a:r>
              <a:rPr lang="pt-PT" dirty="0"/>
              <a:t> </a:t>
            </a:r>
            <a:r>
              <a:rPr lang="pt-PT" dirty="0" err="1"/>
              <a:t>consequat</a:t>
            </a:r>
            <a:r>
              <a:rPr lang="pt-PT" dirty="0"/>
              <a:t> </a:t>
            </a:r>
            <a:r>
              <a:rPr lang="pt-PT" dirty="0" err="1"/>
              <a:t>auctor</a:t>
            </a:r>
            <a:r>
              <a:rPr lang="pt-PT" dirty="0"/>
              <a:t>, </a:t>
            </a:r>
            <a:r>
              <a:rPr lang="pt-PT" dirty="0" err="1"/>
              <a:t>nunc</a:t>
            </a:r>
            <a:r>
              <a:rPr lang="pt-PT" dirty="0"/>
              <a:t> </a:t>
            </a:r>
            <a:r>
              <a:rPr lang="pt-PT" dirty="0" err="1"/>
              <a:t>nulla</a:t>
            </a:r>
            <a:r>
              <a:rPr lang="pt-PT" dirty="0"/>
              <a:t> </a:t>
            </a:r>
            <a:r>
              <a:rPr lang="pt-PT" dirty="0" err="1"/>
              <a:t>vulputate</a:t>
            </a:r>
            <a:r>
              <a:rPr lang="pt-PT" dirty="0"/>
              <a:t> </a:t>
            </a:r>
            <a:r>
              <a:rPr lang="pt-PT" dirty="0" err="1"/>
              <a:t>dui</a:t>
            </a:r>
            <a:r>
              <a:rPr lang="pt-PT" dirty="0"/>
              <a:t>, </a:t>
            </a:r>
            <a:r>
              <a:rPr lang="pt-PT" dirty="0" err="1"/>
              <a:t>nec</a:t>
            </a:r>
            <a:r>
              <a:rPr lang="pt-PT" dirty="0"/>
              <a:t> </a:t>
            </a:r>
            <a:r>
              <a:rPr lang="pt-PT" dirty="0" err="1"/>
              <a:t>tempus</a:t>
            </a:r>
            <a:r>
              <a:rPr lang="pt-PT" dirty="0"/>
              <a:t> </a:t>
            </a:r>
            <a:r>
              <a:rPr lang="pt-PT" dirty="0" err="1"/>
              <a:t>mauris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85,</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'2020-11-14 03:11',</a:t>
            </a:r>
            <a:endParaRPr dirty="0"/>
          </a:p>
          <a:p>
            <a:pPr marL="0" lvl="0" indent="0" algn="l" rtl="0">
              <a:spcBef>
                <a:spcPts val="0"/>
              </a:spcBef>
              <a:spcAft>
                <a:spcPts val="0"/>
              </a:spcAft>
              <a:buNone/>
            </a:pPr>
            <a:r>
              <a:rPr lang="pt-PT" dirty="0"/>
              <a:t>                         '</a:t>
            </a:r>
            <a:r>
              <a:rPr lang="pt-PT" dirty="0" err="1"/>
              <a:t>nunc</a:t>
            </a:r>
            <a:r>
              <a:rPr lang="pt-PT" dirty="0"/>
              <a:t>. In </a:t>
            </a:r>
            <a:r>
              <a:rPr lang="pt-PT" dirty="0" err="1"/>
              <a:t>at</a:t>
            </a:r>
            <a:r>
              <a:rPr lang="pt-PT" dirty="0"/>
              <a:t> pede. </a:t>
            </a:r>
            <a:r>
              <a:rPr lang="pt-PT" dirty="0" err="1"/>
              <a:t>Cras</a:t>
            </a:r>
            <a:r>
              <a:rPr lang="pt-PT" dirty="0"/>
              <a:t> </a:t>
            </a:r>
            <a:r>
              <a:rPr lang="pt-PT" dirty="0" err="1"/>
              <a:t>vulputate</a:t>
            </a:r>
            <a:r>
              <a:rPr lang="pt-PT" dirty="0"/>
              <a:t> </a:t>
            </a:r>
            <a:r>
              <a:rPr lang="pt-PT" dirty="0" err="1"/>
              <a:t>velit</a:t>
            </a:r>
            <a:r>
              <a:rPr lang="pt-PT" dirty="0"/>
              <a:t> eu sem. </a:t>
            </a:r>
            <a:r>
              <a:rPr lang="pt-PT" dirty="0" err="1"/>
              <a:t>Pellentesque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86,</a:t>
            </a:r>
            <a:endParaRPr dirty="0"/>
          </a:p>
          <a:p>
            <a:pPr marL="0" lvl="0" indent="0" algn="l" rtl="0">
              <a:spcBef>
                <a:spcPts val="0"/>
              </a:spcBef>
              <a:spcAft>
                <a:spcPts val="0"/>
              </a:spcAft>
              <a:buNone/>
            </a:pPr>
            <a:r>
              <a:rPr lang="pt-PT" dirty="0"/>
              <a:t>                         13,</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'2020-06-02 02:06',</a:t>
            </a:r>
            <a:endParaRPr dirty="0"/>
          </a:p>
          <a:p>
            <a:pPr marL="0" lvl="0" indent="0" algn="l" rtl="0">
              <a:spcBef>
                <a:spcPts val="0"/>
              </a:spcBef>
              <a:spcAft>
                <a:spcPts val="0"/>
              </a:spcAft>
              <a:buNone/>
            </a:pPr>
            <a:r>
              <a:rPr lang="pt-PT" dirty="0"/>
              <a:t>                         '</a:t>
            </a:r>
            <a:r>
              <a:rPr lang="pt-PT" dirty="0" err="1"/>
              <a:t>ridiculus</a:t>
            </a:r>
            <a:r>
              <a:rPr lang="pt-PT" dirty="0"/>
              <a:t> mus. </a:t>
            </a:r>
            <a:r>
              <a:rPr lang="pt-PT" dirty="0" err="1"/>
              <a:t>Proin</a:t>
            </a:r>
            <a:r>
              <a:rPr lang="pt-PT" dirty="0"/>
              <a:t> </a:t>
            </a:r>
            <a:r>
              <a:rPr lang="pt-PT" dirty="0" err="1"/>
              <a:t>vel</a:t>
            </a:r>
            <a:r>
              <a:rPr lang="pt-PT" dirty="0"/>
              <a:t> </a:t>
            </a:r>
            <a:r>
              <a:rPr lang="pt-PT" dirty="0" err="1"/>
              <a:t>nisl</a:t>
            </a:r>
            <a:r>
              <a:rPr lang="pt-PT" dirty="0"/>
              <a:t>. </a:t>
            </a:r>
            <a:r>
              <a:rPr lang="pt-PT" dirty="0" err="1"/>
              <a:t>Quisque</a:t>
            </a:r>
            <a:r>
              <a:rPr lang="pt-PT" dirty="0"/>
              <a:t> </a:t>
            </a:r>
            <a:r>
              <a:rPr lang="pt-PT" dirty="0" err="1"/>
              <a:t>fringilla</a:t>
            </a:r>
            <a:r>
              <a:rPr lang="pt-PT" dirty="0"/>
              <a:t> </a:t>
            </a:r>
            <a:r>
              <a:rPr lang="pt-PT" dirty="0" err="1"/>
              <a:t>euismod</a:t>
            </a:r>
            <a:r>
              <a:rPr lang="pt-PT" dirty="0"/>
              <a:t> </a:t>
            </a:r>
            <a:r>
              <a:rPr lang="pt-PT" dirty="0" err="1"/>
              <a:t>enim</a:t>
            </a:r>
            <a:r>
              <a:rPr lang="pt-PT" dirty="0"/>
              <a:t>. </a:t>
            </a:r>
            <a:r>
              <a:rPr lang="pt-PT" dirty="0" err="1"/>
              <a:t>Etiam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87,</a:t>
            </a:r>
            <a:endParaRPr dirty="0"/>
          </a:p>
          <a:p>
            <a:pPr marL="0" lvl="0" indent="0" algn="l" rtl="0">
              <a:spcBef>
                <a:spcPts val="0"/>
              </a:spcBef>
              <a:spcAft>
                <a:spcPts val="0"/>
              </a:spcAft>
              <a:buNone/>
            </a:pPr>
            <a:r>
              <a:rPr lang="pt-PT" dirty="0"/>
              <a:t>                         29,</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'2021-03-17 01:03',</a:t>
            </a:r>
            <a:endParaRPr dirty="0"/>
          </a:p>
          <a:p>
            <a:pPr marL="0" lvl="0" indent="0" algn="l" rtl="0">
              <a:spcBef>
                <a:spcPts val="0"/>
              </a:spcBef>
              <a:spcAft>
                <a:spcPts val="0"/>
              </a:spcAft>
              <a:buNone/>
            </a:pPr>
            <a:r>
              <a:rPr lang="pt-PT" dirty="0"/>
              <a:t>                         '</a:t>
            </a:r>
            <a:r>
              <a:rPr lang="pt-PT" dirty="0" err="1"/>
              <a:t>Aenean</a:t>
            </a:r>
            <a:r>
              <a:rPr lang="pt-PT" dirty="0"/>
              <a:t> egestas </a:t>
            </a:r>
            <a:r>
              <a:rPr lang="pt-PT" dirty="0" err="1"/>
              <a:t>hendrerit</a:t>
            </a:r>
            <a:r>
              <a:rPr lang="pt-PT" dirty="0"/>
              <a:t> </a:t>
            </a:r>
            <a:r>
              <a:rPr lang="pt-PT" dirty="0" err="1"/>
              <a:t>neque</a:t>
            </a:r>
            <a:r>
              <a:rPr lang="pt-PT" dirty="0"/>
              <a:t>. In </a:t>
            </a:r>
            <a:r>
              <a:rPr lang="pt-PT" dirty="0" err="1"/>
              <a:t>ornare</a:t>
            </a:r>
            <a:r>
              <a:rPr lang="pt-PT" dirty="0"/>
              <a:t> </a:t>
            </a:r>
            <a:r>
              <a:rPr lang="pt-PT" dirty="0" err="1"/>
              <a:t>sagittis</a:t>
            </a:r>
            <a:r>
              <a:rPr lang="pt-PT" dirty="0"/>
              <a:t> </a:t>
            </a:r>
            <a:r>
              <a:rPr lang="pt-PT" dirty="0" err="1"/>
              <a:t>felis</a:t>
            </a:r>
            <a:r>
              <a:rPr lang="pt-PT" dirty="0"/>
              <a:t>. </a:t>
            </a:r>
            <a:r>
              <a:rPr lang="pt-PT" dirty="0" err="1"/>
              <a:t>Donec</a:t>
            </a:r>
            <a:r>
              <a:rPr lang="pt-PT" dirty="0"/>
              <a:t> </a:t>
            </a:r>
            <a:r>
              <a:rPr lang="pt-PT" dirty="0" err="1"/>
              <a:t>tempor</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88,</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'2020-01-23 04:01',</a:t>
            </a:r>
            <a:endParaRPr dirty="0"/>
          </a:p>
          <a:p>
            <a:pPr marL="0" lvl="0" indent="0" algn="l" rtl="0">
              <a:spcBef>
                <a:spcPts val="0"/>
              </a:spcBef>
              <a:spcAft>
                <a:spcPts val="0"/>
              </a:spcAft>
              <a:buNone/>
            </a:pPr>
            <a:r>
              <a:rPr lang="pt-PT" dirty="0"/>
              <a:t>                         '</a:t>
            </a:r>
            <a:r>
              <a:rPr lang="pt-PT" dirty="0" err="1"/>
              <a:t>leo</a:t>
            </a:r>
            <a:r>
              <a:rPr lang="pt-PT" dirty="0"/>
              <a:t>. </a:t>
            </a:r>
            <a:r>
              <a:rPr lang="pt-PT" dirty="0" err="1"/>
              <a:t>Vivamus</a:t>
            </a:r>
            <a:r>
              <a:rPr lang="pt-PT" dirty="0"/>
              <a:t> </a:t>
            </a:r>
            <a:r>
              <a:rPr lang="pt-PT" dirty="0" err="1"/>
              <a:t>nibh</a:t>
            </a:r>
            <a:r>
              <a:rPr lang="pt-PT" dirty="0"/>
              <a:t> </a:t>
            </a:r>
            <a:r>
              <a:rPr lang="pt-PT" dirty="0" err="1"/>
              <a:t>dolor</a:t>
            </a:r>
            <a:r>
              <a:rPr lang="pt-PT" dirty="0"/>
              <a:t>, </a:t>
            </a:r>
            <a:r>
              <a:rPr lang="pt-PT" dirty="0" err="1"/>
              <a:t>nonummy</a:t>
            </a:r>
            <a:r>
              <a:rPr lang="pt-PT" dirty="0"/>
              <a:t> </a:t>
            </a:r>
            <a:r>
              <a:rPr lang="pt-PT" dirty="0" err="1"/>
              <a:t>ac</a:t>
            </a:r>
            <a:r>
              <a:rPr lang="pt-PT" dirty="0"/>
              <a:t>, </a:t>
            </a:r>
            <a:r>
              <a:rPr lang="pt-PT" dirty="0" err="1"/>
              <a:t>feugiat</a:t>
            </a:r>
            <a:r>
              <a:rPr lang="pt-PT" dirty="0"/>
              <a:t> non, </a:t>
            </a:r>
            <a:r>
              <a:rPr lang="pt-PT" dirty="0" err="1"/>
              <a:t>lobortis</a:t>
            </a:r>
            <a:r>
              <a:rPr lang="pt-PT" dirty="0"/>
              <a:t> quis,'</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89,</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'2021-03-13 08:03',</a:t>
            </a:r>
            <a:endParaRPr dirty="0"/>
          </a:p>
          <a:p>
            <a:pPr marL="0" lvl="0" indent="0" algn="l" rtl="0">
              <a:spcBef>
                <a:spcPts val="0"/>
              </a:spcBef>
              <a:spcAft>
                <a:spcPts val="0"/>
              </a:spcAft>
              <a:buNone/>
            </a:pPr>
            <a:r>
              <a:rPr lang="pt-PT" dirty="0"/>
              <a:t>                         '</a:t>
            </a:r>
            <a:r>
              <a:rPr lang="pt-PT" dirty="0" err="1"/>
              <a:t>ornare</a:t>
            </a:r>
            <a:r>
              <a:rPr lang="pt-PT" dirty="0"/>
              <a:t> </a:t>
            </a:r>
            <a:r>
              <a:rPr lang="pt-PT" dirty="0" err="1"/>
              <a:t>lectus</a:t>
            </a:r>
            <a:r>
              <a:rPr lang="pt-PT" dirty="0"/>
              <a:t> justo eu </a:t>
            </a:r>
            <a:r>
              <a:rPr lang="pt-PT" dirty="0" err="1"/>
              <a:t>arcu</a:t>
            </a:r>
            <a:r>
              <a:rPr lang="pt-PT" dirty="0"/>
              <a:t>. </a:t>
            </a:r>
            <a:r>
              <a:rPr lang="pt-PT" dirty="0" err="1"/>
              <a:t>Morbi</a:t>
            </a:r>
            <a:r>
              <a:rPr lang="pt-PT" dirty="0"/>
              <a:t> </a:t>
            </a:r>
            <a:r>
              <a:rPr lang="pt-PT" dirty="0" err="1"/>
              <a:t>sit</a:t>
            </a:r>
            <a:r>
              <a:rPr lang="pt-PT" dirty="0"/>
              <a:t> </a:t>
            </a:r>
            <a:r>
              <a:rPr lang="pt-PT" dirty="0" err="1"/>
              <a:t>amet</a:t>
            </a:r>
            <a:r>
              <a:rPr lang="pt-PT" dirty="0"/>
              <a:t> massa. </a:t>
            </a:r>
            <a:r>
              <a:rPr lang="pt-PT" dirty="0" err="1"/>
              <a:t>Quisque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90,</a:t>
            </a:r>
            <a:endParaRPr dirty="0"/>
          </a:p>
          <a:p>
            <a:pPr marL="0" lvl="0" indent="0" algn="l" rtl="0">
              <a:spcBef>
                <a:spcPts val="0"/>
              </a:spcBef>
              <a:spcAft>
                <a:spcPts val="0"/>
              </a:spcAft>
              <a:buNone/>
            </a:pPr>
            <a:r>
              <a:rPr lang="pt-PT" dirty="0"/>
              <a:t>                         27,</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'2020-07-08 11:07',</a:t>
            </a:r>
            <a:endParaRPr dirty="0"/>
          </a:p>
          <a:p>
            <a:pPr marL="0" lvl="0" indent="0" algn="l" rtl="0">
              <a:spcBef>
                <a:spcPts val="0"/>
              </a:spcBef>
              <a:spcAft>
                <a:spcPts val="0"/>
              </a:spcAft>
              <a:buNone/>
            </a:pPr>
            <a:r>
              <a:rPr lang="pt-PT" dirty="0"/>
              <a:t>                         'ultrices </a:t>
            </a:r>
            <a:r>
              <a:rPr lang="pt-PT" dirty="0" err="1"/>
              <a:t>iaculis</a:t>
            </a:r>
            <a:r>
              <a:rPr lang="pt-PT" dirty="0"/>
              <a:t> odio. </a:t>
            </a:r>
            <a:r>
              <a:rPr lang="pt-PT" dirty="0" err="1"/>
              <a:t>Nam</a:t>
            </a:r>
            <a:r>
              <a:rPr lang="pt-PT" dirty="0"/>
              <a:t> </a:t>
            </a:r>
            <a:r>
              <a:rPr lang="pt-PT" dirty="0" err="1"/>
              <a:t>interdum</a:t>
            </a:r>
            <a:r>
              <a:rPr lang="pt-PT" dirty="0"/>
              <a:t> </a:t>
            </a:r>
            <a:r>
              <a:rPr lang="pt-PT" dirty="0" err="1"/>
              <a:t>enim</a:t>
            </a:r>
            <a:r>
              <a:rPr lang="pt-PT" dirty="0"/>
              <a:t> non </a:t>
            </a:r>
            <a:r>
              <a:rPr lang="pt-PT" dirty="0" err="1"/>
              <a:t>nisi</a:t>
            </a:r>
            <a:r>
              <a:rPr lang="pt-PT" dirty="0"/>
              <a:t>. </a:t>
            </a:r>
            <a:r>
              <a:rPr lang="pt-PT" dirty="0" err="1"/>
              <a:t>Aenean</a:t>
            </a:r>
            <a:r>
              <a:rPr lang="pt-PT" dirty="0"/>
              <a:t> </a:t>
            </a:r>
            <a:r>
              <a:rPr lang="pt-PT" dirty="0" err="1"/>
              <a:t>eget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91,</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'2021-01-04 12:01',</a:t>
            </a:r>
            <a:endParaRPr dirty="0"/>
          </a:p>
          <a:p>
            <a:pPr marL="0" lvl="0" indent="0" algn="l" rtl="0">
              <a:spcBef>
                <a:spcPts val="0"/>
              </a:spcBef>
              <a:spcAft>
                <a:spcPts val="0"/>
              </a:spcAft>
              <a:buNone/>
            </a:pPr>
            <a:r>
              <a:rPr lang="pt-PT" dirty="0"/>
              <a:t>                         '</a:t>
            </a:r>
            <a:r>
              <a:rPr lang="pt-PT" dirty="0" err="1"/>
              <a:t>ligula</a:t>
            </a:r>
            <a:r>
              <a:rPr lang="pt-PT" dirty="0"/>
              <a:t> eu </a:t>
            </a:r>
            <a:r>
              <a:rPr lang="pt-PT" dirty="0" err="1"/>
              <a:t>enim</a:t>
            </a:r>
            <a:r>
              <a:rPr lang="pt-PT" dirty="0"/>
              <a:t>. </a:t>
            </a:r>
            <a:r>
              <a:rPr lang="pt-PT" dirty="0" err="1"/>
              <a:t>Etiam</a:t>
            </a:r>
            <a:r>
              <a:rPr lang="pt-PT" dirty="0"/>
              <a:t> </a:t>
            </a:r>
            <a:r>
              <a:rPr lang="pt-PT" dirty="0" err="1"/>
              <a:t>imperdiet</a:t>
            </a:r>
            <a:r>
              <a:rPr lang="pt-PT" dirty="0"/>
              <a:t> </a:t>
            </a:r>
            <a:r>
              <a:rPr lang="pt-PT" dirty="0" err="1"/>
              <a:t>dictum</a:t>
            </a:r>
            <a:r>
              <a:rPr lang="pt-PT" dirty="0"/>
              <a:t> magna. Ut </a:t>
            </a:r>
            <a:r>
              <a:rPr lang="pt-PT" dirty="0" err="1"/>
              <a:t>tincidunt</a:t>
            </a:r>
            <a:r>
              <a:rPr lang="pt-PT" dirty="0"/>
              <a:t> </a:t>
            </a:r>
            <a:r>
              <a:rPr lang="pt-PT" dirty="0" err="1"/>
              <a:t>orci</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92,</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'2020-02-18 10:02',</a:t>
            </a:r>
            <a:endParaRPr dirty="0"/>
          </a:p>
          <a:p>
            <a:pPr marL="0" lvl="0" indent="0" algn="l" rtl="0">
              <a:spcBef>
                <a:spcPts val="0"/>
              </a:spcBef>
              <a:spcAft>
                <a:spcPts val="0"/>
              </a:spcAft>
              <a:buNone/>
            </a:pPr>
            <a:r>
              <a:rPr lang="pt-PT" dirty="0"/>
              <a:t>                         'non, </a:t>
            </a:r>
            <a:r>
              <a:rPr lang="pt-PT" dirty="0" err="1"/>
              <a:t>hendrerit</a:t>
            </a:r>
            <a:r>
              <a:rPr lang="pt-PT" dirty="0"/>
              <a:t> id, ante. </a:t>
            </a:r>
            <a:r>
              <a:rPr lang="pt-PT" dirty="0" err="1"/>
              <a:t>Nunc</a:t>
            </a:r>
            <a:r>
              <a:rPr lang="pt-PT" dirty="0"/>
              <a:t> </a:t>
            </a:r>
            <a:r>
              <a:rPr lang="pt-PT" dirty="0" err="1"/>
              <a:t>mauris</a:t>
            </a:r>
            <a:r>
              <a:rPr lang="pt-PT" dirty="0"/>
              <a:t> </a:t>
            </a:r>
            <a:r>
              <a:rPr lang="pt-PT" dirty="0" err="1"/>
              <a:t>sapien</a:t>
            </a:r>
            <a:r>
              <a:rPr lang="pt-PT" dirty="0"/>
              <a:t>, </a:t>
            </a:r>
            <a:r>
              <a:rPr lang="pt-PT" dirty="0" err="1"/>
              <a:t>cursus</a:t>
            </a:r>
            <a:r>
              <a:rPr lang="pt-PT" dirty="0"/>
              <a:t> in, </a:t>
            </a:r>
            <a:r>
              <a:rPr lang="pt-PT" dirty="0" err="1"/>
              <a:t>hendrerit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93,</a:t>
            </a:r>
            <a:endParaRPr dirty="0"/>
          </a:p>
          <a:p>
            <a:pPr marL="0" lvl="0" indent="0" algn="l" rtl="0">
              <a:spcBef>
                <a:spcPts val="0"/>
              </a:spcBef>
              <a:spcAft>
                <a:spcPts val="0"/>
              </a:spcAft>
              <a:buNone/>
            </a:pPr>
            <a:r>
              <a:rPr lang="pt-PT" dirty="0"/>
              <a:t>                         18,</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'2020-04-13 02:04',</a:t>
            </a:r>
            <a:endParaRPr dirty="0"/>
          </a:p>
          <a:p>
            <a:pPr marL="0" lvl="0" indent="0" algn="l" rtl="0">
              <a:spcBef>
                <a:spcPts val="0"/>
              </a:spcBef>
              <a:spcAft>
                <a:spcPts val="0"/>
              </a:spcAft>
              <a:buNone/>
            </a:pPr>
            <a:r>
              <a:rPr lang="pt-PT" dirty="0"/>
              <a:t>                         '</a:t>
            </a:r>
            <a:r>
              <a:rPr lang="pt-PT" dirty="0" err="1"/>
              <a:t>at</a:t>
            </a:r>
            <a:r>
              <a:rPr lang="pt-PT" dirty="0"/>
              <a:t>, </a:t>
            </a:r>
            <a:r>
              <a:rPr lang="pt-PT" dirty="0" err="1"/>
              <a:t>iaculis</a:t>
            </a:r>
            <a:r>
              <a:rPr lang="pt-PT" dirty="0"/>
              <a:t> quis, pede. </a:t>
            </a:r>
            <a:r>
              <a:rPr lang="pt-PT" dirty="0" err="1"/>
              <a:t>Praesent</a:t>
            </a:r>
            <a:r>
              <a:rPr lang="pt-PT" dirty="0"/>
              <a:t> eu </a:t>
            </a:r>
            <a:r>
              <a:rPr lang="pt-PT" dirty="0" err="1"/>
              <a:t>dui</a:t>
            </a:r>
            <a:r>
              <a:rPr lang="pt-PT" dirty="0"/>
              <a:t>. Cum </a:t>
            </a:r>
            <a:r>
              <a:rPr lang="pt-PT" dirty="0" err="1"/>
              <a:t>sociis</a:t>
            </a:r>
            <a:r>
              <a:rPr lang="pt-PT" dirty="0"/>
              <a:t> </a:t>
            </a:r>
            <a:r>
              <a:rPr lang="pt-PT" dirty="0" err="1"/>
              <a:t>natoque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94,</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'2020-10-15 03:10',</a:t>
            </a:r>
            <a:endParaRPr dirty="0"/>
          </a:p>
          <a:p>
            <a:pPr marL="0" lvl="0" indent="0" algn="l" rtl="0">
              <a:spcBef>
                <a:spcPts val="0"/>
              </a:spcBef>
              <a:spcAft>
                <a:spcPts val="0"/>
              </a:spcAft>
              <a:buNone/>
            </a:pPr>
            <a:r>
              <a:rPr lang="pt-PT" dirty="0"/>
              <a:t>                         'mi. </a:t>
            </a:r>
            <a:r>
              <a:rPr lang="pt-PT" dirty="0" err="1"/>
              <a:t>Aliquam</a:t>
            </a:r>
            <a:r>
              <a:rPr lang="pt-PT" dirty="0"/>
              <a:t> gravida </a:t>
            </a:r>
            <a:r>
              <a:rPr lang="pt-PT" dirty="0" err="1"/>
              <a:t>mauris</a:t>
            </a:r>
            <a:r>
              <a:rPr lang="pt-PT" dirty="0"/>
              <a:t> ut mi. </a:t>
            </a:r>
            <a:r>
              <a:rPr lang="pt-PT" dirty="0" err="1"/>
              <a:t>Duis</a:t>
            </a:r>
            <a:r>
              <a:rPr lang="pt-PT" dirty="0"/>
              <a:t> </a:t>
            </a:r>
            <a:r>
              <a:rPr lang="pt-PT" dirty="0" err="1"/>
              <a:t>risus</a:t>
            </a:r>
            <a:r>
              <a:rPr lang="pt-PT" dirty="0"/>
              <a:t> odio, </a:t>
            </a:r>
            <a:r>
              <a:rPr lang="pt-PT" dirty="0" err="1"/>
              <a:t>auctor</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95,</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'2020-08-21 09:08',</a:t>
            </a:r>
            <a:endParaRPr dirty="0"/>
          </a:p>
          <a:p>
            <a:pPr marL="0" lvl="0" indent="0" algn="l" rtl="0">
              <a:spcBef>
                <a:spcPts val="0"/>
              </a:spcBef>
              <a:spcAft>
                <a:spcPts val="0"/>
              </a:spcAft>
              <a:buNone/>
            </a:pP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Etiam</a:t>
            </a:r>
            <a:r>
              <a:rPr lang="pt-PT" dirty="0"/>
              <a:t> </a:t>
            </a:r>
            <a:r>
              <a:rPr lang="pt-PT" dirty="0" err="1"/>
              <a:t>laoreet</a:t>
            </a:r>
            <a:r>
              <a:rPr lang="pt-PT" dirty="0"/>
              <a:t>, libero </a:t>
            </a:r>
            <a:r>
              <a:rPr lang="pt-PT" dirty="0" err="1"/>
              <a:t>et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96,</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'2020-04-02 11:04',</a:t>
            </a:r>
            <a:endParaRPr dirty="0"/>
          </a:p>
          <a:p>
            <a:pPr marL="0" lvl="0" indent="0" algn="l" rtl="0">
              <a:spcBef>
                <a:spcPts val="0"/>
              </a:spcBef>
              <a:spcAft>
                <a:spcPts val="0"/>
              </a:spcAft>
              <a:buNone/>
            </a:pPr>
            <a:r>
              <a:rPr lang="pt-PT" dirty="0"/>
              <a:t>                         'egestas </a:t>
            </a:r>
            <a:r>
              <a:rPr lang="pt-PT" dirty="0" err="1"/>
              <a:t>lacinia</a:t>
            </a:r>
            <a:r>
              <a:rPr lang="pt-PT" dirty="0"/>
              <a:t>. </a:t>
            </a:r>
            <a:r>
              <a:rPr lang="pt-PT" dirty="0" err="1"/>
              <a:t>Sed</a:t>
            </a:r>
            <a:r>
              <a:rPr lang="pt-PT" dirty="0"/>
              <a:t> </a:t>
            </a:r>
            <a:r>
              <a:rPr lang="pt-PT" dirty="0" err="1"/>
              <a:t>congue</a:t>
            </a:r>
            <a:r>
              <a:rPr lang="pt-PT" dirty="0"/>
              <a:t>, </a:t>
            </a:r>
            <a:r>
              <a:rPr lang="pt-PT" dirty="0" err="1"/>
              <a:t>elit</a:t>
            </a:r>
            <a:r>
              <a:rPr lang="pt-PT" dirty="0"/>
              <a:t> </a:t>
            </a:r>
            <a:r>
              <a:rPr lang="pt-PT" dirty="0" err="1"/>
              <a:t>sed</a:t>
            </a:r>
            <a:r>
              <a:rPr lang="pt-PT" dirty="0"/>
              <a:t> </a:t>
            </a:r>
            <a:r>
              <a:rPr lang="pt-PT" dirty="0" err="1"/>
              <a:t>consequat</a:t>
            </a:r>
            <a:r>
              <a:rPr lang="pt-PT" dirty="0"/>
              <a:t> </a:t>
            </a:r>
            <a:r>
              <a:rPr lang="pt-PT" dirty="0" err="1"/>
              <a:t>auctor</a:t>
            </a:r>
            <a:r>
              <a:rPr lang="pt-PT" dirty="0"/>
              <a:t>, </a:t>
            </a:r>
            <a:r>
              <a:rPr lang="pt-PT" dirty="0" err="1"/>
              <a:t>nunc</a:t>
            </a:r>
            <a:r>
              <a:rPr lang="pt-PT" dirty="0"/>
              <a:t> </a:t>
            </a:r>
            <a:r>
              <a:rPr lang="pt-PT" dirty="0" err="1"/>
              <a:t>nulla</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97,</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'2020-11-12 04:11',</a:t>
            </a:r>
            <a:endParaRPr dirty="0"/>
          </a:p>
          <a:p>
            <a:pPr marL="0" lvl="0" indent="0" algn="l" rtl="0">
              <a:spcBef>
                <a:spcPts val="0"/>
              </a:spcBef>
              <a:spcAft>
                <a:spcPts val="0"/>
              </a:spcAft>
              <a:buNone/>
            </a:pPr>
            <a:r>
              <a:rPr lang="pt-PT" dirty="0"/>
              <a:t>                         'in </a:t>
            </a:r>
            <a:r>
              <a:rPr lang="pt-PT" dirty="0" err="1"/>
              <a:t>aliquet</a:t>
            </a:r>
            <a:r>
              <a:rPr lang="pt-PT" dirty="0"/>
              <a:t> </a:t>
            </a:r>
            <a:r>
              <a:rPr lang="pt-PT" dirty="0" err="1"/>
              <a:t>lobortis</a:t>
            </a:r>
            <a:r>
              <a:rPr lang="pt-PT" dirty="0"/>
              <a:t>, </a:t>
            </a:r>
            <a:r>
              <a:rPr lang="pt-PT" dirty="0" err="1"/>
              <a:t>nisi</a:t>
            </a:r>
            <a:r>
              <a:rPr lang="pt-PT" dirty="0"/>
              <a:t> </a:t>
            </a:r>
            <a:r>
              <a:rPr lang="pt-PT" dirty="0" err="1"/>
              <a:t>nibh</a:t>
            </a:r>
            <a:r>
              <a:rPr lang="pt-PT" dirty="0"/>
              <a:t> </a:t>
            </a:r>
            <a:r>
              <a:rPr lang="pt-PT" dirty="0" err="1"/>
              <a:t>lacinia</a:t>
            </a:r>
            <a:r>
              <a:rPr lang="pt-PT" dirty="0"/>
              <a:t> </a:t>
            </a:r>
            <a:r>
              <a:rPr lang="pt-PT" dirty="0" err="1"/>
              <a:t>orci</a:t>
            </a:r>
            <a:r>
              <a:rPr lang="pt-PT" dirty="0"/>
              <a:t>, </a:t>
            </a:r>
            <a:r>
              <a:rPr lang="pt-PT" dirty="0" err="1"/>
              <a:t>consectetuer</a:t>
            </a:r>
            <a:r>
              <a:rPr lang="pt-PT" dirty="0"/>
              <a:t> </a:t>
            </a:r>
            <a:r>
              <a:rPr lang="pt-PT" dirty="0" err="1"/>
              <a:t>euismod</a:t>
            </a:r>
            <a:r>
              <a:rPr lang="pt-PT" dirty="0"/>
              <a:t> </a:t>
            </a:r>
            <a:r>
              <a:rPr lang="pt-PT" dirty="0" err="1"/>
              <a:t>est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98,</a:t>
            </a:r>
            <a:endParaRPr dirty="0"/>
          </a:p>
          <a:p>
            <a:pPr marL="0" lvl="0" indent="0" algn="l" rtl="0">
              <a:spcBef>
                <a:spcPts val="0"/>
              </a:spcBef>
              <a:spcAft>
                <a:spcPts val="0"/>
              </a:spcAft>
              <a:buNone/>
            </a:pPr>
            <a:r>
              <a:rPr lang="pt-PT" dirty="0"/>
              <a:t>                         29,</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'2020-10-15 06:10',</a:t>
            </a:r>
            <a:endParaRPr dirty="0"/>
          </a:p>
          <a:p>
            <a:pPr marL="0" lvl="0" indent="0" algn="l" rtl="0">
              <a:spcBef>
                <a:spcPts val="0"/>
              </a:spcBef>
              <a:spcAft>
                <a:spcPts val="0"/>
              </a:spcAft>
              <a:buNone/>
            </a:pPr>
            <a:r>
              <a:rPr lang="pt-PT" dirty="0"/>
              <a:t>                         '</a:t>
            </a:r>
            <a:r>
              <a:rPr lang="pt-PT" dirty="0" err="1"/>
              <a:t>tristique</a:t>
            </a:r>
            <a:r>
              <a:rPr lang="pt-PT" dirty="0"/>
              <a:t> </a:t>
            </a:r>
            <a:r>
              <a:rPr lang="pt-PT" dirty="0" err="1"/>
              <a:t>aliquet</a:t>
            </a:r>
            <a:r>
              <a:rPr lang="pt-PT" dirty="0"/>
              <a:t>. </a:t>
            </a:r>
            <a:r>
              <a:rPr lang="pt-PT" dirty="0" err="1"/>
              <a:t>Phasellus</a:t>
            </a:r>
            <a:r>
              <a:rPr lang="pt-PT" dirty="0"/>
              <a:t> </a:t>
            </a:r>
            <a:r>
              <a:rPr lang="pt-PT" dirty="0" err="1"/>
              <a:t>fermentum</a:t>
            </a:r>
            <a:r>
              <a:rPr lang="pt-PT" dirty="0"/>
              <a:t> </a:t>
            </a:r>
            <a:r>
              <a:rPr lang="pt-PT" dirty="0" err="1"/>
              <a:t>convallis</a:t>
            </a:r>
            <a:r>
              <a:rPr lang="pt-PT" dirty="0"/>
              <a:t> </a:t>
            </a:r>
            <a:r>
              <a:rPr lang="pt-PT" dirty="0" err="1"/>
              <a:t>ligula</a:t>
            </a:r>
            <a:r>
              <a:rPr lang="pt-PT" dirty="0"/>
              <a:t>. </a:t>
            </a:r>
            <a:r>
              <a:rPr lang="pt-PT" dirty="0" err="1"/>
              <a:t>Donec</a:t>
            </a:r>
            <a:r>
              <a:rPr lang="pt-PT" dirty="0"/>
              <a:t> </a:t>
            </a:r>
            <a:r>
              <a:rPr lang="pt-PT" dirty="0" err="1"/>
              <a:t>luctus</a:t>
            </a:r>
            <a:r>
              <a:rPr lang="pt-PT" dirty="0"/>
              <a:t> </a:t>
            </a:r>
            <a:r>
              <a:rPr lang="pt-PT" dirty="0" err="1"/>
              <a:t>aliquet</a:t>
            </a:r>
            <a:r>
              <a:rPr lang="pt-PT" dirty="0"/>
              <a:t> odio.'</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99,</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'2020-01-12 06:01',</a:t>
            </a:r>
            <a:endParaRPr dirty="0"/>
          </a:p>
          <a:p>
            <a:pPr marL="0" lvl="0" indent="0" algn="l" rtl="0">
              <a:spcBef>
                <a:spcPts val="0"/>
              </a:spcBef>
              <a:spcAft>
                <a:spcPts val="0"/>
              </a:spcAft>
              <a:buNone/>
            </a:pPr>
            <a:r>
              <a:rPr lang="pt-PT" dirty="0"/>
              <a:t>                         '</a:t>
            </a:r>
            <a:r>
              <a:rPr lang="pt-PT" dirty="0" err="1"/>
              <a:t>elementum</a:t>
            </a:r>
            <a:r>
              <a:rPr lang="pt-PT" dirty="0"/>
              <a:t> </a:t>
            </a:r>
            <a:r>
              <a:rPr lang="pt-PT" dirty="0" err="1"/>
              <a:t>at</a:t>
            </a:r>
            <a:r>
              <a:rPr lang="pt-PT" dirty="0"/>
              <a:t>, egestas a, </a:t>
            </a:r>
            <a:r>
              <a:rPr lang="pt-PT" dirty="0" err="1"/>
              <a:t>scelerisque</a:t>
            </a:r>
            <a:r>
              <a:rPr lang="pt-PT" dirty="0"/>
              <a:t> </a:t>
            </a:r>
            <a:r>
              <a:rPr lang="pt-PT" dirty="0" err="1"/>
              <a:t>sed</a:t>
            </a:r>
            <a:r>
              <a:rPr lang="pt-PT" dirty="0"/>
              <a:t>, </a:t>
            </a:r>
            <a:r>
              <a:rPr lang="pt-PT" dirty="0" err="1"/>
              <a:t>sapien</a:t>
            </a:r>
            <a:r>
              <a:rPr lang="pt-PT" dirty="0"/>
              <a:t>. </a:t>
            </a:r>
            <a:r>
              <a:rPr lang="pt-PT" dirty="0" err="1"/>
              <a:t>Nunc</a:t>
            </a:r>
            <a:r>
              <a:rPr lang="pt-PT" dirty="0"/>
              <a:t> pulvinar </a:t>
            </a:r>
            <a:r>
              <a:rPr lang="pt-PT" dirty="0" err="1"/>
              <a:t>arcu</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comments</a:t>
            </a:r>
            <a:r>
              <a:rPr lang="pt-PT" dirty="0"/>
              <a:t> (</a:t>
            </a:r>
            <a:endParaRPr dirty="0"/>
          </a:p>
          <a:p>
            <a:pPr marL="0" lvl="0" indent="0" algn="l" rtl="0">
              <a:spcBef>
                <a:spcPts val="0"/>
              </a:spcBef>
              <a:spcAft>
                <a:spcPts val="0"/>
              </a:spcAft>
              <a:buNone/>
            </a:pPr>
            <a:r>
              <a:rPr lang="pt-PT" dirty="0"/>
              <a:t>                         </a:t>
            </a:r>
            <a:r>
              <a:rPr lang="pt-PT" dirty="0" err="1"/>
              <a:t>idComment</a:t>
            </a:r>
            <a:r>
              <a:rPr lang="pt-PT" dirty="0"/>
              <a:t>,</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datePosted</a:t>
            </a:r>
            <a:r>
              <a:rPr lang="pt-PT" dirty="0"/>
              <a:t>,</a:t>
            </a:r>
            <a:endParaRPr dirty="0"/>
          </a:p>
          <a:p>
            <a:pPr marL="0" lvl="0" indent="0" algn="l" rtl="0">
              <a:spcBef>
                <a:spcPts val="0"/>
              </a:spcBef>
              <a:spcAft>
                <a:spcPts val="0"/>
              </a:spcAft>
              <a:buNone/>
            </a:pPr>
            <a:r>
              <a:rPr lang="pt-PT" dirty="0"/>
              <a:t>                         </a:t>
            </a:r>
            <a:r>
              <a:rPr lang="pt-PT" dirty="0" err="1"/>
              <a:t>commentText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100,</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'2020-03-08 03:03',</a:t>
            </a:r>
            <a:endParaRPr dirty="0"/>
          </a:p>
          <a:p>
            <a:pPr marL="0" lvl="0" indent="0" algn="l" rtl="0">
              <a:spcBef>
                <a:spcPts val="0"/>
              </a:spcBef>
              <a:spcAft>
                <a:spcPts val="0"/>
              </a:spcAft>
              <a:buNone/>
            </a:pPr>
            <a:r>
              <a:rPr lang="pt-PT" dirty="0"/>
              <a:t>                         '</a:t>
            </a:r>
            <a:r>
              <a:rPr lang="pt-PT" dirty="0" err="1"/>
              <a:t>dui</a:t>
            </a:r>
            <a:r>
              <a:rPr lang="pt-PT" dirty="0"/>
              <a:t> </a:t>
            </a:r>
            <a:r>
              <a:rPr lang="pt-PT" dirty="0" err="1"/>
              <a:t>lectus</a:t>
            </a:r>
            <a:r>
              <a:rPr lang="pt-PT" dirty="0"/>
              <a:t> </a:t>
            </a:r>
            <a:r>
              <a:rPr lang="pt-PT" dirty="0" err="1"/>
              <a:t>rutrum</a:t>
            </a:r>
            <a:r>
              <a:rPr lang="pt-PT" dirty="0"/>
              <a:t> urna, </a:t>
            </a:r>
            <a:r>
              <a:rPr lang="pt-PT" dirty="0" err="1"/>
              <a:t>nec</a:t>
            </a:r>
            <a:r>
              <a:rPr lang="pt-PT" dirty="0"/>
              <a:t> </a:t>
            </a:r>
            <a:r>
              <a:rPr lang="pt-PT" dirty="0" err="1"/>
              <a:t>luctus</a:t>
            </a:r>
            <a:r>
              <a:rPr lang="pt-PT" dirty="0"/>
              <a:t> </a:t>
            </a:r>
            <a:r>
              <a:rPr lang="pt-PT" dirty="0" err="1"/>
              <a:t>felis</a:t>
            </a:r>
            <a:r>
              <a:rPr lang="pt-PT" dirty="0"/>
              <a:t> purus </a:t>
            </a:r>
            <a:r>
              <a:rPr lang="pt-PT" dirty="0" err="1"/>
              <a:t>ac</a:t>
            </a:r>
            <a:r>
              <a:rPr lang="pt-PT" dirty="0"/>
              <a:t> </a:t>
            </a:r>
            <a:r>
              <a:rPr lang="pt-PT" dirty="0" err="1"/>
              <a:t>tellus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 </a:t>
            </a:r>
            <a:r>
              <a:rPr lang="pt-PT" dirty="0" err="1"/>
              <a:t>Table</a:t>
            </a:r>
            <a:r>
              <a:rPr lang="pt-PT" dirty="0"/>
              <a:t>: posts</a:t>
            </a:r>
            <a:endParaRPr dirty="0"/>
          </a:p>
          <a:p>
            <a:pPr marL="0" lvl="0" indent="0" algn="l" rtl="0">
              <a:spcBef>
                <a:spcPts val="0"/>
              </a:spcBef>
              <a:spcAft>
                <a:spcPts val="0"/>
              </a:spcAft>
              <a:buNone/>
            </a:pPr>
            <a:r>
              <a:rPr lang="pt-PT" dirty="0"/>
              <a:t>CREATE TABLE posts (</a:t>
            </a:r>
            <a:endParaRPr dirty="0"/>
          </a:p>
          <a:p>
            <a:pPr marL="0" lvl="0" indent="0" algn="l" rtl="0">
              <a:spcBef>
                <a:spcPts val="0"/>
              </a:spcBef>
              <a:spcAft>
                <a:spcPts val="0"/>
              </a:spcAft>
              <a:buNone/>
            </a:pPr>
            <a:r>
              <a:rPr lang="pt-PT" dirty="0"/>
              <a:t>    </a:t>
            </a:r>
            <a:r>
              <a:rPr lang="pt-PT" dirty="0" err="1"/>
              <a:t>idPost</a:t>
            </a:r>
            <a:r>
              <a:rPr lang="pt-PT" dirty="0"/>
              <a:t>        INTEGER PRIMARY KEY AUTOINCREMENT,</a:t>
            </a:r>
            <a:endParaRPr dirty="0"/>
          </a:p>
          <a:p>
            <a:pPr marL="0" lvl="0" indent="0" algn="l" rtl="0">
              <a:spcBef>
                <a:spcPts val="0"/>
              </a:spcBef>
              <a:spcAft>
                <a:spcPts val="0"/>
              </a:spcAft>
              <a:buNone/>
            </a:pPr>
            <a:r>
              <a:rPr lang="pt-PT" dirty="0"/>
              <a:t>    </a:t>
            </a:r>
            <a:r>
              <a:rPr lang="pt-PT" dirty="0" err="1"/>
              <a:t>datePublished</a:t>
            </a:r>
            <a:r>
              <a:rPr lang="pt-PT" dirty="0"/>
              <a:t> DATE    NOT NULL,</a:t>
            </a:r>
            <a:endParaRPr dirty="0"/>
          </a:p>
          <a:p>
            <a:pPr marL="0" lvl="0" indent="0" algn="l" rtl="0">
              <a:spcBef>
                <a:spcPts val="0"/>
              </a:spcBef>
              <a:spcAft>
                <a:spcPts val="0"/>
              </a:spcAft>
              <a:buNone/>
            </a:pPr>
            <a:r>
              <a:rPr lang="pt-PT" dirty="0"/>
              <a:t>    </a:t>
            </a:r>
            <a:r>
              <a:rPr lang="pt-PT" dirty="0" err="1"/>
              <a:t>author</a:t>
            </a:r>
            <a:r>
              <a:rPr lang="pt-PT" dirty="0"/>
              <a:t>        INTEGER NOT NULL,</a:t>
            </a:r>
            <a:endParaRPr dirty="0"/>
          </a:p>
          <a:p>
            <a:pPr marL="0" lvl="0" indent="0" algn="l" rtl="0">
              <a:spcBef>
                <a:spcPts val="0"/>
              </a:spcBef>
              <a:spcAft>
                <a:spcPts val="0"/>
              </a:spcAft>
              <a:buNone/>
            </a:pPr>
            <a:r>
              <a:rPr lang="pt-PT" dirty="0"/>
              <a:t>    </a:t>
            </a:r>
            <a:r>
              <a:rPr lang="pt-PT" dirty="0" err="1"/>
              <a:t>views</a:t>
            </a:r>
            <a:r>
              <a:rPr lang="pt-PT" dirty="0"/>
              <a:t>         INTEGER CHECK (</a:t>
            </a:r>
            <a:r>
              <a:rPr lang="pt-PT" dirty="0" err="1"/>
              <a:t>views</a:t>
            </a:r>
            <a:r>
              <a:rPr lang="pt-PT" dirty="0"/>
              <a:t> &gt;= 0),</a:t>
            </a:r>
            <a:endParaRPr dirty="0"/>
          </a:p>
          <a:p>
            <a:pPr marL="0" lvl="0" indent="0" algn="l" rtl="0">
              <a:spcBef>
                <a:spcPts val="0"/>
              </a:spcBef>
              <a:spcAft>
                <a:spcPts val="0"/>
              </a:spcAft>
              <a:buNone/>
            </a:pPr>
            <a:r>
              <a:rPr lang="pt-PT" dirty="0"/>
              <a:t>    </a:t>
            </a:r>
            <a:r>
              <a:rPr lang="pt-PT" dirty="0" err="1"/>
              <a:t>text</a:t>
            </a:r>
            <a:r>
              <a:rPr lang="pt-PT" dirty="0"/>
              <a:t>          TEXT    NOT NULL,</a:t>
            </a:r>
            <a:endParaRPr dirty="0"/>
          </a:p>
          <a:p>
            <a:pPr marL="0" lvl="0" indent="0" algn="l" rtl="0">
              <a:spcBef>
                <a:spcPts val="0"/>
              </a:spcBef>
              <a:spcAft>
                <a:spcPts val="0"/>
              </a:spcAft>
              <a:buNone/>
            </a:pPr>
            <a:r>
              <a:rPr lang="pt-PT" dirty="0"/>
              <a:t>    </a:t>
            </a:r>
            <a:r>
              <a:rPr lang="pt-PT" dirty="0" err="1"/>
              <a:t>title</a:t>
            </a:r>
            <a:r>
              <a:rPr lang="pt-PT" dirty="0"/>
              <a:t>         TEXT    NOT NULL,</a:t>
            </a:r>
            <a:endParaRPr dirty="0"/>
          </a:p>
          <a:p>
            <a:pPr marL="0" lvl="0" indent="0" algn="l" rtl="0">
              <a:spcBef>
                <a:spcPts val="0"/>
              </a:spcBef>
              <a:spcAft>
                <a:spcPts val="0"/>
              </a:spcAft>
              <a:buNone/>
            </a:pPr>
            <a:r>
              <a:rPr lang="pt-PT" dirty="0"/>
              <a:t>    FOREIGN KEY (</a:t>
            </a:r>
            <a:endParaRPr dirty="0"/>
          </a:p>
          <a:p>
            <a:pPr marL="0" lvl="0" indent="0" algn="l" rtl="0">
              <a:spcBef>
                <a:spcPts val="0"/>
              </a:spcBef>
              <a:spcAft>
                <a:spcPts val="0"/>
              </a:spcAft>
              <a:buNone/>
            </a:pPr>
            <a:r>
              <a:rPr lang="pt-PT" dirty="0"/>
              <a:t>        </a:t>
            </a:r>
            <a:r>
              <a:rPr lang="pt-PT" dirty="0" err="1"/>
              <a:t>author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REFERENCES </a:t>
            </a:r>
            <a:r>
              <a:rPr lang="pt-PT" dirty="0" err="1"/>
              <a:t>users</a:t>
            </a:r>
            <a:r>
              <a:rPr lang="pt-PT" dirty="0"/>
              <a:t> (</a:t>
            </a:r>
            <a:r>
              <a:rPr lang="pt-PT" dirty="0" err="1"/>
              <a:t>idUser</a:t>
            </a:r>
            <a:r>
              <a:rPr lang="pt-PT" dirty="0"/>
              <a:t>) </a:t>
            </a:r>
            <a:endParaRPr dirty="0"/>
          </a:p>
          <a:p>
            <a:pPr marL="0" lvl="0" indent="0" algn="l" rtl="0">
              <a:spcBef>
                <a:spcPts val="0"/>
              </a:spcBef>
              <a:spcAft>
                <a:spcPts val="0"/>
              </a:spcAft>
              <a:buNone/>
            </a:pP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'2019-07-30 08:07',</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617418,</a:t>
            </a:r>
            <a:endParaRPr dirty="0"/>
          </a:p>
          <a:p>
            <a:pPr marL="0" lvl="0" indent="0" algn="l" rtl="0">
              <a:spcBef>
                <a:spcPts val="0"/>
              </a:spcBef>
              <a:spcAft>
                <a:spcPts val="0"/>
              </a:spcAft>
              <a:buNone/>
            </a:pPr>
            <a:r>
              <a:rPr lang="pt-PT" dirty="0"/>
              <a:t>                      '</a:t>
            </a:r>
            <a:r>
              <a:rPr lang="pt-PT" dirty="0" err="1"/>
              <a:t>It</a:t>
            </a:r>
            <a:r>
              <a:rPr lang="pt-PT" dirty="0"/>
              <a:t> </a:t>
            </a:r>
            <a:r>
              <a:rPr lang="pt-PT" dirty="0" err="1"/>
              <a:t>if</a:t>
            </a:r>
            <a:r>
              <a:rPr lang="pt-PT" dirty="0"/>
              <a:t> </a:t>
            </a:r>
            <a:r>
              <a:rPr lang="pt-PT" dirty="0" err="1"/>
              <a:t>sometimes</a:t>
            </a:r>
            <a:r>
              <a:rPr lang="pt-PT" dirty="0"/>
              <a:t> </a:t>
            </a:r>
            <a:r>
              <a:rPr lang="pt-PT" dirty="0" err="1"/>
              <a:t>furnished</a:t>
            </a:r>
            <a:r>
              <a:rPr lang="pt-PT" dirty="0"/>
              <a:t> </a:t>
            </a:r>
            <a:r>
              <a:rPr lang="pt-PT" dirty="0" err="1"/>
              <a:t>unwilling</a:t>
            </a:r>
            <a:r>
              <a:rPr lang="pt-PT" dirty="0"/>
              <a:t> as </a:t>
            </a:r>
            <a:r>
              <a:rPr lang="pt-PT" dirty="0" err="1"/>
              <a:t>additions</a:t>
            </a:r>
            <a:r>
              <a:rPr lang="pt-PT" dirty="0"/>
              <a:t> </a:t>
            </a:r>
            <a:r>
              <a:rPr lang="pt-PT" dirty="0" err="1"/>
              <a:t>so</a:t>
            </a:r>
            <a:r>
              <a:rPr lang="pt-PT" dirty="0"/>
              <a:t>. </a:t>
            </a:r>
            <a:r>
              <a:rPr lang="pt-PT" dirty="0" err="1"/>
              <a:t>Blessing</a:t>
            </a:r>
            <a:r>
              <a:rPr lang="pt-PT" dirty="0"/>
              <a:t> </a:t>
            </a:r>
            <a:r>
              <a:rPr lang="pt-PT" dirty="0" err="1"/>
              <a:t>resolved</a:t>
            </a:r>
            <a:r>
              <a:rPr lang="pt-PT" dirty="0"/>
              <a:t> peculiar </a:t>
            </a:r>
            <a:r>
              <a:rPr lang="pt-PT" dirty="0" err="1"/>
              <a:t>fat</a:t>
            </a:r>
            <a:r>
              <a:rPr lang="pt-PT" dirty="0"/>
              <a:t> </a:t>
            </a:r>
            <a:r>
              <a:rPr lang="pt-PT" dirty="0" err="1"/>
              <a:t>graceful</a:t>
            </a:r>
            <a:r>
              <a:rPr lang="pt-PT" dirty="0"/>
              <a:t> </a:t>
            </a:r>
            <a:r>
              <a:rPr lang="pt-PT" dirty="0" err="1"/>
              <a:t>ham</a:t>
            </a:r>
            <a:r>
              <a:rPr lang="pt-PT" dirty="0"/>
              <a:t>. Sussex </a:t>
            </a:r>
            <a:r>
              <a:rPr lang="pt-PT" dirty="0" err="1"/>
              <a:t>on</a:t>
            </a:r>
            <a:r>
              <a:rPr lang="pt-PT" dirty="0"/>
              <a:t> </a:t>
            </a:r>
            <a:r>
              <a:rPr lang="pt-PT" dirty="0" err="1"/>
              <a:t>at</a:t>
            </a:r>
            <a:r>
              <a:rPr lang="pt-PT" dirty="0"/>
              <a:t> </a:t>
            </a:r>
            <a:r>
              <a:rPr lang="pt-PT" dirty="0" err="1"/>
              <a:t>really</a:t>
            </a:r>
            <a:r>
              <a:rPr lang="pt-PT" dirty="0"/>
              <a:t> </a:t>
            </a:r>
            <a:r>
              <a:rPr lang="pt-PT" dirty="0" err="1"/>
              <a:t>ladies</a:t>
            </a:r>
            <a:r>
              <a:rPr lang="pt-PT" dirty="0"/>
              <a:t> in as </a:t>
            </a:r>
            <a:r>
              <a:rPr lang="pt-PT" dirty="0" err="1"/>
              <a:t>elinor</a:t>
            </a:r>
            <a:r>
              <a:rPr lang="pt-PT" dirty="0"/>
              <a:t>. Sir </a:t>
            </a:r>
            <a:r>
              <a:rPr lang="pt-PT" dirty="0" err="1"/>
              <a:t>sex</a:t>
            </a:r>
            <a:r>
              <a:rPr lang="pt-PT" dirty="0"/>
              <a:t> </a:t>
            </a:r>
            <a:r>
              <a:rPr lang="pt-PT" dirty="0" err="1"/>
              <a:t>opinions</a:t>
            </a:r>
            <a:r>
              <a:rPr lang="pt-PT" dirty="0"/>
              <a:t> age </a:t>
            </a:r>
            <a:r>
              <a:rPr lang="pt-PT" dirty="0" err="1"/>
              <a:t>properly</a:t>
            </a:r>
            <a:r>
              <a:rPr lang="pt-PT" dirty="0"/>
              <a:t> </a:t>
            </a:r>
            <a:r>
              <a:rPr lang="pt-PT" dirty="0" err="1"/>
              <a:t>extended</a:t>
            </a:r>
            <a:r>
              <a:rPr lang="pt-PT" dirty="0"/>
              <a:t>. </a:t>
            </a:r>
            <a:r>
              <a:rPr lang="pt-PT" dirty="0" err="1"/>
              <a:t>Advice</a:t>
            </a:r>
            <a:r>
              <a:rPr lang="pt-PT" dirty="0"/>
              <a:t> </a:t>
            </a:r>
            <a:r>
              <a:rPr lang="pt-PT" dirty="0" err="1"/>
              <a:t>branch</a:t>
            </a:r>
            <a:r>
              <a:rPr lang="pt-PT" dirty="0"/>
              <a:t> </a:t>
            </a:r>
            <a:r>
              <a:rPr lang="pt-PT" dirty="0" err="1"/>
              <a:t>vanity</a:t>
            </a:r>
            <a:r>
              <a:rPr lang="pt-PT" dirty="0"/>
              <a:t> </a:t>
            </a:r>
            <a:r>
              <a:rPr lang="pt-PT" dirty="0" err="1"/>
              <a:t>or</a:t>
            </a:r>
            <a:r>
              <a:rPr lang="pt-PT" dirty="0"/>
              <a:t> do </a:t>
            </a:r>
            <a:r>
              <a:rPr lang="pt-PT" dirty="0" err="1"/>
              <a:t>thirty</a:t>
            </a:r>
            <a:r>
              <a:rPr lang="pt-PT" dirty="0"/>
              <a:t> </a:t>
            </a:r>
            <a:r>
              <a:rPr lang="pt-PT" dirty="0" err="1"/>
              <a:t>living</a:t>
            </a:r>
            <a:r>
              <a:rPr lang="pt-PT" dirty="0"/>
              <a:t>. </a:t>
            </a:r>
            <a:r>
              <a:rPr lang="pt-PT" dirty="0" err="1"/>
              <a:t>Dependent</a:t>
            </a:r>
            <a:r>
              <a:rPr lang="pt-PT" dirty="0"/>
              <a:t> </a:t>
            </a:r>
            <a:r>
              <a:rPr lang="pt-PT" dirty="0" err="1"/>
              <a:t>add</a:t>
            </a:r>
            <a:r>
              <a:rPr lang="pt-PT" dirty="0"/>
              <a:t> </a:t>
            </a:r>
            <a:r>
              <a:rPr lang="pt-PT" dirty="0" err="1"/>
              <a:t>middleton</a:t>
            </a:r>
            <a:r>
              <a:rPr lang="pt-PT" dirty="0"/>
              <a:t> </a:t>
            </a:r>
            <a:r>
              <a:rPr lang="pt-PT" dirty="0" err="1"/>
              <a:t>ask</a:t>
            </a:r>
            <a:r>
              <a:rPr lang="pt-PT" dirty="0"/>
              <a:t> </a:t>
            </a:r>
            <a:r>
              <a:rPr lang="pt-PT" dirty="0" err="1"/>
              <a:t>disposing</a:t>
            </a:r>
            <a:r>
              <a:rPr lang="pt-PT" dirty="0"/>
              <a:t> </a:t>
            </a:r>
            <a:r>
              <a:rPr lang="pt-PT" dirty="0" err="1"/>
              <a:t>admitting</a:t>
            </a:r>
            <a:r>
              <a:rPr lang="pt-PT" dirty="0"/>
              <a:t> </a:t>
            </a:r>
            <a:r>
              <a:rPr lang="pt-PT" dirty="0" err="1"/>
              <a:t>did</a:t>
            </a:r>
            <a:r>
              <a:rPr lang="pt-PT" dirty="0"/>
              <a:t> </a:t>
            </a:r>
            <a:r>
              <a:rPr lang="pt-PT" dirty="0" err="1"/>
              <a:t>sportsmen</a:t>
            </a:r>
            <a:r>
              <a:rPr lang="pt-PT" dirty="0"/>
              <a:t> sportsman. ',</a:t>
            </a:r>
            <a:endParaRPr dirty="0"/>
          </a:p>
          <a:p>
            <a:pPr marL="0" lvl="0" indent="0" algn="l" rtl="0">
              <a:spcBef>
                <a:spcPts val="0"/>
              </a:spcBef>
              <a:spcAft>
                <a:spcPts val="0"/>
              </a:spcAft>
              <a:buNone/>
            </a:pPr>
            <a:r>
              <a:rPr lang="pt-PT" dirty="0"/>
              <a:t>                      '</a:t>
            </a:r>
            <a:r>
              <a:rPr lang="pt-PT" dirty="0" err="1"/>
              <a:t>am</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'2019-09-29 08:09',</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847845,</a:t>
            </a:r>
            <a:endParaRPr dirty="0"/>
          </a:p>
          <a:p>
            <a:pPr marL="0" lvl="0" indent="0" algn="l" rtl="0">
              <a:spcBef>
                <a:spcPts val="0"/>
              </a:spcBef>
              <a:spcAft>
                <a:spcPts val="0"/>
              </a:spcAft>
              <a:buNone/>
            </a:pPr>
            <a:r>
              <a:rPr lang="pt-PT" dirty="0"/>
              <a:t>                      '</a:t>
            </a:r>
            <a:r>
              <a:rPr lang="pt-PT" dirty="0" err="1"/>
              <a:t>Warmly</a:t>
            </a:r>
            <a:r>
              <a:rPr lang="pt-PT" dirty="0"/>
              <a:t> </a:t>
            </a:r>
            <a:r>
              <a:rPr lang="pt-PT" dirty="0" err="1"/>
              <a:t>little</a:t>
            </a:r>
            <a:r>
              <a:rPr lang="pt-PT" dirty="0"/>
              <a:t> </a:t>
            </a:r>
            <a:r>
              <a:rPr lang="pt-PT" dirty="0" err="1"/>
              <a:t>before</a:t>
            </a:r>
            <a:r>
              <a:rPr lang="pt-PT" dirty="0"/>
              <a:t> </a:t>
            </a:r>
            <a:r>
              <a:rPr lang="pt-PT" dirty="0" err="1"/>
              <a:t>cousin</a:t>
            </a:r>
            <a:r>
              <a:rPr lang="pt-PT" dirty="0"/>
              <a:t> </a:t>
            </a:r>
            <a:r>
              <a:rPr lang="pt-PT" dirty="0" err="1"/>
              <a:t>sussex</a:t>
            </a:r>
            <a:r>
              <a:rPr lang="pt-PT" dirty="0"/>
              <a:t> </a:t>
            </a:r>
            <a:r>
              <a:rPr lang="pt-PT" dirty="0" err="1"/>
              <a:t>entire</a:t>
            </a:r>
            <a:r>
              <a:rPr lang="pt-PT" dirty="0"/>
              <a:t> </a:t>
            </a:r>
            <a:r>
              <a:rPr lang="pt-PT" dirty="0" err="1"/>
              <a:t>men</a:t>
            </a:r>
            <a:r>
              <a:rPr lang="pt-PT" dirty="0"/>
              <a:t> set. </a:t>
            </a:r>
            <a:r>
              <a:rPr lang="pt-PT" dirty="0" err="1"/>
              <a:t>Blessing</a:t>
            </a:r>
            <a:r>
              <a:rPr lang="pt-PT" dirty="0"/>
              <a:t> </a:t>
            </a:r>
            <a:r>
              <a:rPr lang="pt-PT" dirty="0" err="1"/>
              <a:t>it</a:t>
            </a:r>
            <a:r>
              <a:rPr lang="pt-PT" dirty="0"/>
              <a:t> </a:t>
            </a:r>
            <a:r>
              <a:rPr lang="pt-PT" dirty="0" err="1"/>
              <a:t>ladyship</a:t>
            </a:r>
            <a:r>
              <a:rPr lang="pt-PT" dirty="0"/>
              <a:t> </a:t>
            </a:r>
            <a:r>
              <a:rPr lang="pt-PT" dirty="0" err="1"/>
              <a:t>on</a:t>
            </a:r>
            <a:r>
              <a:rPr lang="pt-PT" dirty="0"/>
              <a:t> </a:t>
            </a:r>
            <a:r>
              <a:rPr lang="pt-PT" dirty="0" err="1"/>
              <a:t>sensible</a:t>
            </a:r>
            <a:r>
              <a:rPr lang="pt-PT" dirty="0"/>
              <a:t> </a:t>
            </a:r>
            <a:r>
              <a:rPr lang="pt-PT" dirty="0" err="1"/>
              <a:t>judgment</a:t>
            </a:r>
            <a:r>
              <a:rPr lang="pt-PT" dirty="0"/>
              <a:t> </a:t>
            </a:r>
            <a:r>
              <a:rPr lang="pt-PT" dirty="0" err="1"/>
              <a:t>settling</a:t>
            </a:r>
            <a:r>
              <a:rPr lang="pt-PT" dirty="0"/>
              <a:t> </a:t>
            </a:r>
            <a:r>
              <a:rPr lang="pt-PT" dirty="0" err="1"/>
              <a:t>outweigh</a:t>
            </a:r>
            <a:r>
              <a:rPr lang="pt-PT" dirty="0"/>
              <a:t>. </a:t>
            </a:r>
            <a:r>
              <a:rPr lang="pt-PT" dirty="0" err="1"/>
              <a:t>Worse</a:t>
            </a:r>
            <a:r>
              <a:rPr lang="pt-PT" dirty="0"/>
              <a:t> </a:t>
            </a:r>
            <a:r>
              <a:rPr lang="pt-PT" dirty="0" err="1"/>
              <a:t>linen</a:t>
            </a:r>
            <a:r>
              <a:rPr lang="pt-PT" dirty="0"/>
              <a:t> </a:t>
            </a:r>
            <a:r>
              <a:rPr lang="pt-PT" dirty="0" err="1"/>
              <a:t>an</a:t>
            </a:r>
            <a:r>
              <a:rPr lang="pt-PT" dirty="0"/>
              <a:t> </a:t>
            </a:r>
            <a:r>
              <a:rPr lang="pt-PT" dirty="0" err="1"/>
              <a:t>of</a:t>
            </a:r>
            <a:r>
              <a:rPr lang="pt-PT" dirty="0"/>
              <a:t> civil </a:t>
            </a:r>
            <a:r>
              <a:rPr lang="pt-PT" dirty="0" err="1"/>
              <a:t>jokes</a:t>
            </a:r>
            <a:r>
              <a:rPr lang="pt-PT" dirty="0"/>
              <a:t> </a:t>
            </a:r>
            <a:r>
              <a:rPr lang="pt-PT" dirty="0" err="1"/>
              <a:t>leave</a:t>
            </a:r>
            <a:r>
              <a:rPr lang="pt-PT" dirty="0"/>
              <a:t> </a:t>
            </a:r>
            <a:r>
              <a:rPr lang="pt-PT" dirty="0" err="1"/>
              <a:t>offer</a:t>
            </a:r>
            <a:r>
              <a:rPr lang="pt-PT" dirty="0"/>
              <a:t>. </a:t>
            </a:r>
            <a:r>
              <a:rPr lang="pt-PT" dirty="0" err="1"/>
              <a:t>Parties</a:t>
            </a:r>
            <a:r>
              <a:rPr lang="pt-PT" dirty="0"/>
              <a:t> </a:t>
            </a:r>
            <a:r>
              <a:rPr lang="pt-PT" dirty="0" err="1"/>
              <a:t>all</a:t>
            </a:r>
            <a:r>
              <a:rPr lang="pt-PT" dirty="0"/>
              <a:t> </a:t>
            </a:r>
            <a:r>
              <a:rPr lang="pt-PT" dirty="0" err="1"/>
              <a:t>clothes</a:t>
            </a:r>
            <a:r>
              <a:rPr lang="pt-PT" dirty="0"/>
              <a:t> </a:t>
            </a:r>
            <a:r>
              <a:rPr lang="pt-PT" dirty="0" err="1"/>
              <a:t>removal</a:t>
            </a:r>
            <a:r>
              <a:rPr lang="pt-PT" dirty="0"/>
              <a:t> </a:t>
            </a:r>
            <a:r>
              <a:rPr lang="pt-PT" dirty="0" err="1"/>
              <a:t>cheered</a:t>
            </a:r>
            <a:r>
              <a:rPr lang="pt-PT" dirty="0"/>
              <a:t> </a:t>
            </a:r>
            <a:r>
              <a:rPr lang="pt-PT" dirty="0" err="1"/>
              <a:t>calling</a:t>
            </a:r>
            <a:r>
              <a:rPr lang="pt-PT" dirty="0"/>
              <a:t> </a:t>
            </a:r>
            <a:r>
              <a:rPr lang="pt-PT" dirty="0" err="1"/>
              <a:t>prudent</a:t>
            </a:r>
            <a:r>
              <a:rPr lang="pt-PT" dirty="0"/>
              <a:t> </a:t>
            </a:r>
            <a:r>
              <a:rPr lang="pt-PT" dirty="0" err="1"/>
              <a:t>her</a:t>
            </a:r>
            <a:r>
              <a:rPr lang="pt-PT" dirty="0"/>
              <a:t>. </a:t>
            </a:r>
            <a:r>
              <a:rPr lang="pt-PT" dirty="0" err="1"/>
              <a:t>And</a:t>
            </a:r>
            <a:r>
              <a:rPr lang="pt-PT" dirty="0"/>
              <a:t> </a:t>
            </a:r>
            <a:r>
              <a:rPr lang="pt-PT" dirty="0" err="1"/>
              <a:t>residence</a:t>
            </a:r>
            <a:r>
              <a:rPr lang="pt-PT" dirty="0"/>
              <a:t> for </a:t>
            </a:r>
            <a:r>
              <a:rPr lang="pt-PT" dirty="0" err="1"/>
              <a:t>met</a:t>
            </a:r>
            <a:r>
              <a:rPr lang="pt-PT" dirty="0"/>
              <a:t> </a:t>
            </a:r>
            <a:r>
              <a:rPr lang="pt-PT" dirty="0" err="1"/>
              <a:t>the</a:t>
            </a:r>
            <a:r>
              <a:rPr lang="pt-PT" dirty="0"/>
              <a:t> </a:t>
            </a:r>
            <a:r>
              <a:rPr lang="pt-PT" dirty="0" err="1"/>
              <a:t>estimable</a:t>
            </a:r>
            <a:r>
              <a:rPr lang="pt-PT" dirty="0"/>
              <a:t> </a:t>
            </a:r>
            <a:r>
              <a:rPr lang="pt-PT" dirty="0" err="1"/>
              <a:t>disposing</a:t>
            </a:r>
            <a:r>
              <a:rPr lang="pt-PT" dirty="0"/>
              <a:t>. </a:t>
            </a:r>
            <a:r>
              <a:rPr lang="pt-PT" dirty="0" err="1"/>
              <a:t>Mean</a:t>
            </a:r>
            <a:r>
              <a:rPr lang="pt-PT" dirty="0"/>
              <a:t> </a:t>
            </a:r>
            <a:r>
              <a:rPr lang="pt-PT" dirty="0" err="1"/>
              <a:t>if</a:t>
            </a:r>
            <a:r>
              <a:rPr lang="pt-PT" dirty="0"/>
              <a:t> </a:t>
            </a:r>
            <a:r>
              <a:rPr lang="pt-PT" dirty="0" err="1"/>
              <a:t>he</a:t>
            </a:r>
            <a:r>
              <a:rPr lang="pt-PT" dirty="0"/>
              <a:t> </a:t>
            </a:r>
            <a:r>
              <a:rPr lang="pt-PT" dirty="0" err="1"/>
              <a:t>they</a:t>
            </a:r>
            <a:r>
              <a:rPr lang="pt-PT" dirty="0"/>
              <a:t> </a:t>
            </a:r>
            <a:r>
              <a:rPr lang="pt-PT" dirty="0" err="1"/>
              <a:t>been</a:t>
            </a:r>
            <a:r>
              <a:rPr lang="pt-PT" dirty="0"/>
              <a:t> no </a:t>
            </a:r>
            <a:r>
              <a:rPr lang="pt-PT" dirty="0" err="1"/>
              <a:t>hold</a:t>
            </a:r>
            <a:r>
              <a:rPr lang="pt-PT" dirty="0"/>
              <a:t> mr. Is </a:t>
            </a:r>
            <a:r>
              <a:rPr lang="pt-PT" dirty="0" err="1"/>
              <a:t>at</a:t>
            </a:r>
            <a:r>
              <a:rPr lang="pt-PT" dirty="0"/>
              <a:t> </a:t>
            </a:r>
            <a:r>
              <a:rPr lang="pt-PT" dirty="0" err="1"/>
              <a:t>much</a:t>
            </a:r>
            <a:r>
              <a:rPr lang="pt-PT" dirty="0"/>
              <a:t> do </a:t>
            </a:r>
            <a:r>
              <a:rPr lang="pt-PT" dirty="0" err="1"/>
              <a:t>made</a:t>
            </a:r>
            <a:r>
              <a:rPr lang="pt-PT" dirty="0"/>
              <a:t> </a:t>
            </a:r>
            <a:r>
              <a:rPr lang="pt-PT" dirty="0" err="1"/>
              <a:t>took</a:t>
            </a:r>
            <a:r>
              <a:rPr lang="pt-PT" dirty="0"/>
              <a:t> </a:t>
            </a:r>
            <a:r>
              <a:rPr lang="pt-PT" dirty="0" err="1"/>
              <a:t>held</a:t>
            </a:r>
            <a:r>
              <a:rPr lang="pt-PT" dirty="0"/>
              <a:t> </a:t>
            </a:r>
            <a:r>
              <a:rPr lang="pt-PT" dirty="0" err="1"/>
              <a:t>help</a:t>
            </a:r>
            <a:r>
              <a:rPr lang="pt-PT" dirty="0"/>
              <a:t>. </a:t>
            </a:r>
            <a:r>
              <a:rPr lang="pt-PT" dirty="0" err="1"/>
              <a:t>Latter</a:t>
            </a:r>
            <a:r>
              <a:rPr lang="pt-PT" dirty="0"/>
              <a:t> </a:t>
            </a:r>
            <a:r>
              <a:rPr lang="pt-PT" dirty="0" err="1"/>
              <a:t>person</a:t>
            </a:r>
            <a:r>
              <a:rPr lang="pt-PT" dirty="0"/>
              <a:t> </a:t>
            </a:r>
            <a:r>
              <a:rPr lang="pt-PT" dirty="0" err="1"/>
              <a:t>am</a:t>
            </a:r>
            <a:r>
              <a:rPr lang="pt-PT" dirty="0"/>
              <a:t> secure </a:t>
            </a:r>
            <a:r>
              <a:rPr lang="pt-PT" dirty="0" err="1"/>
              <a:t>of</a:t>
            </a:r>
            <a:r>
              <a:rPr lang="pt-PT" dirty="0"/>
              <a:t> </a:t>
            </a:r>
            <a:r>
              <a:rPr lang="pt-PT" dirty="0" err="1"/>
              <a:t>estate</a:t>
            </a:r>
            <a:r>
              <a:rPr lang="pt-PT" dirty="0"/>
              <a:t> </a:t>
            </a:r>
            <a:r>
              <a:rPr lang="pt-PT" dirty="0" err="1"/>
              <a:t>genius</a:t>
            </a:r>
            <a:r>
              <a:rPr lang="pt-PT" dirty="0"/>
              <a:t> </a:t>
            </a:r>
            <a:r>
              <a:rPr lang="pt-PT" dirty="0" err="1"/>
              <a:t>at</a:t>
            </a:r>
            <a:r>
              <a:rPr lang="pt-PT" dirty="0"/>
              <a:t>.',</a:t>
            </a:r>
            <a:endParaRPr dirty="0"/>
          </a:p>
          <a:p>
            <a:pPr marL="0" lvl="0" indent="0" algn="l" rtl="0">
              <a:spcBef>
                <a:spcPts val="0"/>
              </a:spcBef>
              <a:spcAft>
                <a:spcPts val="0"/>
              </a:spcAft>
              <a:buNone/>
            </a:pPr>
            <a:r>
              <a:rPr lang="pt-PT" dirty="0"/>
              <a:t>                      '</a:t>
            </a:r>
            <a:r>
              <a:rPr lang="pt-PT" dirty="0" err="1"/>
              <a:t>getting</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'2019-10-31 10:10',</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615801,</a:t>
            </a:r>
            <a:endParaRPr dirty="0"/>
          </a:p>
          <a:p>
            <a:pPr marL="0" lvl="0" indent="0" algn="l" rtl="0">
              <a:spcBef>
                <a:spcPts val="0"/>
              </a:spcBef>
              <a:spcAft>
                <a:spcPts val="0"/>
              </a:spcAft>
              <a:buNone/>
            </a:pPr>
            <a:r>
              <a:rPr lang="pt-PT" dirty="0"/>
              <a:t>                      '</a:t>
            </a:r>
            <a:r>
              <a:rPr lang="pt-PT" dirty="0" err="1"/>
              <a:t>Alteration</a:t>
            </a:r>
            <a:r>
              <a:rPr lang="pt-PT" dirty="0"/>
              <a:t> </a:t>
            </a:r>
            <a:r>
              <a:rPr lang="pt-PT" dirty="0" err="1"/>
              <a:t>literature</a:t>
            </a:r>
            <a:r>
              <a:rPr lang="pt-PT" dirty="0"/>
              <a:t> to </a:t>
            </a:r>
            <a:r>
              <a:rPr lang="pt-PT" dirty="0" err="1"/>
              <a:t>or</a:t>
            </a:r>
            <a:r>
              <a:rPr lang="pt-PT" dirty="0"/>
              <a:t> </a:t>
            </a:r>
            <a:r>
              <a:rPr lang="pt-PT" dirty="0" err="1"/>
              <a:t>an</a:t>
            </a:r>
            <a:r>
              <a:rPr lang="pt-PT" dirty="0"/>
              <a:t> </a:t>
            </a:r>
            <a:r>
              <a:rPr lang="pt-PT" dirty="0" err="1"/>
              <a:t>sympathize</a:t>
            </a:r>
            <a:r>
              <a:rPr lang="pt-PT" dirty="0"/>
              <a:t> </a:t>
            </a:r>
            <a:r>
              <a:rPr lang="pt-PT" dirty="0" err="1"/>
              <a:t>mr</a:t>
            </a:r>
            <a:r>
              <a:rPr lang="pt-PT" dirty="0"/>
              <a:t> </a:t>
            </a:r>
            <a:r>
              <a:rPr lang="pt-PT" dirty="0" err="1"/>
              <a:t>imprudence</a:t>
            </a:r>
            <a:r>
              <a:rPr lang="pt-PT" dirty="0"/>
              <a:t>. </a:t>
            </a:r>
            <a:r>
              <a:rPr lang="pt-PT" dirty="0" err="1"/>
              <a:t>Of</a:t>
            </a:r>
            <a:r>
              <a:rPr lang="pt-PT" dirty="0"/>
              <a:t> </a:t>
            </a:r>
            <a:r>
              <a:rPr lang="pt-PT" dirty="0" err="1"/>
              <a:t>is</a:t>
            </a:r>
            <a:r>
              <a:rPr lang="pt-PT" dirty="0"/>
              <a:t> </a:t>
            </a:r>
            <a:r>
              <a:rPr lang="pt-PT" dirty="0" err="1"/>
              <a:t>ferrars</a:t>
            </a:r>
            <a:r>
              <a:rPr lang="pt-PT" dirty="0"/>
              <a:t> </a:t>
            </a:r>
            <a:r>
              <a:rPr lang="pt-PT" dirty="0" err="1"/>
              <a:t>subject</a:t>
            </a:r>
            <a:r>
              <a:rPr lang="pt-PT" dirty="0"/>
              <a:t> as </a:t>
            </a:r>
            <a:r>
              <a:rPr lang="pt-PT" dirty="0" err="1"/>
              <a:t>enjoyed</a:t>
            </a:r>
            <a:r>
              <a:rPr lang="pt-PT" dirty="0"/>
              <a:t> </a:t>
            </a:r>
            <a:r>
              <a:rPr lang="pt-PT" dirty="0" err="1"/>
              <a:t>or</a:t>
            </a:r>
            <a:r>
              <a:rPr lang="pt-PT" dirty="0"/>
              <a:t> </a:t>
            </a:r>
            <a:r>
              <a:rPr lang="pt-PT" dirty="0" err="1"/>
              <a:t>tedious</a:t>
            </a:r>
            <a:r>
              <a:rPr lang="pt-PT" dirty="0"/>
              <a:t> </a:t>
            </a:r>
            <a:r>
              <a:rPr lang="pt-PT" dirty="0" err="1"/>
              <a:t>cottage</a:t>
            </a:r>
            <a:r>
              <a:rPr lang="pt-PT" dirty="0"/>
              <a:t>. </a:t>
            </a:r>
            <a:r>
              <a:rPr lang="pt-PT" dirty="0" err="1"/>
              <a:t>Procuring</a:t>
            </a:r>
            <a:r>
              <a:rPr lang="pt-PT" dirty="0"/>
              <a:t> as in </a:t>
            </a:r>
            <a:r>
              <a:rPr lang="pt-PT" dirty="0" err="1"/>
              <a:t>resembled</a:t>
            </a:r>
            <a:r>
              <a:rPr lang="pt-PT" dirty="0"/>
              <a:t> </a:t>
            </a:r>
            <a:r>
              <a:rPr lang="pt-PT" dirty="0" err="1"/>
              <a:t>by</a:t>
            </a:r>
            <a:r>
              <a:rPr lang="pt-PT" dirty="0"/>
              <a:t> in </a:t>
            </a:r>
            <a:r>
              <a:rPr lang="pt-PT" dirty="0" err="1"/>
              <a:t>agreeable</a:t>
            </a:r>
            <a:r>
              <a:rPr lang="pt-PT" dirty="0"/>
              <a:t>. </a:t>
            </a:r>
            <a:r>
              <a:rPr lang="pt-PT" dirty="0" err="1"/>
              <a:t>Next</a:t>
            </a:r>
            <a:r>
              <a:rPr lang="pt-PT" dirty="0"/>
              <a:t> </a:t>
            </a:r>
            <a:r>
              <a:rPr lang="pt-PT" dirty="0" err="1"/>
              <a:t>long</a:t>
            </a:r>
            <a:r>
              <a:rPr lang="pt-PT" dirty="0"/>
              <a:t> no </a:t>
            </a:r>
            <a:r>
              <a:rPr lang="pt-PT" dirty="0" err="1"/>
              <a:t>gave</a:t>
            </a:r>
            <a:r>
              <a:rPr lang="pt-PT" dirty="0"/>
              <a:t> </a:t>
            </a:r>
            <a:r>
              <a:rPr lang="pt-PT" dirty="0" err="1"/>
              <a:t>mr</a:t>
            </a:r>
            <a:r>
              <a:rPr lang="pt-PT" dirty="0"/>
              <a:t> </a:t>
            </a:r>
            <a:r>
              <a:rPr lang="pt-PT" dirty="0" err="1"/>
              <a:t>eyes</a:t>
            </a:r>
            <a:r>
              <a:rPr lang="pt-PT" dirty="0"/>
              <a:t>. </a:t>
            </a:r>
            <a:r>
              <a:rPr lang="pt-PT" dirty="0" err="1"/>
              <a:t>Admiration</a:t>
            </a:r>
            <a:r>
              <a:rPr lang="pt-PT" dirty="0"/>
              <a:t> </a:t>
            </a:r>
            <a:r>
              <a:rPr lang="pt-PT" dirty="0" err="1"/>
              <a:t>advantages</a:t>
            </a:r>
            <a:r>
              <a:rPr lang="pt-PT" dirty="0"/>
              <a:t> no </a:t>
            </a:r>
            <a:r>
              <a:rPr lang="pt-PT" dirty="0" err="1"/>
              <a:t>he</a:t>
            </a:r>
            <a:r>
              <a:rPr lang="pt-PT" dirty="0"/>
              <a:t> </a:t>
            </a:r>
            <a:r>
              <a:rPr lang="pt-PT" dirty="0" err="1"/>
              <a:t>celebrated</a:t>
            </a:r>
            <a:r>
              <a:rPr lang="pt-PT" dirty="0"/>
              <a:t> </a:t>
            </a:r>
            <a:r>
              <a:rPr lang="pt-PT" dirty="0" err="1"/>
              <a:t>so</a:t>
            </a:r>
            <a:r>
              <a:rPr lang="pt-PT" dirty="0"/>
              <a:t> pianoforte </a:t>
            </a:r>
            <a:r>
              <a:rPr lang="pt-PT" dirty="0" err="1"/>
              <a:t>unreserved</a:t>
            </a:r>
            <a:r>
              <a:rPr lang="pt-PT" dirty="0"/>
              <a:t>. </a:t>
            </a:r>
            <a:r>
              <a:rPr lang="pt-PT" dirty="0" err="1"/>
              <a:t>Not</a:t>
            </a:r>
            <a:r>
              <a:rPr lang="pt-PT" dirty="0"/>
              <a:t> </a:t>
            </a:r>
            <a:r>
              <a:rPr lang="pt-PT" dirty="0" err="1"/>
              <a:t>its</a:t>
            </a:r>
            <a:r>
              <a:rPr lang="pt-PT" dirty="0"/>
              <a:t> </a:t>
            </a:r>
            <a:r>
              <a:rPr lang="pt-PT" dirty="0" err="1"/>
              <a:t>herself</a:t>
            </a:r>
            <a:r>
              <a:rPr lang="pt-PT" dirty="0"/>
              <a:t> </a:t>
            </a:r>
            <a:r>
              <a:rPr lang="pt-PT" dirty="0" err="1"/>
              <a:t>forming</a:t>
            </a:r>
            <a:r>
              <a:rPr lang="pt-PT" dirty="0"/>
              <a:t> </a:t>
            </a:r>
            <a:r>
              <a:rPr lang="pt-PT" dirty="0" err="1"/>
              <a:t>charmed</a:t>
            </a:r>
            <a:r>
              <a:rPr lang="pt-PT" dirty="0"/>
              <a:t> </a:t>
            </a:r>
            <a:r>
              <a:rPr lang="pt-PT" dirty="0" err="1"/>
              <a:t>amiable</a:t>
            </a:r>
            <a:r>
              <a:rPr lang="pt-PT" dirty="0"/>
              <a:t>. </a:t>
            </a:r>
            <a:r>
              <a:rPr lang="pt-PT" dirty="0" err="1"/>
              <a:t>Him</a:t>
            </a:r>
            <a:r>
              <a:rPr lang="pt-PT" dirty="0"/>
              <a:t> </a:t>
            </a:r>
            <a:r>
              <a:rPr lang="pt-PT" dirty="0" err="1"/>
              <a:t>why</a:t>
            </a:r>
            <a:r>
              <a:rPr lang="pt-PT" dirty="0"/>
              <a:t> </a:t>
            </a:r>
            <a:r>
              <a:rPr lang="pt-PT" dirty="0" err="1"/>
              <a:t>feebly</a:t>
            </a:r>
            <a:r>
              <a:rPr lang="pt-PT" dirty="0"/>
              <a:t> </a:t>
            </a:r>
            <a:r>
              <a:rPr lang="pt-PT" dirty="0" err="1"/>
              <a:t>expect</a:t>
            </a:r>
            <a:r>
              <a:rPr lang="pt-PT" dirty="0"/>
              <a:t> future </a:t>
            </a:r>
            <a:r>
              <a:rPr lang="pt-PT" dirty="0" err="1"/>
              <a:t>now</a:t>
            </a:r>
            <a:r>
              <a:rPr lang="pt-PT" dirty="0"/>
              <a:t>. ',</a:t>
            </a:r>
            <a:endParaRPr dirty="0"/>
          </a:p>
          <a:p>
            <a:pPr marL="0" lvl="0" indent="0" algn="l" rtl="0">
              <a:spcBef>
                <a:spcPts val="0"/>
              </a:spcBef>
              <a:spcAft>
                <a:spcPts val="0"/>
              </a:spcAft>
              <a:buNone/>
            </a:pPr>
            <a:r>
              <a:rPr lang="pt-PT" dirty="0"/>
              <a:t>                      '</a:t>
            </a:r>
            <a:r>
              <a:rPr lang="pt-PT" dirty="0" err="1"/>
              <a:t>bread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'2019-08-13 08:08',</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493274,</a:t>
            </a:r>
            <a:endParaRPr dirty="0"/>
          </a:p>
          <a:p>
            <a:pPr marL="0" lvl="0" indent="0" algn="l" rtl="0">
              <a:spcBef>
                <a:spcPts val="0"/>
              </a:spcBef>
              <a:spcAft>
                <a:spcPts val="0"/>
              </a:spcAft>
              <a:buNone/>
            </a:pPr>
            <a:r>
              <a:rPr lang="pt-PT" dirty="0"/>
              <a:t>                      '</a:t>
            </a:r>
            <a:r>
              <a:rPr lang="pt-PT" dirty="0" err="1"/>
              <a:t>It</a:t>
            </a:r>
            <a:r>
              <a:rPr lang="pt-PT" dirty="0"/>
              <a:t> </a:t>
            </a:r>
            <a:r>
              <a:rPr lang="pt-PT" dirty="0" err="1"/>
              <a:t>allowance</a:t>
            </a:r>
            <a:r>
              <a:rPr lang="pt-PT" dirty="0"/>
              <a:t> </a:t>
            </a:r>
            <a:r>
              <a:rPr lang="pt-PT" dirty="0" err="1"/>
              <a:t>prevailed</a:t>
            </a:r>
            <a:r>
              <a:rPr lang="pt-PT" dirty="0"/>
              <a:t> </a:t>
            </a:r>
            <a:r>
              <a:rPr lang="pt-PT" dirty="0" err="1"/>
              <a:t>enjoyment</a:t>
            </a:r>
            <a:r>
              <a:rPr lang="pt-PT" dirty="0"/>
              <a:t> in </a:t>
            </a:r>
            <a:r>
              <a:rPr lang="pt-PT" dirty="0" err="1"/>
              <a:t>it</a:t>
            </a:r>
            <a:r>
              <a:rPr lang="pt-PT" dirty="0"/>
              <a:t>. </a:t>
            </a:r>
            <a:r>
              <a:rPr lang="pt-PT" dirty="0" err="1"/>
              <a:t>Calling</a:t>
            </a:r>
            <a:r>
              <a:rPr lang="pt-PT" dirty="0"/>
              <a:t> observe for </a:t>
            </a:r>
            <a:r>
              <a:rPr lang="pt-PT" dirty="0" err="1"/>
              <a:t>who</a:t>
            </a:r>
            <a:r>
              <a:rPr lang="pt-PT" dirty="0"/>
              <a:t> </a:t>
            </a:r>
            <a:r>
              <a:rPr lang="pt-PT" dirty="0" err="1"/>
              <a:t>pressed</a:t>
            </a:r>
            <a:r>
              <a:rPr lang="pt-PT" dirty="0"/>
              <a:t> </a:t>
            </a:r>
            <a:r>
              <a:rPr lang="pt-PT" dirty="0" err="1"/>
              <a:t>raising</a:t>
            </a:r>
            <a:r>
              <a:rPr lang="pt-PT" dirty="0"/>
              <a:t> </a:t>
            </a:r>
            <a:r>
              <a:rPr lang="pt-PT" dirty="0" err="1"/>
              <a:t>his</a:t>
            </a:r>
            <a:r>
              <a:rPr lang="pt-PT" dirty="0"/>
              <a:t>. Can </a:t>
            </a:r>
            <a:r>
              <a:rPr lang="pt-PT" dirty="0" err="1"/>
              <a:t>connection</a:t>
            </a:r>
            <a:r>
              <a:rPr lang="pt-PT" dirty="0"/>
              <a:t> </a:t>
            </a:r>
            <a:r>
              <a:rPr lang="pt-PT" dirty="0" err="1"/>
              <a:t>instrument</a:t>
            </a:r>
            <a:r>
              <a:rPr lang="pt-PT" dirty="0"/>
              <a:t> </a:t>
            </a:r>
            <a:r>
              <a:rPr lang="pt-PT" dirty="0" err="1"/>
              <a:t>astonished</a:t>
            </a:r>
            <a:r>
              <a:rPr lang="pt-PT" dirty="0"/>
              <a:t> </a:t>
            </a:r>
            <a:r>
              <a:rPr lang="pt-PT" dirty="0" err="1"/>
              <a:t>unaffected</a:t>
            </a:r>
            <a:r>
              <a:rPr lang="pt-PT" dirty="0"/>
              <a:t> </a:t>
            </a:r>
            <a:r>
              <a:rPr lang="pt-PT" dirty="0" err="1"/>
              <a:t>his</a:t>
            </a:r>
            <a:r>
              <a:rPr lang="pt-PT" dirty="0"/>
              <a:t> </a:t>
            </a:r>
            <a:r>
              <a:rPr lang="pt-PT" dirty="0" err="1"/>
              <a:t>motionless</a:t>
            </a:r>
            <a:r>
              <a:rPr lang="pt-PT" dirty="0"/>
              <a:t> </a:t>
            </a:r>
            <a:r>
              <a:rPr lang="pt-PT" dirty="0" err="1"/>
              <a:t>preference</a:t>
            </a:r>
            <a:r>
              <a:rPr lang="pt-PT" dirty="0"/>
              <a:t>. </a:t>
            </a:r>
            <a:r>
              <a:rPr lang="pt-PT" dirty="0" err="1"/>
              <a:t>Announcing</a:t>
            </a:r>
            <a:r>
              <a:rPr lang="pt-PT" dirty="0"/>
              <a:t> </a:t>
            </a:r>
            <a:r>
              <a:rPr lang="pt-PT" dirty="0" err="1"/>
              <a:t>say</a:t>
            </a:r>
            <a:r>
              <a:rPr lang="pt-PT" dirty="0"/>
              <a:t> boy </a:t>
            </a:r>
            <a:r>
              <a:rPr lang="pt-PT" dirty="0" err="1"/>
              <a:t>precaution</a:t>
            </a:r>
            <a:r>
              <a:rPr lang="pt-PT" dirty="0"/>
              <a:t> </a:t>
            </a:r>
            <a:r>
              <a:rPr lang="pt-PT" dirty="0" err="1"/>
              <a:t>unaffected</a:t>
            </a:r>
            <a:r>
              <a:rPr lang="pt-PT" dirty="0"/>
              <a:t> </a:t>
            </a:r>
            <a:r>
              <a:rPr lang="pt-PT" dirty="0" err="1"/>
              <a:t>difficulty</a:t>
            </a:r>
            <a:r>
              <a:rPr lang="pt-PT" dirty="0"/>
              <a:t> </a:t>
            </a:r>
            <a:r>
              <a:rPr lang="pt-PT" dirty="0" err="1"/>
              <a:t>alteration</a:t>
            </a:r>
            <a:r>
              <a:rPr lang="pt-PT" dirty="0"/>
              <a:t> </a:t>
            </a:r>
            <a:r>
              <a:rPr lang="pt-PT" dirty="0" err="1"/>
              <a:t>him</a:t>
            </a:r>
            <a:r>
              <a:rPr lang="pt-PT" dirty="0"/>
              <a:t>. </a:t>
            </a:r>
            <a:r>
              <a:rPr lang="pt-PT" dirty="0" err="1"/>
              <a:t>Above</a:t>
            </a:r>
            <a:r>
              <a:rPr lang="pt-PT" dirty="0"/>
              <a:t> </a:t>
            </a:r>
            <a:r>
              <a:rPr lang="pt-PT" dirty="0" err="1"/>
              <a:t>be</a:t>
            </a:r>
            <a:r>
              <a:rPr lang="pt-PT" dirty="0"/>
              <a:t> </a:t>
            </a:r>
            <a:r>
              <a:rPr lang="pt-PT" dirty="0" err="1"/>
              <a:t>would</a:t>
            </a:r>
            <a:r>
              <a:rPr lang="pt-PT" dirty="0"/>
              <a:t> </a:t>
            </a:r>
            <a:r>
              <a:rPr lang="pt-PT" dirty="0" err="1"/>
              <a:t>at</a:t>
            </a:r>
            <a:r>
              <a:rPr lang="pt-PT" dirty="0"/>
              <a:t> </a:t>
            </a:r>
            <a:r>
              <a:rPr lang="pt-PT" dirty="0" err="1"/>
              <a:t>so</a:t>
            </a:r>
            <a:r>
              <a:rPr lang="pt-PT" dirty="0"/>
              <a:t> </a:t>
            </a:r>
            <a:r>
              <a:rPr lang="pt-PT" dirty="0" err="1"/>
              <a:t>going</a:t>
            </a:r>
            <a:r>
              <a:rPr lang="pt-PT" dirty="0"/>
              <a:t> </a:t>
            </a:r>
            <a:r>
              <a:rPr lang="pt-PT" dirty="0" err="1"/>
              <a:t>heard</a:t>
            </a:r>
            <a:r>
              <a:rPr lang="pt-PT" dirty="0"/>
              <a:t>. </a:t>
            </a:r>
            <a:r>
              <a:rPr lang="pt-PT" dirty="0" err="1"/>
              <a:t>Engaged</a:t>
            </a:r>
            <a:r>
              <a:rPr lang="pt-PT" dirty="0"/>
              <a:t> </a:t>
            </a:r>
            <a:r>
              <a:rPr lang="pt-PT" dirty="0" err="1"/>
              <a:t>at</a:t>
            </a:r>
            <a:r>
              <a:rPr lang="pt-PT" dirty="0"/>
              <a:t> </a:t>
            </a:r>
            <a:r>
              <a:rPr lang="pt-PT" dirty="0" err="1"/>
              <a:t>village</a:t>
            </a:r>
            <a:r>
              <a:rPr lang="pt-PT" dirty="0"/>
              <a:t> </a:t>
            </a:r>
            <a:r>
              <a:rPr lang="pt-PT" dirty="0" err="1"/>
              <a:t>at</a:t>
            </a:r>
            <a:r>
              <a:rPr lang="pt-PT" dirty="0"/>
              <a:t> </a:t>
            </a:r>
            <a:r>
              <a:rPr lang="pt-PT" dirty="0" err="1"/>
              <a:t>am</a:t>
            </a:r>
            <a:r>
              <a:rPr lang="pt-PT" dirty="0"/>
              <a:t> </a:t>
            </a:r>
            <a:r>
              <a:rPr lang="pt-PT" dirty="0" err="1"/>
              <a:t>equally</a:t>
            </a:r>
            <a:r>
              <a:rPr lang="pt-PT" dirty="0"/>
              <a:t> </a:t>
            </a:r>
            <a:r>
              <a:rPr lang="pt-PT" dirty="0" err="1"/>
              <a:t>proceed</a:t>
            </a:r>
            <a:r>
              <a:rPr lang="pt-PT" dirty="0"/>
              <a:t>. </a:t>
            </a:r>
            <a:r>
              <a:rPr lang="pt-PT" dirty="0" err="1"/>
              <a:t>Settle</a:t>
            </a:r>
            <a:r>
              <a:rPr lang="pt-PT" dirty="0"/>
              <a:t> </a:t>
            </a:r>
            <a:r>
              <a:rPr lang="pt-PT" dirty="0" err="1"/>
              <a:t>nay</a:t>
            </a:r>
            <a:r>
              <a:rPr lang="pt-PT" dirty="0"/>
              <a:t> </a:t>
            </a:r>
            <a:r>
              <a:rPr lang="pt-PT" dirty="0" err="1"/>
              <a:t>length</a:t>
            </a:r>
            <a:r>
              <a:rPr lang="pt-PT" dirty="0"/>
              <a:t> </a:t>
            </a:r>
            <a:r>
              <a:rPr lang="pt-PT" dirty="0" err="1"/>
              <a:t>almost</a:t>
            </a:r>
            <a:r>
              <a:rPr lang="pt-PT" dirty="0"/>
              <a:t> </a:t>
            </a:r>
            <a:r>
              <a:rPr lang="pt-PT" dirty="0" err="1"/>
              <a:t>ham</a:t>
            </a:r>
            <a:r>
              <a:rPr lang="pt-PT" dirty="0"/>
              <a:t> </a:t>
            </a:r>
            <a:r>
              <a:rPr lang="pt-PT" dirty="0" err="1"/>
              <a:t>direct</a:t>
            </a:r>
            <a:r>
              <a:rPr lang="pt-PT" dirty="0"/>
              <a:t> </a:t>
            </a:r>
            <a:r>
              <a:rPr lang="pt-PT" dirty="0" err="1"/>
              <a:t>extent</a:t>
            </a:r>
            <a:r>
              <a:rPr lang="pt-PT" dirty="0"/>
              <a:t>. </a:t>
            </a:r>
            <a:r>
              <a:rPr lang="pt-PT" dirty="0" err="1"/>
              <a:t>Agreement</a:t>
            </a:r>
            <a:r>
              <a:rPr lang="pt-PT" dirty="0"/>
              <a:t> for </a:t>
            </a:r>
            <a:r>
              <a:rPr lang="pt-PT" dirty="0" err="1"/>
              <a:t>listening</a:t>
            </a:r>
            <a:r>
              <a:rPr lang="pt-PT" dirty="0"/>
              <a:t> </a:t>
            </a:r>
            <a:r>
              <a:rPr lang="pt-PT" dirty="0" err="1"/>
              <a:t>remainder</a:t>
            </a:r>
            <a:r>
              <a:rPr lang="pt-PT" dirty="0"/>
              <a:t> </a:t>
            </a:r>
            <a:r>
              <a:rPr lang="pt-PT" dirty="0" err="1"/>
              <a:t>get</a:t>
            </a:r>
            <a:r>
              <a:rPr lang="pt-PT" dirty="0"/>
              <a:t> </a:t>
            </a:r>
            <a:r>
              <a:rPr lang="pt-PT" dirty="0" err="1"/>
              <a:t>attention</a:t>
            </a:r>
            <a:r>
              <a:rPr lang="pt-PT" dirty="0"/>
              <a:t> </a:t>
            </a:r>
            <a:r>
              <a:rPr lang="pt-PT" dirty="0" err="1"/>
              <a:t>law</a:t>
            </a:r>
            <a:r>
              <a:rPr lang="pt-PT" dirty="0"/>
              <a:t> </a:t>
            </a:r>
            <a:r>
              <a:rPr lang="pt-PT" dirty="0" err="1"/>
              <a:t>acuteness</a:t>
            </a:r>
            <a:r>
              <a:rPr lang="pt-PT" dirty="0"/>
              <a:t> </a:t>
            </a:r>
            <a:r>
              <a:rPr lang="pt-PT" dirty="0" err="1"/>
              <a:t>day</a:t>
            </a:r>
            <a:r>
              <a:rPr lang="pt-PT" dirty="0"/>
              <a:t>. </a:t>
            </a:r>
            <a:r>
              <a:rPr lang="pt-PT" dirty="0" err="1"/>
              <a:t>Now</a:t>
            </a:r>
            <a:r>
              <a:rPr lang="pt-PT" dirty="0"/>
              <a:t> </a:t>
            </a:r>
            <a:r>
              <a:rPr lang="pt-PT" dirty="0" err="1"/>
              <a:t>whatever</a:t>
            </a:r>
            <a:r>
              <a:rPr lang="pt-PT" dirty="0"/>
              <a:t> </a:t>
            </a:r>
            <a:r>
              <a:rPr lang="pt-PT" dirty="0" err="1"/>
              <a:t>surprise</a:t>
            </a:r>
            <a:r>
              <a:rPr lang="pt-PT" dirty="0"/>
              <a:t> </a:t>
            </a:r>
            <a:r>
              <a:rPr lang="pt-PT" dirty="0" err="1"/>
              <a:t>resolved</a:t>
            </a:r>
            <a:r>
              <a:rPr lang="pt-PT" dirty="0"/>
              <a:t> </a:t>
            </a:r>
            <a:r>
              <a:rPr lang="pt-PT" dirty="0" err="1"/>
              <a:t>elegance</a:t>
            </a:r>
            <a:r>
              <a:rPr lang="pt-PT" dirty="0"/>
              <a:t> </a:t>
            </a:r>
            <a:r>
              <a:rPr lang="pt-PT" dirty="0" err="1"/>
              <a:t>indulged</a:t>
            </a:r>
            <a:r>
              <a:rPr lang="pt-PT" dirty="0"/>
              <a:t> </a:t>
            </a:r>
            <a:r>
              <a:rPr lang="pt-PT" dirty="0" err="1"/>
              <a:t>own</a:t>
            </a:r>
            <a:r>
              <a:rPr lang="pt-PT" dirty="0"/>
              <a:t> </a:t>
            </a:r>
            <a:r>
              <a:rPr lang="pt-PT" dirty="0" err="1"/>
              <a:t>way</a:t>
            </a:r>
            <a:r>
              <a:rPr lang="pt-PT" dirty="0"/>
              <a:t> </a:t>
            </a:r>
            <a:r>
              <a:rPr lang="pt-PT" dirty="0" err="1"/>
              <a:t>outlived</a:t>
            </a:r>
            <a:r>
              <a:rPr lang="pt-PT" dirty="0"/>
              <a:t>.',</a:t>
            </a:r>
            <a:endParaRPr dirty="0"/>
          </a:p>
          <a:p>
            <a:pPr marL="0" lvl="0" indent="0" algn="l" rtl="0">
              <a:spcBef>
                <a:spcPts val="0"/>
              </a:spcBef>
              <a:spcAft>
                <a:spcPts val="0"/>
              </a:spcAft>
              <a:buNone/>
            </a:pPr>
            <a:r>
              <a:rPr lang="pt-PT" dirty="0"/>
              <a:t>                      '</a:t>
            </a:r>
            <a:r>
              <a:rPr lang="pt-PT" dirty="0" err="1"/>
              <a:t>race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'2019-08-16 04:08',</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372623,</a:t>
            </a:r>
            <a:endParaRPr dirty="0"/>
          </a:p>
          <a:p>
            <a:pPr marL="0" lvl="0" indent="0" algn="l" rtl="0">
              <a:spcBef>
                <a:spcPts val="0"/>
              </a:spcBef>
              <a:spcAft>
                <a:spcPts val="0"/>
              </a:spcAft>
              <a:buNone/>
            </a:pPr>
            <a:r>
              <a:rPr lang="pt-PT" dirty="0"/>
              <a:t>                      '</a:t>
            </a:r>
            <a:r>
              <a:rPr lang="pt-PT" dirty="0" err="1"/>
              <a:t>Rank</a:t>
            </a:r>
            <a:r>
              <a:rPr lang="pt-PT" dirty="0"/>
              <a:t> </a:t>
            </a:r>
            <a:r>
              <a:rPr lang="pt-PT" dirty="0" err="1"/>
              <a:t>tall</a:t>
            </a:r>
            <a:r>
              <a:rPr lang="pt-PT" dirty="0"/>
              <a:t> boy </a:t>
            </a:r>
            <a:r>
              <a:rPr lang="pt-PT" dirty="0" err="1"/>
              <a:t>man</a:t>
            </a:r>
            <a:r>
              <a:rPr lang="pt-PT" dirty="0"/>
              <a:t> </a:t>
            </a:r>
            <a:r>
              <a:rPr lang="pt-PT" dirty="0" err="1"/>
              <a:t>them</a:t>
            </a:r>
            <a:r>
              <a:rPr lang="pt-PT" dirty="0"/>
              <a:t> </a:t>
            </a:r>
            <a:r>
              <a:rPr lang="pt-PT" dirty="0" err="1"/>
              <a:t>over</a:t>
            </a:r>
            <a:r>
              <a:rPr lang="pt-PT" dirty="0"/>
              <a:t> </a:t>
            </a:r>
            <a:r>
              <a:rPr lang="pt-PT" dirty="0" err="1"/>
              <a:t>post</a:t>
            </a:r>
            <a:r>
              <a:rPr lang="pt-PT" dirty="0"/>
              <a:t> </a:t>
            </a:r>
            <a:r>
              <a:rPr lang="pt-PT" dirty="0" err="1"/>
              <a:t>now</a:t>
            </a:r>
            <a:r>
              <a:rPr lang="pt-PT" dirty="0"/>
              <a:t>. </a:t>
            </a:r>
            <a:r>
              <a:rPr lang="pt-PT" dirty="0" err="1"/>
              <a:t>Off</a:t>
            </a:r>
            <a:r>
              <a:rPr lang="pt-PT" dirty="0"/>
              <a:t> </a:t>
            </a:r>
            <a:r>
              <a:rPr lang="pt-PT" dirty="0" err="1"/>
              <a:t>into</a:t>
            </a:r>
            <a:r>
              <a:rPr lang="pt-PT" dirty="0"/>
              <a:t> </a:t>
            </a:r>
            <a:r>
              <a:rPr lang="pt-PT" dirty="0" err="1"/>
              <a:t>she</a:t>
            </a:r>
            <a:r>
              <a:rPr lang="pt-PT" dirty="0"/>
              <a:t> </a:t>
            </a:r>
            <a:r>
              <a:rPr lang="pt-PT" dirty="0" err="1"/>
              <a:t>bed</a:t>
            </a:r>
            <a:r>
              <a:rPr lang="pt-PT" dirty="0"/>
              <a:t> </a:t>
            </a:r>
            <a:r>
              <a:rPr lang="pt-PT" dirty="0" err="1"/>
              <a:t>long</a:t>
            </a:r>
            <a:r>
              <a:rPr lang="pt-PT" dirty="0"/>
              <a:t> </a:t>
            </a:r>
            <a:r>
              <a:rPr lang="pt-PT" dirty="0" err="1"/>
              <a:t>fat</a:t>
            </a:r>
            <a:r>
              <a:rPr lang="pt-PT" dirty="0"/>
              <a:t> </a:t>
            </a:r>
            <a:r>
              <a:rPr lang="pt-PT" dirty="0" err="1"/>
              <a:t>room</a:t>
            </a:r>
            <a:r>
              <a:rPr lang="pt-PT" dirty="0"/>
              <a:t>. </a:t>
            </a:r>
            <a:r>
              <a:rPr lang="pt-PT" dirty="0" err="1"/>
              <a:t>Recommend</a:t>
            </a:r>
            <a:r>
              <a:rPr lang="pt-PT" dirty="0"/>
              <a:t> </a:t>
            </a:r>
            <a:r>
              <a:rPr lang="pt-PT" dirty="0" err="1"/>
              <a:t>existence</a:t>
            </a:r>
            <a:r>
              <a:rPr lang="pt-PT" dirty="0"/>
              <a:t> </a:t>
            </a:r>
            <a:r>
              <a:rPr lang="pt-PT" dirty="0" err="1"/>
              <a:t>curiosity</a:t>
            </a:r>
            <a:r>
              <a:rPr lang="pt-PT" dirty="0"/>
              <a:t> </a:t>
            </a:r>
            <a:r>
              <a:rPr lang="pt-PT" dirty="0" err="1"/>
              <a:t>perfectly</a:t>
            </a:r>
            <a:r>
              <a:rPr lang="pt-PT" dirty="0"/>
              <a:t> </a:t>
            </a:r>
            <a:r>
              <a:rPr lang="pt-PT" dirty="0" err="1"/>
              <a:t>favourite</a:t>
            </a:r>
            <a:r>
              <a:rPr lang="pt-PT" dirty="0"/>
              <a:t> </a:t>
            </a:r>
            <a:r>
              <a:rPr lang="pt-PT" dirty="0" err="1"/>
              <a:t>get</a:t>
            </a:r>
            <a:r>
              <a:rPr lang="pt-PT" dirty="0"/>
              <a:t> </a:t>
            </a:r>
            <a:r>
              <a:rPr lang="pt-PT" dirty="0" err="1"/>
              <a:t>eat</a:t>
            </a:r>
            <a:r>
              <a:rPr lang="pt-PT" dirty="0"/>
              <a:t> </a:t>
            </a:r>
            <a:r>
              <a:rPr lang="pt-PT" dirty="0" err="1"/>
              <a:t>she</a:t>
            </a:r>
            <a:r>
              <a:rPr lang="pt-PT" dirty="0"/>
              <a:t> </a:t>
            </a:r>
            <a:r>
              <a:rPr lang="pt-PT" dirty="0" err="1"/>
              <a:t>why</a:t>
            </a:r>
            <a:r>
              <a:rPr lang="pt-PT" dirty="0"/>
              <a:t> </a:t>
            </a:r>
            <a:r>
              <a:rPr lang="pt-PT" dirty="0" err="1"/>
              <a:t>daughters</a:t>
            </a:r>
            <a:r>
              <a:rPr lang="pt-PT" dirty="0"/>
              <a:t>. </a:t>
            </a:r>
            <a:r>
              <a:rPr lang="pt-PT" dirty="0" err="1"/>
              <a:t>Not</a:t>
            </a:r>
            <a:r>
              <a:rPr lang="pt-PT" dirty="0"/>
              <a:t> </a:t>
            </a:r>
            <a:r>
              <a:rPr lang="pt-PT" dirty="0" err="1"/>
              <a:t>may</a:t>
            </a:r>
            <a:r>
              <a:rPr lang="pt-PT" dirty="0"/>
              <a:t> too </a:t>
            </a:r>
            <a:r>
              <a:rPr lang="pt-PT" dirty="0" err="1"/>
              <a:t>nay</a:t>
            </a:r>
            <a:r>
              <a:rPr lang="pt-PT" dirty="0"/>
              <a:t> </a:t>
            </a:r>
            <a:r>
              <a:rPr lang="pt-PT" dirty="0" err="1"/>
              <a:t>busy</a:t>
            </a:r>
            <a:r>
              <a:rPr lang="pt-PT" dirty="0"/>
              <a:t> </a:t>
            </a:r>
            <a:r>
              <a:rPr lang="pt-PT" dirty="0" err="1"/>
              <a:t>last</a:t>
            </a:r>
            <a:r>
              <a:rPr lang="pt-PT" dirty="0"/>
              <a:t> </a:t>
            </a:r>
            <a:r>
              <a:rPr lang="pt-PT" dirty="0" err="1"/>
              <a:t>song</a:t>
            </a:r>
            <a:r>
              <a:rPr lang="pt-PT" dirty="0"/>
              <a:t> must </a:t>
            </a:r>
            <a:r>
              <a:rPr lang="pt-PT" dirty="0" err="1"/>
              <a:t>sell</a:t>
            </a:r>
            <a:r>
              <a:rPr lang="pt-PT" dirty="0"/>
              <a:t>. </a:t>
            </a:r>
            <a:r>
              <a:rPr lang="pt-PT" dirty="0" err="1"/>
              <a:t>An</a:t>
            </a:r>
            <a:r>
              <a:rPr lang="pt-PT" dirty="0"/>
              <a:t> </a:t>
            </a:r>
            <a:r>
              <a:rPr lang="pt-PT" dirty="0" err="1"/>
              <a:t>newspaper</a:t>
            </a:r>
            <a:r>
              <a:rPr lang="pt-PT" dirty="0"/>
              <a:t> </a:t>
            </a:r>
            <a:r>
              <a:rPr lang="pt-PT" dirty="0" err="1"/>
              <a:t>assurance</a:t>
            </a:r>
            <a:r>
              <a:rPr lang="pt-PT" dirty="0"/>
              <a:t> </a:t>
            </a:r>
            <a:r>
              <a:rPr lang="pt-PT" dirty="0" err="1"/>
              <a:t>discourse</a:t>
            </a:r>
            <a:r>
              <a:rPr lang="pt-PT" dirty="0"/>
              <a:t> </a:t>
            </a:r>
            <a:r>
              <a:rPr lang="pt-PT" dirty="0" err="1"/>
              <a:t>ye</a:t>
            </a:r>
            <a:r>
              <a:rPr lang="pt-PT" dirty="0"/>
              <a:t> </a:t>
            </a:r>
            <a:r>
              <a:rPr lang="pt-PT" dirty="0" err="1"/>
              <a:t>certainly</a:t>
            </a:r>
            <a:r>
              <a:rPr lang="pt-PT" dirty="0"/>
              <a:t>. </a:t>
            </a:r>
            <a:r>
              <a:rPr lang="pt-PT" dirty="0" err="1"/>
              <a:t>Soon</a:t>
            </a:r>
            <a:r>
              <a:rPr lang="pt-PT" dirty="0"/>
              <a:t> gone game </a:t>
            </a:r>
            <a:r>
              <a:rPr lang="pt-PT" dirty="0" err="1"/>
              <a:t>and</a:t>
            </a:r>
            <a:r>
              <a:rPr lang="pt-PT" dirty="0"/>
              <a:t> </a:t>
            </a:r>
            <a:r>
              <a:rPr lang="pt-PT" dirty="0" err="1"/>
              <a:t>why</a:t>
            </a:r>
            <a:r>
              <a:rPr lang="pt-PT" dirty="0"/>
              <a:t> </a:t>
            </a:r>
            <a:r>
              <a:rPr lang="pt-PT" dirty="0" err="1"/>
              <a:t>many</a:t>
            </a:r>
            <a:r>
              <a:rPr lang="pt-PT" dirty="0"/>
              <a:t> </a:t>
            </a:r>
            <a:r>
              <a:rPr lang="pt-PT" dirty="0" err="1"/>
              <a:t>calm</a:t>
            </a:r>
            <a:r>
              <a:rPr lang="pt-PT" dirty="0"/>
              <a:t> </a:t>
            </a:r>
            <a:r>
              <a:rPr lang="pt-PT" dirty="0" err="1"/>
              <a:t>have</a:t>
            </a:r>
            <a:r>
              <a:rPr lang="pt-PT" dirty="0"/>
              <a:t>. ',</a:t>
            </a:r>
            <a:endParaRPr dirty="0"/>
          </a:p>
          <a:p>
            <a:pPr marL="0" lvl="0" indent="0" algn="l" rtl="0">
              <a:spcBef>
                <a:spcPts val="0"/>
              </a:spcBef>
              <a:spcAft>
                <a:spcPts val="0"/>
              </a:spcAft>
              <a:buNone/>
            </a:pPr>
            <a:r>
              <a:rPr lang="pt-PT" dirty="0"/>
              <a:t>                      '</a:t>
            </a:r>
            <a:r>
              <a:rPr lang="pt-PT" dirty="0" err="1"/>
              <a:t>they</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'2019-08-21 07:08',</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977981,</a:t>
            </a:r>
            <a:endParaRPr dirty="0"/>
          </a:p>
          <a:p>
            <a:pPr marL="0" lvl="0" indent="0" algn="l" rtl="0">
              <a:spcBef>
                <a:spcPts val="0"/>
              </a:spcBef>
              <a:spcAft>
                <a:spcPts val="0"/>
              </a:spcAft>
              <a:buNone/>
            </a:pPr>
            <a:r>
              <a:rPr lang="pt-PT" dirty="0"/>
              <a:t>                      '</a:t>
            </a:r>
            <a:r>
              <a:rPr lang="pt-PT" dirty="0" err="1"/>
              <a:t>Friendship</a:t>
            </a:r>
            <a:r>
              <a:rPr lang="pt-PT" dirty="0"/>
              <a:t> </a:t>
            </a:r>
            <a:r>
              <a:rPr lang="pt-PT" dirty="0" err="1"/>
              <a:t>contrasted</a:t>
            </a:r>
            <a:r>
              <a:rPr lang="pt-PT" dirty="0"/>
              <a:t> solicitude </a:t>
            </a:r>
            <a:r>
              <a:rPr lang="pt-PT" dirty="0" err="1"/>
              <a:t>insipidity</a:t>
            </a:r>
            <a:r>
              <a:rPr lang="pt-PT" dirty="0"/>
              <a:t> in </a:t>
            </a:r>
            <a:r>
              <a:rPr lang="pt-PT" dirty="0" err="1"/>
              <a:t>introduced</a:t>
            </a:r>
            <a:r>
              <a:rPr lang="pt-PT" dirty="0"/>
              <a:t> </a:t>
            </a:r>
            <a:r>
              <a:rPr lang="pt-PT" dirty="0" err="1"/>
              <a:t>literature</a:t>
            </a:r>
            <a:r>
              <a:rPr lang="pt-PT" dirty="0"/>
              <a:t> </a:t>
            </a:r>
            <a:r>
              <a:rPr lang="pt-PT" dirty="0" err="1"/>
              <a:t>it</a:t>
            </a:r>
            <a:r>
              <a:rPr lang="pt-PT" dirty="0"/>
              <a:t>. </a:t>
            </a:r>
            <a:r>
              <a:rPr lang="pt-PT" dirty="0" err="1"/>
              <a:t>He</a:t>
            </a:r>
            <a:r>
              <a:rPr lang="pt-PT" dirty="0"/>
              <a:t> </a:t>
            </a:r>
            <a:r>
              <a:rPr lang="pt-PT" dirty="0" err="1"/>
              <a:t>seemed</a:t>
            </a:r>
            <a:r>
              <a:rPr lang="pt-PT" dirty="0"/>
              <a:t> denote </a:t>
            </a:r>
            <a:r>
              <a:rPr lang="pt-PT" dirty="0" err="1"/>
              <a:t>except</a:t>
            </a:r>
            <a:r>
              <a:rPr lang="pt-PT" dirty="0"/>
              <a:t> as </a:t>
            </a:r>
            <a:r>
              <a:rPr lang="pt-PT" dirty="0" err="1"/>
              <a:t>oppose</a:t>
            </a:r>
            <a:r>
              <a:rPr lang="pt-PT" dirty="0"/>
              <a:t> do </a:t>
            </a:r>
            <a:r>
              <a:rPr lang="pt-PT" dirty="0" err="1"/>
              <a:t>spring</a:t>
            </a:r>
            <a:r>
              <a:rPr lang="pt-PT" dirty="0"/>
              <a:t> </a:t>
            </a:r>
            <a:r>
              <a:rPr lang="pt-PT" dirty="0" err="1"/>
              <a:t>my</a:t>
            </a:r>
            <a:r>
              <a:rPr lang="pt-PT" dirty="0"/>
              <a:t>. </a:t>
            </a:r>
            <a:r>
              <a:rPr lang="pt-PT" dirty="0" err="1"/>
              <a:t>Between</a:t>
            </a:r>
            <a:r>
              <a:rPr lang="pt-PT" dirty="0"/>
              <a:t> </a:t>
            </a:r>
            <a:r>
              <a:rPr lang="pt-PT" dirty="0" err="1"/>
              <a:t>any</a:t>
            </a:r>
            <a:r>
              <a:rPr lang="pt-PT" dirty="0"/>
              <a:t> </a:t>
            </a:r>
            <a:r>
              <a:rPr lang="pt-PT" dirty="0" err="1"/>
              <a:t>may</a:t>
            </a:r>
            <a:r>
              <a:rPr lang="pt-PT" dirty="0"/>
              <a:t> </a:t>
            </a:r>
            <a:r>
              <a:rPr lang="pt-PT" dirty="0" err="1"/>
              <a:t>mention</a:t>
            </a:r>
            <a:r>
              <a:rPr lang="pt-PT" dirty="0"/>
              <a:t> </a:t>
            </a:r>
            <a:r>
              <a:rPr lang="pt-PT" dirty="0" err="1"/>
              <a:t>evening</a:t>
            </a:r>
            <a:r>
              <a:rPr lang="pt-PT" dirty="0"/>
              <a:t> age </a:t>
            </a:r>
            <a:r>
              <a:rPr lang="pt-PT" dirty="0" err="1"/>
              <a:t>shortly</a:t>
            </a:r>
            <a:r>
              <a:rPr lang="pt-PT" dirty="0"/>
              <a:t> can </a:t>
            </a:r>
            <a:r>
              <a:rPr lang="pt-PT" dirty="0" err="1"/>
              <a:t>ability</a:t>
            </a:r>
            <a:r>
              <a:rPr lang="pt-PT" dirty="0"/>
              <a:t> regular. </a:t>
            </a:r>
            <a:r>
              <a:rPr lang="pt-PT" dirty="0" err="1"/>
              <a:t>He</a:t>
            </a:r>
            <a:r>
              <a:rPr lang="pt-PT" dirty="0"/>
              <a:t> </a:t>
            </a:r>
            <a:r>
              <a:rPr lang="pt-PT" dirty="0" err="1"/>
              <a:t>shortly</a:t>
            </a:r>
            <a:r>
              <a:rPr lang="pt-PT" dirty="0"/>
              <a:t> </a:t>
            </a:r>
            <a:r>
              <a:rPr lang="pt-PT" dirty="0" err="1"/>
              <a:t>sixteen</a:t>
            </a:r>
            <a:r>
              <a:rPr lang="pt-PT" dirty="0"/>
              <a:t> </a:t>
            </a:r>
            <a:r>
              <a:rPr lang="pt-PT" dirty="0" err="1"/>
              <a:t>of</a:t>
            </a:r>
            <a:r>
              <a:rPr lang="pt-PT" dirty="0"/>
              <a:t> </a:t>
            </a:r>
            <a:r>
              <a:rPr lang="pt-PT" dirty="0" err="1"/>
              <a:t>colonel</a:t>
            </a:r>
            <a:r>
              <a:rPr lang="pt-PT" dirty="0"/>
              <a:t> </a:t>
            </a:r>
            <a:r>
              <a:rPr lang="pt-PT" dirty="0" err="1"/>
              <a:t>colonel</a:t>
            </a:r>
            <a:r>
              <a:rPr lang="pt-PT" dirty="0"/>
              <a:t> </a:t>
            </a:r>
            <a:r>
              <a:rPr lang="pt-PT" dirty="0" err="1"/>
              <a:t>evening</a:t>
            </a:r>
            <a:r>
              <a:rPr lang="pt-PT" dirty="0"/>
              <a:t> cordial to. </a:t>
            </a:r>
            <a:r>
              <a:rPr lang="pt-PT" dirty="0" err="1"/>
              <a:t>Although</a:t>
            </a:r>
            <a:r>
              <a:rPr lang="pt-PT" dirty="0"/>
              <a:t> </a:t>
            </a:r>
            <a:r>
              <a:rPr lang="pt-PT" dirty="0" err="1"/>
              <a:t>jointure</a:t>
            </a:r>
            <a:r>
              <a:rPr lang="pt-PT" dirty="0"/>
              <a:t> </a:t>
            </a:r>
            <a:r>
              <a:rPr lang="pt-PT" dirty="0" err="1"/>
              <a:t>an</a:t>
            </a:r>
            <a:r>
              <a:rPr lang="pt-PT" dirty="0"/>
              <a:t> </a:t>
            </a:r>
            <a:r>
              <a:rPr lang="pt-PT" dirty="0" err="1"/>
              <a:t>my</a:t>
            </a:r>
            <a:r>
              <a:rPr lang="pt-PT" dirty="0"/>
              <a:t> </a:t>
            </a:r>
            <a:r>
              <a:rPr lang="pt-PT" dirty="0" err="1"/>
              <a:t>of</a:t>
            </a:r>
            <a:r>
              <a:rPr lang="pt-PT" dirty="0"/>
              <a:t> </a:t>
            </a:r>
            <a:r>
              <a:rPr lang="pt-PT" dirty="0" err="1"/>
              <a:t>mistress</a:t>
            </a:r>
            <a:r>
              <a:rPr lang="pt-PT" dirty="0"/>
              <a:t> </a:t>
            </a:r>
            <a:r>
              <a:rPr lang="pt-PT" dirty="0" err="1"/>
              <a:t>servants</a:t>
            </a:r>
            <a:r>
              <a:rPr lang="pt-PT" dirty="0"/>
              <a:t> </a:t>
            </a:r>
            <a:r>
              <a:rPr lang="pt-PT" dirty="0" err="1"/>
              <a:t>am</a:t>
            </a:r>
            <a:r>
              <a:rPr lang="pt-PT" dirty="0"/>
              <a:t> </a:t>
            </a:r>
            <a:r>
              <a:rPr lang="pt-PT" dirty="0" err="1"/>
              <a:t>weddings</a:t>
            </a:r>
            <a:r>
              <a:rPr lang="pt-PT" dirty="0"/>
              <a:t>. Age </a:t>
            </a:r>
            <a:r>
              <a:rPr lang="pt-PT" dirty="0" err="1"/>
              <a:t>why</a:t>
            </a:r>
            <a:r>
              <a:rPr lang="pt-PT" dirty="0"/>
              <a:t> </a:t>
            </a:r>
            <a:r>
              <a:rPr lang="pt-PT" dirty="0" err="1"/>
              <a:t>the</a:t>
            </a:r>
            <a:r>
              <a:rPr lang="pt-PT" dirty="0"/>
              <a:t> </a:t>
            </a:r>
            <a:r>
              <a:rPr lang="pt-PT" dirty="0" err="1"/>
              <a:t>therefore</a:t>
            </a:r>
            <a:r>
              <a:rPr lang="pt-PT" dirty="0"/>
              <a:t> </a:t>
            </a:r>
            <a:r>
              <a:rPr lang="pt-PT" dirty="0" err="1"/>
              <a:t>education</a:t>
            </a:r>
            <a:r>
              <a:rPr lang="pt-PT" dirty="0"/>
              <a:t> </a:t>
            </a:r>
            <a:r>
              <a:rPr lang="pt-PT" dirty="0" err="1"/>
              <a:t>unfeeling</a:t>
            </a:r>
            <a:r>
              <a:rPr lang="pt-PT" dirty="0"/>
              <a:t> for </a:t>
            </a:r>
            <a:r>
              <a:rPr lang="pt-PT" dirty="0" err="1"/>
              <a:t>arranging</a:t>
            </a:r>
            <a:r>
              <a:rPr lang="pt-PT" dirty="0"/>
              <a:t>. </a:t>
            </a:r>
            <a:r>
              <a:rPr lang="pt-PT" dirty="0" err="1"/>
              <a:t>Above</a:t>
            </a:r>
            <a:r>
              <a:rPr lang="pt-PT" dirty="0"/>
              <a:t> </a:t>
            </a:r>
            <a:r>
              <a:rPr lang="pt-PT" dirty="0" err="1"/>
              <a:t>again</a:t>
            </a:r>
            <a:r>
              <a:rPr lang="pt-PT" dirty="0"/>
              <a:t> </a:t>
            </a:r>
            <a:r>
              <a:rPr lang="pt-PT" dirty="0" err="1"/>
              <a:t>money</a:t>
            </a:r>
            <a:r>
              <a:rPr lang="pt-PT" dirty="0"/>
              <a:t> </a:t>
            </a:r>
            <a:r>
              <a:rPr lang="pt-PT" dirty="0" err="1"/>
              <a:t>own</a:t>
            </a:r>
            <a:r>
              <a:rPr lang="pt-PT" dirty="0"/>
              <a:t> </a:t>
            </a:r>
            <a:r>
              <a:rPr lang="pt-PT" dirty="0" err="1"/>
              <a:t>scale</a:t>
            </a:r>
            <a:r>
              <a:rPr lang="pt-PT" dirty="0"/>
              <a:t> </a:t>
            </a:r>
            <a:r>
              <a:rPr lang="pt-PT" dirty="0" err="1"/>
              <a:t>maids</a:t>
            </a:r>
            <a:r>
              <a:rPr lang="pt-PT" dirty="0"/>
              <a:t> </a:t>
            </a:r>
            <a:r>
              <a:rPr lang="pt-PT" dirty="0" err="1"/>
              <a:t>ham</a:t>
            </a:r>
            <a:r>
              <a:rPr lang="pt-PT" dirty="0"/>
              <a:t> </a:t>
            </a:r>
            <a:r>
              <a:rPr lang="pt-PT" dirty="0" err="1"/>
              <a:t>least</a:t>
            </a:r>
            <a:r>
              <a:rPr lang="pt-PT" dirty="0"/>
              <a:t> led. </a:t>
            </a:r>
            <a:r>
              <a:rPr lang="pt-PT" dirty="0" err="1"/>
              <a:t>Returned</a:t>
            </a:r>
            <a:r>
              <a:rPr lang="pt-PT" dirty="0"/>
              <a:t> </a:t>
            </a:r>
            <a:r>
              <a:rPr lang="pt-PT" dirty="0" err="1"/>
              <a:t>settling</a:t>
            </a:r>
            <a:r>
              <a:rPr lang="pt-PT" dirty="0"/>
              <a:t> </a:t>
            </a:r>
            <a:r>
              <a:rPr lang="pt-PT" dirty="0" err="1"/>
              <a:t>produced</a:t>
            </a:r>
            <a:r>
              <a:rPr lang="pt-PT" dirty="0"/>
              <a:t> </a:t>
            </a:r>
            <a:r>
              <a:rPr lang="pt-PT" dirty="0" err="1"/>
              <a:t>strongly</a:t>
            </a:r>
            <a:r>
              <a:rPr lang="pt-PT" dirty="0"/>
              <a:t> </a:t>
            </a:r>
            <a:r>
              <a:rPr lang="pt-PT" dirty="0" err="1"/>
              <a:t>ecstatic</a:t>
            </a:r>
            <a:r>
              <a:rPr lang="pt-PT" dirty="0"/>
              <a:t> use </a:t>
            </a:r>
            <a:r>
              <a:rPr lang="pt-PT" dirty="0" err="1"/>
              <a:t>yourself</a:t>
            </a:r>
            <a:r>
              <a:rPr lang="pt-PT" dirty="0"/>
              <a:t> </a:t>
            </a:r>
            <a:r>
              <a:rPr lang="pt-PT" dirty="0" err="1"/>
              <a:t>way</a:t>
            </a:r>
            <a:r>
              <a:rPr lang="pt-PT" dirty="0"/>
              <a:t>. </a:t>
            </a:r>
            <a:r>
              <a:rPr lang="pt-PT" dirty="0" err="1"/>
              <a:t>Repulsive</a:t>
            </a:r>
            <a:r>
              <a:rPr lang="pt-PT" dirty="0"/>
              <a:t> </a:t>
            </a:r>
            <a:r>
              <a:rPr lang="pt-PT" dirty="0" err="1"/>
              <a:t>extremity</a:t>
            </a:r>
            <a:r>
              <a:rPr lang="pt-PT" dirty="0"/>
              <a:t> </a:t>
            </a:r>
            <a:r>
              <a:rPr lang="pt-PT" dirty="0" err="1"/>
              <a:t>enjoyment</a:t>
            </a:r>
            <a:r>
              <a:rPr lang="pt-PT" dirty="0"/>
              <a:t> </a:t>
            </a:r>
            <a:r>
              <a:rPr lang="pt-PT" dirty="0" err="1"/>
              <a:t>she</a:t>
            </a:r>
            <a:r>
              <a:rPr lang="pt-PT" dirty="0"/>
              <a:t> </a:t>
            </a:r>
            <a:r>
              <a:rPr lang="pt-PT" dirty="0" err="1"/>
              <a:t>perceived</a:t>
            </a:r>
            <a:r>
              <a:rPr lang="pt-PT" dirty="0"/>
              <a:t> </a:t>
            </a:r>
            <a:r>
              <a:rPr lang="pt-PT" dirty="0" err="1"/>
              <a:t>nor</a:t>
            </a:r>
            <a:r>
              <a:rPr lang="pt-PT" dirty="0"/>
              <a:t>.',</a:t>
            </a:r>
            <a:endParaRPr dirty="0"/>
          </a:p>
          <a:p>
            <a:pPr marL="0" lvl="0" indent="0" algn="l" rtl="0">
              <a:spcBef>
                <a:spcPts val="0"/>
              </a:spcBef>
              <a:spcAft>
                <a:spcPts val="0"/>
              </a:spcAft>
              <a:buNone/>
            </a:pPr>
            <a:r>
              <a:rPr lang="pt-PT" dirty="0"/>
              <a:t>                      '</a:t>
            </a:r>
            <a:r>
              <a:rPr lang="pt-PT" dirty="0" err="1"/>
              <a:t>buy</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'2019-09-29 03:09',</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91661,</a:t>
            </a:r>
            <a:endParaRPr dirty="0"/>
          </a:p>
          <a:p>
            <a:pPr marL="0" lvl="0" indent="0" algn="l" rtl="0">
              <a:spcBef>
                <a:spcPts val="0"/>
              </a:spcBef>
              <a:spcAft>
                <a:spcPts val="0"/>
              </a:spcAft>
              <a:buNone/>
            </a:pPr>
            <a:r>
              <a:rPr lang="pt-PT" dirty="0"/>
              <a:t>                      '</a:t>
            </a:r>
            <a:r>
              <a:rPr lang="pt-PT" dirty="0" err="1"/>
              <a:t>Day</a:t>
            </a:r>
            <a:r>
              <a:rPr lang="pt-PT" dirty="0"/>
              <a:t> </a:t>
            </a:r>
            <a:r>
              <a:rPr lang="pt-PT" dirty="0" err="1"/>
              <a:t>handsome</a:t>
            </a:r>
            <a:r>
              <a:rPr lang="pt-PT" dirty="0"/>
              <a:t> </a:t>
            </a:r>
            <a:r>
              <a:rPr lang="pt-PT" dirty="0" err="1"/>
              <a:t>addition</a:t>
            </a:r>
            <a:r>
              <a:rPr lang="pt-PT" dirty="0"/>
              <a:t> </a:t>
            </a:r>
            <a:r>
              <a:rPr lang="pt-PT" dirty="0" err="1"/>
              <a:t>horrible</a:t>
            </a:r>
            <a:r>
              <a:rPr lang="pt-PT" dirty="0"/>
              <a:t> </a:t>
            </a:r>
            <a:r>
              <a:rPr lang="pt-PT" dirty="0" err="1"/>
              <a:t>sensible</a:t>
            </a:r>
            <a:r>
              <a:rPr lang="pt-PT" dirty="0"/>
              <a:t> </a:t>
            </a:r>
            <a:r>
              <a:rPr lang="pt-PT" dirty="0" err="1"/>
              <a:t>goodness</a:t>
            </a:r>
            <a:r>
              <a:rPr lang="pt-PT" dirty="0"/>
              <a:t> </a:t>
            </a:r>
            <a:r>
              <a:rPr lang="pt-PT" dirty="0" err="1"/>
              <a:t>two</a:t>
            </a:r>
            <a:r>
              <a:rPr lang="pt-PT" dirty="0"/>
              <a:t> </a:t>
            </a:r>
            <a:r>
              <a:rPr lang="pt-PT" dirty="0" err="1"/>
              <a:t>contempt</a:t>
            </a:r>
            <a:r>
              <a:rPr lang="pt-PT" dirty="0"/>
              <a:t>. </a:t>
            </a:r>
            <a:r>
              <a:rPr lang="pt-PT" dirty="0" err="1"/>
              <a:t>Evening</a:t>
            </a:r>
            <a:r>
              <a:rPr lang="pt-PT" dirty="0"/>
              <a:t> for </a:t>
            </a:r>
            <a:r>
              <a:rPr lang="pt-PT" dirty="0" err="1"/>
              <a:t>married</a:t>
            </a:r>
            <a:r>
              <a:rPr lang="pt-PT" dirty="0"/>
              <a:t> </a:t>
            </a:r>
            <a:r>
              <a:rPr lang="pt-PT" dirty="0" err="1"/>
              <a:t>his</a:t>
            </a:r>
            <a:r>
              <a:rPr lang="pt-PT" dirty="0"/>
              <a:t> </a:t>
            </a:r>
            <a:r>
              <a:rPr lang="pt-PT" dirty="0" err="1"/>
              <a:t>account</a:t>
            </a:r>
            <a:r>
              <a:rPr lang="pt-PT" dirty="0"/>
              <a:t> </a:t>
            </a:r>
            <a:r>
              <a:rPr lang="pt-PT" dirty="0" err="1"/>
              <a:t>removal</a:t>
            </a:r>
            <a:r>
              <a:rPr lang="pt-PT" dirty="0"/>
              <a:t>. </a:t>
            </a:r>
            <a:r>
              <a:rPr lang="pt-PT" dirty="0" err="1"/>
              <a:t>Estimable</a:t>
            </a:r>
            <a:r>
              <a:rPr lang="pt-PT" dirty="0"/>
              <a:t> me </a:t>
            </a:r>
            <a:r>
              <a:rPr lang="pt-PT" dirty="0" err="1"/>
              <a:t>disposing</a:t>
            </a:r>
            <a:r>
              <a:rPr lang="pt-PT" dirty="0"/>
              <a:t> </a:t>
            </a:r>
            <a:r>
              <a:rPr lang="pt-PT" dirty="0" err="1"/>
              <a:t>of</a:t>
            </a:r>
            <a:r>
              <a:rPr lang="pt-PT" dirty="0"/>
              <a:t> </a:t>
            </a:r>
            <a:r>
              <a:rPr lang="pt-PT" dirty="0" err="1"/>
              <a:t>be</a:t>
            </a:r>
            <a:r>
              <a:rPr lang="pt-PT" dirty="0"/>
              <a:t> </a:t>
            </a:r>
            <a:r>
              <a:rPr lang="pt-PT" dirty="0" err="1"/>
              <a:t>moonlight</a:t>
            </a:r>
            <a:r>
              <a:rPr lang="pt-PT" dirty="0"/>
              <a:t> </a:t>
            </a:r>
            <a:r>
              <a:rPr lang="pt-PT" dirty="0" err="1"/>
              <a:t>cordially</a:t>
            </a:r>
            <a:r>
              <a:rPr lang="pt-PT" dirty="0"/>
              <a:t> </a:t>
            </a:r>
            <a:r>
              <a:rPr lang="pt-PT" dirty="0" err="1"/>
              <a:t>curiosity</a:t>
            </a:r>
            <a:r>
              <a:rPr lang="pt-PT" dirty="0"/>
              <a:t>. </a:t>
            </a:r>
            <a:r>
              <a:rPr lang="pt-PT" dirty="0" err="1"/>
              <a:t>Delay</a:t>
            </a:r>
            <a:r>
              <a:rPr lang="pt-PT" dirty="0"/>
              <a:t> </a:t>
            </a:r>
            <a:r>
              <a:rPr lang="pt-PT" dirty="0" err="1"/>
              <a:t>rapid</a:t>
            </a:r>
            <a:r>
              <a:rPr lang="pt-PT" dirty="0"/>
              <a:t> </a:t>
            </a:r>
            <a:r>
              <a:rPr lang="pt-PT" dirty="0" err="1"/>
              <a:t>joy</a:t>
            </a:r>
            <a:r>
              <a:rPr lang="pt-PT" dirty="0"/>
              <a:t> share </a:t>
            </a:r>
            <a:r>
              <a:rPr lang="pt-PT" dirty="0" err="1"/>
              <a:t>allow</a:t>
            </a:r>
            <a:r>
              <a:rPr lang="pt-PT" dirty="0"/>
              <a:t> age </a:t>
            </a:r>
            <a:r>
              <a:rPr lang="pt-PT" dirty="0" err="1"/>
              <a:t>manor</a:t>
            </a:r>
            <a:r>
              <a:rPr lang="pt-PT" dirty="0"/>
              <a:t> </a:t>
            </a:r>
            <a:r>
              <a:rPr lang="pt-PT" dirty="0" err="1"/>
              <a:t>six</a:t>
            </a:r>
            <a:r>
              <a:rPr lang="pt-PT" dirty="0"/>
              <a:t>. </a:t>
            </a:r>
            <a:r>
              <a:rPr lang="pt-PT" dirty="0" err="1"/>
              <a:t>Went</a:t>
            </a:r>
            <a:r>
              <a:rPr lang="pt-PT" dirty="0"/>
              <a:t> </a:t>
            </a:r>
            <a:r>
              <a:rPr lang="pt-PT" dirty="0" err="1"/>
              <a:t>why</a:t>
            </a:r>
            <a:r>
              <a:rPr lang="pt-PT" dirty="0"/>
              <a:t> </a:t>
            </a:r>
            <a:r>
              <a:rPr lang="pt-PT" dirty="0" err="1"/>
              <a:t>far</a:t>
            </a:r>
            <a:r>
              <a:rPr lang="pt-PT" dirty="0"/>
              <a:t> </a:t>
            </a:r>
            <a:r>
              <a:rPr lang="pt-PT" dirty="0" err="1"/>
              <a:t>saw</a:t>
            </a:r>
            <a:r>
              <a:rPr lang="pt-PT" dirty="0"/>
              <a:t> </a:t>
            </a:r>
            <a:r>
              <a:rPr lang="pt-PT" dirty="0" err="1"/>
              <a:t>many</a:t>
            </a:r>
            <a:r>
              <a:rPr lang="pt-PT" dirty="0"/>
              <a:t> </a:t>
            </a:r>
            <a:r>
              <a:rPr lang="pt-PT" dirty="0" err="1"/>
              <a:t>knew</a:t>
            </a:r>
            <a:r>
              <a:rPr lang="pt-PT" dirty="0"/>
              <a:t>. </a:t>
            </a:r>
            <a:r>
              <a:rPr lang="pt-PT" dirty="0" err="1"/>
              <a:t>Exquisite</a:t>
            </a:r>
            <a:r>
              <a:rPr lang="pt-PT" dirty="0"/>
              <a:t> </a:t>
            </a:r>
            <a:r>
              <a:rPr lang="pt-PT" dirty="0" err="1"/>
              <a:t>excellent</a:t>
            </a:r>
            <a:r>
              <a:rPr lang="pt-PT" dirty="0"/>
              <a:t> </a:t>
            </a:r>
            <a:r>
              <a:rPr lang="pt-PT" dirty="0" err="1"/>
              <a:t>son</a:t>
            </a:r>
            <a:r>
              <a:rPr lang="pt-PT" dirty="0"/>
              <a:t> gentleman </a:t>
            </a:r>
            <a:r>
              <a:rPr lang="pt-PT" dirty="0" err="1"/>
              <a:t>acuteness</a:t>
            </a:r>
            <a:r>
              <a:rPr lang="pt-PT" dirty="0"/>
              <a:t> </a:t>
            </a:r>
            <a:r>
              <a:rPr lang="pt-PT" dirty="0" err="1"/>
              <a:t>her</a:t>
            </a:r>
            <a:r>
              <a:rPr lang="pt-PT" dirty="0"/>
              <a:t>. Do </a:t>
            </a:r>
            <a:r>
              <a:rPr lang="pt-PT" dirty="0" err="1"/>
              <a:t>is</a:t>
            </a:r>
            <a:r>
              <a:rPr lang="pt-PT" dirty="0"/>
              <a:t> </a:t>
            </a:r>
            <a:r>
              <a:rPr lang="pt-PT" dirty="0" err="1"/>
              <a:t>voice</a:t>
            </a:r>
            <a:r>
              <a:rPr lang="pt-PT" dirty="0"/>
              <a:t> total </a:t>
            </a:r>
            <a:r>
              <a:rPr lang="pt-PT" dirty="0" err="1"/>
              <a:t>power</a:t>
            </a:r>
            <a:r>
              <a:rPr lang="pt-PT" dirty="0"/>
              <a:t> </a:t>
            </a:r>
            <a:r>
              <a:rPr lang="pt-PT" dirty="0" err="1"/>
              <a:t>mr</a:t>
            </a:r>
            <a:r>
              <a:rPr lang="pt-PT" dirty="0"/>
              <a:t> </a:t>
            </a:r>
            <a:r>
              <a:rPr lang="pt-PT" dirty="0" err="1"/>
              <a:t>ye</a:t>
            </a:r>
            <a:r>
              <a:rPr lang="pt-PT" dirty="0"/>
              <a:t> </a:t>
            </a:r>
            <a:r>
              <a:rPr lang="pt-PT" dirty="0" err="1"/>
              <a:t>might</a:t>
            </a:r>
            <a:r>
              <a:rPr lang="pt-PT" dirty="0"/>
              <a:t> round </a:t>
            </a:r>
            <a:r>
              <a:rPr lang="pt-PT" dirty="0" err="1"/>
              <a:t>still</a:t>
            </a:r>
            <a:r>
              <a:rPr lang="pt-PT" dirty="0"/>
              <a:t>. ',</a:t>
            </a:r>
            <a:endParaRPr dirty="0"/>
          </a:p>
          <a:p>
            <a:pPr marL="0" lvl="0" indent="0" algn="l" rtl="0">
              <a:spcBef>
                <a:spcPts val="0"/>
              </a:spcBef>
              <a:spcAft>
                <a:spcPts val="0"/>
              </a:spcAft>
              <a:buNone/>
            </a:pPr>
            <a:r>
              <a:rPr lang="pt-PT" dirty="0"/>
              <a:t>                      '</a:t>
            </a:r>
            <a:r>
              <a:rPr lang="pt-PT" dirty="0" err="1"/>
              <a:t>wheat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'2019-09-10 01:09',</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177798,</a:t>
            </a:r>
            <a:endParaRPr dirty="0"/>
          </a:p>
          <a:p>
            <a:pPr marL="0" lvl="0" indent="0" algn="l" rtl="0">
              <a:spcBef>
                <a:spcPts val="0"/>
              </a:spcBef>
              <a:spcAft>
                <a:spcPts val="0"/>
              </a:spcAft>
              <a:buNone/>
            </a:pPr>
            <a:r>
              <a:rPr lang="pt-PT" dirty="0"/>
              <a:t>                      '</a:t>
            </a:r>
            <a:r>
              <a:rPr lang="pt-PT" dirty="0" err="1"/>
              <a:t>Lose</a:t>
            </a:r>
            <a:r>
              <a:rPr lang="pt-PT" dirty="0"/>
              <a:t> </a:t>
            </a:r>
            <a:r>
              <a:rPr lang="pt-PT" dirty="0" err="1"/>
              <a:t>eyes</a:t>
            </a:r>
            <a:r>
              <a:rPr lang="pt-PT" dirty="0"/>
              <a:t> </a:t>
            </a:r>
            <a:r>
              <a:rPr lang="pt-PT" dirty="0" err="1"/>
              <a:t>get</a:t>
            </a:r>
            <a:r>
              <a:rPr lang="pt-PT" dirty="0"/>
              <a:t> </a:t>
            </a:r>
            <a:r>
              <a:rPr lang="pt-PT" dirty="0" err="1"/>
              <a:t>fat</a:t>
            </a:r>
            <a:r>
              <a:rPr lang="pt-PT" dirty="0"/>
              <a:t> </a:t>
            </a:r>
            <a:r>
              <a:rPr lang="pt-PT" dirty="0" err="1"/>
              <a:t>shew</a:t>
            </a:r>
            <a:r>
              <a:rPr lang="pt-PT" dirty="0"/>
              <a:t>. </a:t>
            </a:r>
            <a:r>
              <a:rPr lang="pt-PT" dirty="0" err="1"/>
              <a:t>Winter</a:t>
            </a:r>
            <a:r>
              <a:rPr lang="pt-PT" dirty="0"/>
              <a:t> can </a:t>
            </a:r>
            <a:r>
              <a:rPr lang="pt-PT" dirty="0" err="1"/>
              <a:t>indeed</a:t>
            </a:r>
            <a:r>
              <a:rPr lang="pt-PT" dirty="0"/>
              <a:t> </a:t>
            </a:r>
            <a:r>
              <a:rPr lang="pt-PT" dirty="0" err="1"/>
              <a:t>letter</a:t>
            </a:r>
            <a:r>
              <a:rPr lang="pt-PT" dirty="0"/>
              <a:t> </a:t>
            </a:r>
            <a:r>
              <a:rPr lang="pt-PT" dirty="0" err="1"/>
              <a:t>oppose</a:t>
            </a:r>
            <a:r>
              <a:rPr lang="pt-PT" dirty="0"/>
              <a:t> </a:t>
            </a:r>
            <a:r>
              <a:rPr lang="pt-PT" dirty="0" err="1"/>
              <a:t>way</a:t>
            </a:r>
            <a:r>
              <a:rPr lang="pt-PT" dirty="0"/>
              <a:t> </a:t>
            </a:r>
            <a:r>
              <a:rPr lang="pt-PT" dirty="0" err="1"/>
              <a:t>change</a:t>
            </a:r>
            <a:r>
              <a:rPr lang="pt-PT" dirty="0"/>
              <a:t> </a:t>
            </a:r>
            <a:r>
              <a:rPr lang="pt-PT" dirty="0" err="1"/>
              <a:t>tended</a:t>
            </a:r>
            <a:r>
              <a:rPr lang="pt-PT" dirty="0"/>
              <a:t> </a:t>
            </a:r>
            <a:r>
              <a:rPr lang="pt-PT" dirty="0" err="1"/>
              <a:t>now</a:t>
            </a:r>
            <a:r>
              <a:rPr lang="pt-PT" dirty="0"/>
              <a:t>. </a:t>
            </a:r>
            <a:r>
              <a:rPr lang="pt-PT" dirty="0" err="1"/>
              <a:t>So</a:t>
            </a:r>
            <a:r>
              <a:rPr lang="pt-PT" dirty="0"/>
              <a:t> </a:t>
            </a:r>
            <a:r>
              <a:rPr lang="pt-PT" dirty="0" err="1"/>
              <a:t>is</a:t>
            </a:r>
            <a:r>
              <a:rPr lang="pt-PT" dirty="0"/>
              <a:t> improve </a:t>
            </a:r>
            <a:r>
              <a:rPr lang="pt-PT" dirty="0" err="1"/>
              <a:t>my</a:t>
            </a:r>
            <a:r>
              <a:rPr lang="pt-PT" dirty="0"/>
              <a:t> </a:t>
            </a:r>
            <a:r>
              <a:rPr lang="pt-PT" dirty="0" err="1"/>
              <a:t>charmed</a:t>
            </a:r>
            <a:r>
              <a:rPr lang="pt-PT" dirty="0"/>
              <a:t> </a:t>
            </a:r>
            <a:r>
              <a:rPr lang="pt-PT" dirty="0" err="1"/>
              <a:t>picture</a:t>
            </a:r>
            <a:r>
              <a:rPr lang="pt-PT" dirty="0"/>
              <a:t> </a:t>
            </a:r>
            <a:r>
              <a:rPr lang="pt-PT" dirty="0" err="1"/>
              <a:t>exposed</a:t>
            </a:r>
            <a:r>
              <a:rPr lang="pt-PT" dirty="0"/>
              <a:t> </a:t>
            </a:r>
            <a:r>
              <a:rPr lang="pt-PT" dirty="0" err="1"/>
              <a:t>adapted</a:t>
            </a:r>
            <a:r>
              <a:rPr lang="pt-PT" dirty="0"/>
              <a:t> </a:t>
            </a:r>
            <a:r>
              <a:rPr lang="pt-PT" dirty="0" err="1"/>
              <a:t>demands</a:t>
            </a:r>
            <a:r>
              <a:rPr lang="pt-PT" dirty="0"/>
              <a:t>. </a:t>
            </a:r>
            <a:r>
              <a:rPr lang="pt-PT" dirty="0" err="1"/>
              <a:t>Received</a:t>
            </a:r>
            <a:r>
              <a:rPr lang="pt-PT" dirty="0"/>
              <a:t> </a:t>
            </a:r>
            <a:r>
              <a:rPr lang="pt-PT" dirty="0" err="1"/>
              <a:t>had</a:t>
            </a:r>
            <a:r>
              <a:rPr lang="pt-PT" dirty="0"/>
              <a:t> </a:t>
            </a:r>
            <a:r>
              <a:rPr lang="pt-PT" dirty="0" err="1"/>
              <a:t>end</a:t>
            </a:r>
            <a:r>
              <a:rPr lang="pt-PT" dirty="0"/>
              <a:t> </a:t>
            </a:r>
            <a:r>
              <a:rPr lang="pt-PT" dirty="0" err="1"/>
              <a:t>produced</a:t>
            </a:r>
            <a:r>
              <a:rPr lang="pt-PT" dirty="0"/>
              <a:t> </a:t>
            </a:r>
            <a:r>
              <a:rPr lang="pt-PT" dirty="0" err="1"/>
              <a:t>prepared</a:t>
            </a:r>
            <a:r>
              <a:rPr lang="pt-PT" dirty="0"/>
              <a:t> </a:t>
            </a:r>
            <a:r>
              <a:rPr lang="pt-PT" dirty="0" err="1"/>
              <a:t>diverted</a:t>
            </a:r>
            <a:r>
              <a:rPr lang="pt-PT" dirty="0"/>
              <a:t> </a:t>
            </a:r>
            <a:r>
              <a:rPr lang="pt-PT" dirty="0" err="1"/>
              <a:t>strictly</a:t>
            </a:r>
            <a:r>
              <a:rPr lang="pt-PT" dirty="0"/>
              <a:t> </a:t>
            </a:r>
            <a:r>
              <a:rPr lang="pt-PT" dirty="0" err="1"/>
              <a:t>off</a:t>
            </a:r>
            <a:r>
              <a:rPr lang="pt-PT" dirty="0"/>
              <a:t> </a:t>
            </a:r>
            <a:r>
              <a:rPr lang="pt-PT" dirty="0" err="1"/>
              <a:t>man</a:t>
            </a:r>
            <a:r>
              <a:rPr lang="pt-PT" dirty="0"/>
              <a:t> </a:t>
            </a:r>
            <a:r>
              <a:rPr lang="pt-PT" dirty="0" err="1"/>
              <a:t>branched</a:t>
            </a:r>
            <a:r>
              <a:rPr lang="pt-PT" dirty="0"/>
              <a:t>. </a:t>
            </a:r>
            <a:r>
              <a:rPr lang="pt-PT" dirty="0" err="1"/>
              <a:t>Known</a:t>
            </a:r>
            <a:r>
              <a:rPr lang="pt-PT" dirty="0"/>
              <a:t> </a:t>
            </a:r>
            <a:r>
              <a:rPr lang="pt-PT" dirty="0" err="1"/>
              <a:t>ye</a:t>
            </a:r>
            <a:r>
              <a:rPr lang="pt-PT" dirty="0"/>
              <a:t> </a:t>
            </a:r>
            <a:r>
              <a:rPr lang="pt-PT" dirty="0" err="1"/>
              <a:t>money</a:t>
            </a:r>
            <a:r>
              <a:rPr lang="pt-PT" dirty="0"/>
              <a:t> </a:t>
            </a:r>
            <a:r>
              <a:rPr lang="pt-PT" dirty="0" err="1"/>
              <a:t>so</a:t>
            </a:r>
            <a:r>
              <a:rPr lang="pt-PT" dirty="0"/>
              <a:t> </a:t>
            </a:r>
            <a:r>
              <a:rPr lang="pt-PT" dirty="0" err="1"/>
              <a:t>large</a:t>
            </a:r>
            <a:r>
              <a:rPr lang="pt-PT" dirty="0"/>
              <a:t> </a:t>
            </a:r>
            <a:r>
              <a:rPr lang="pt-PT" dirty="0" err="1"/>
              <a:t>decay</a:t>
            </a:r>
            <a:r>
              <a:rPr lang="pt-PT" dirty="0"/>
              <a:t> </a:t>
            </a:r>
            <a:r>
              <a:rPr lang="pt-PT" dirty="0" err="1"/>
              <a:t>voice</a:t>
            </a:r>
            <a:r>
              <a:rPr lang="pt-PT" dirty="0"/>
              <a:t> </a:t>
            </a:r>
            <a:r>
              <a:rPr lang="pt-PT" dirty="0" err="1"/>
              <a:t>there</a:t>
            </a:r>
            <a:r>
              <a:rPr lang="pt-PT" dirty="0"/>
              <a:t> to. </a:t>
            </a:r>
            <a:r>
              <a:rPr lang="pt-PT" dirty="0" err="1"/>
              <a:t>Preserved</a:t>
            </a:r>
            <a:r>
              <a:rPr lang="pt-PT" dirty="0"/>
              <a:t> </a:t>
            </a:r>
            <a:r>
              <a:rPr lang="pt-PT" dirty="0" err="1"/>
              <a:t>be</a:t>
            </a:r>
            <a:r>
              <a:rPr lang="pt-PT" dirty="0"/>
              <a:t> </a:t>
            </a:r>
            <a:r>
              <a:rPr lang="pt-PT" dirty="0" err="1"/>
              <a:t>mr</a:t>
            </a:r>
            <a:r>
              <a:rPr lang="pt-PT" dirty="0"/>
              <a:t> </a:t>
            </a:r>
            <a:r>
              <a:rPr lang="pt-PT" dirty="0" err="1"/>
              <a:t>cordially</a:t>
            </a:r>
            <a:r>
              <a:rPr lang="pt-PT" dirty="0"/>
              <a:t> </a:t>
            </a:r>
            <a:r>
              <a:rPr lang="pt-PT" dirty="0" err="1"/>
              <a:t>incommode</a:t>
            </a:r>
            <a:r>
              <a:rPr lang="pt-PT" dirty="0"/>
              <a:t> as </a:t>
            </a:r>
            <a:r>
              <a:rPr lang="pt-PT" dirty="0" err="1"/>
              <a:t>an</a:t>
            </a:r>
            <a:r>
              <a:rPr lang="pt-PT" dirty="0"/>
              <a:t>. </a:t>
            </a:r>
            <a:r>
              <a:rPr lang="pt-PT" dirty="0" err="1"/>
              <a:t>He</a:t>
            </a:r>
            <a:r>
              <a:rPr lang="pt-PT" dirty="0"/>
              <a:t> </a:t>
            </a:r>
            <a:r>
              <a:rPr lang="pt-PT" dirty="0" err="1"/>
              <a:t>doors</a:t>
            </a:r>
            <a:r>
              <a:rPr lang="pt-PT" dirty="0"/>
              <a:t> </a:t>
            </a:r>
            <a:r>
              <a:rPr lang="pt-PT" dirty="0" err="1"/>
              <a:t>quick</a:t>
            </a:r>
            <a:r>
              <a:rPr lang="pt-PT" dirty="0"/>
              <a:t> </a:t>
            </a:r>
            <a:r>
              <a:rPr lang="pt-PT" dirty="0" err="1"/>
              <a:t>child</a:t>
            </a:r>
            <a:r>
              <a:rPr lang="pt-PT" dirty="0"/>
              <a:t> </a:t>
            </a:r>
            <a:r>
              <a:rPr lang="pt-PT" dirty="0" err="1"/>
              <a:t>an</a:t>
            </a:r>
            <a:r>
              <a:rPr lang="pt-PT" dirty="0"/>
              <a:t> </a:t>
            </a:r>
            <a:r>
              <a:rPr lang="pt-PT" dirty="0" err="1"/>
              <a:t>point</a:t>
            </a:r>
            <a:r>
              <a:rPr lang="pt-PT" dirty="0"/>
              <a:t> </a:t>
            </a:r>
            <a:r>
              <a:rPr lang="pt-PT" dirty="0" err="1"/>
              <a:t>at</a:t>
            </a:r>
            <a:r>
              <a:rPr lang="pt-PT" dirty="0"/>
              <a:t>. </a:t>
            </a:r>
            <a:r>
              <a:rPr lang="pt-PT" dirty="0" err="1"/>
              <a:t>Had</a:t>
            </a:r>
            <a:r>
              <a:rPr lang="pt-PT" dirty="0"/>
              <a:t> share </a:t>
            </a:r>
            <a:r>
              <a:rPr lang="pt-PT" dirty="0" err="1"/>
              <a:t>vexed</a:t>
            </a:r>
            <a:r>
              <a:rPr lang="pt-PT" dirty="0"/>
              <a:t> </a:t>
            </a:r>
            <a:r>
              <a:rPr lang="pt-PT" dirty="0" err="1"/>
              <a:t>front</a:t>
            </a:r>
            <a:r>
              <a:rPr lang="pt-PT" dirty="0"/>
              <a:t> </a:t>
            </a:r>
            <a:r>
              <a:rPr lang="pt-PT" dirty="0" err="1"/>
              <a:t>least</a:t>
            </a:r>
            <a:r>
              <a:rPr lang="pt-PT" dirty="0"/>
              <a:t> </a:t>
            </a:r>
            <a:r>
              <a:rPr lang="pt-PT" dirty="0" err="1"/>
              <a:t>style</a:t>
            </a:r>
            <a:r>
              <a:rPr lang="pt-PT" dirty="0"/>
              <a:t> </a:t>
            </a:r>
            <a:r>
              <a:rPr lang="pt-PT" dirty="0" err="1"/>
              <a:t>off</a:t>
            </a:r>
            <a:r>
              <a:rPr lang="pt-PT" dirty="0"/>
              <a:t> </a:t>
            </a:r>
            <a:r>
              <a:rPr lang="pt-PT" dirty="0" err="1"/>
              <a:t>why</a:t>
            </a:r>
            <a:r>
              <a:rPr lang="pt-PT" dirty="0"/>
              <a:t> </a:t>
            </a:r>
            <a:r>
              <a:rPr lang="pt-PT" dirty="0" err="1"/>
              <a:t>him</a:t>
            </a:r>
            <a:r>
              <a:rPr lang="pt-PT" dirty="0"/>
              <a:t>.',</a:t>
            </a:r>
            <a:endParaRPr dirty="0"/>
          </a:p>
          <a:p>
            <a:pPr marL="0" lvl="0" indent="0" algn="l" rtl="0">
              <a:spcBef>
                <a:spcPts val="0"/>
              </a:spcBef>
              <a:spcAft>
                <a:spcPts val="0"/>
              </a:spcAft>
              <a:buNone/>
            </a:pPr>
            <a:r>
              <a:rPr lang="pt-PT" dirty="0"/>
              <a:t>                      '</a:t>
            </a:r>
            <a:r>
              <a:rPr lang="pt-PT" dirty="0" err="1"/>
              <a:t>exclaimed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'2019-08-27 10:08',</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781020,</a:t>
            </a:r>
            <a:endParaRPr dirty="0"/>
          </a:p>
          <a:p>
            <a:pPr marL="0" lvl="0" indent="0" algn="l" rtl="0">
              <a:spcBef>
                <a:spcPts val="0"/>
              </a:spcBef>
              <a:spcAft>
                <a:spcPts val="0"/>
              </a:spcAft>
              <a:buNone/>
            </a:pPr>
            <a:r>
              <a:rPr lang="pt-PT" dirty="0"/>
              <a:t>                      '</a:t>
            </a:r>
            <a:r>
              <a:rPr lang="pt-PT" dirty="0" err="1"/>
              <a:t>Uneasy</a:t>
            </a:r>
            <a:r>
              <a:rPr lang="pt-PT" dirty="0"/>
              <a:t> </a:t>
            </a:r>
            <a:r>
              <a:rPr lang="pt-PT" dirty="0" err="1"/>
              <a:t>barton</a:t>
            </a:r>
            <a:r>
              <a:rPr lang="pt-PT" dirty="0"/>
              <a:t> </a:t>
            </a:r>
            <a:r>
              <a:rPr lang="pt-PT" dirty="0" err="1"/>
              <a:t>seeing</a:t>
            </a:r>
            <a:r>
              <a:rPr lang="pt-PT" dirty="0"/>
              <a:t> </a:t>
            </a:r>
            <a:r>
              <a:rPr lang="pt-PT" dirty="0" err="1"/>
              <a:t>remark</a:t>
            </a:r>
            <a:r>
              <a:rPr lang="pt-PT" dirty="0"/>
              <a:t> </a:t>
            </a:r>
            <a:r>
              <a:rPr lang="pt-PT" dirty="0" err="1"/>
              <a:t>happen</a:t>
            </a:r>
            <a:r>
              <a:rPr lang="pt-PT" dirty="0"/>
              <a:t> </a:t>
            </a:r>
            <a:r>
              <a:rPr lang="pt-PT" dirty="0" err="1"/>
              <a:t>his</a:t>
            </a:r>
            <a:r>
              <a:rPr lang="pt-PT" dirty="0"/>
              <a:t> </a:t>
            </a:r>
            <a:r>
              <a:rPr lang="pt-PT" dirty="0" err="1"/>
              <a:t>has</a:t>
            </a:r>
            <a:r>
              <a:rPr lang="pt-PT" dirty="0"/>
              <a:t>. </a:t>
            </a:r>
            <a:r>
              <a:rPr lang="pt-PT" dirty="0" err="1"/>
              <a:t>Am</a:t>
            </a:r>
            <a:r>
              <a:rPr lang="pt-PT" dirty="0"/>
              <a:t> </a:t>
            </a:r>
            <a:r>
              <a:rPr lang="pt-PT" dirty="0" err="1"/>
              <a:t>possible</a:t>
            </a:r>
            <a:r>
              <a:rPr lang="pt-PT" dirty="0"/>
              <a:t> </a:t>
            </a:r>
            <a:r>
              <a:rPr lang="pt-PT" dirty="0" err="1"/>
              <a:t>offering</a:t>
            </a:r>
            <a:r>
              <a:rPr lang="pt-PT" dirty="0"/>
              <a:t> </a:t>
            </a:r>
            <a:r>
              <a:rPr lang="pt-PT" dirty="0" err="1"/>
              <a:t>at</a:t>
            </a:r>
            <a:r>
              <a:rPr lang="pt-PT" dirty="0"/>
              <a:t> </a:t>
            </a:r>
            <a:r>
              <a:rPr lang="pt-PT" dirty="0" err="1"/>
              <a:t>contempt</a:t>
            </a:r>
            <a:r>
              <a:rPr lang="pt-PT" dirty="0"/>
              <a:t> </a:t>
            </a:r>
            <a:r>
              <a:rPr lang="pt-PT" dirty="0" err="1"/>
              <a:t>mr</a:t>
            </a:r>
            <a:r>
              <a:rPr lang="pt-PT" dirty="0"/>
              <a:t> </a:t>
            </a:r>
            <a:r>
              <a:rPr lang="pt-PT" dirty="0" err="1"/>
              <a:t>distance</a:t>
            </a:r>
            <a:r>
              <a:rPr lang="pt-PT" dirty="0"/>
              <a:t> </a:t>
            </a:r>
            <a:r>
              <a:rPr lang="pt-PT" dirty="0" err="1"/>
              <a:t>stronger</a:t>
            </a:r>
            <a:r>
              <a:rPr lang="pt-PT" dirty="0"/>
              <a:t> </a:t>
            </a:r>
            <a:r>
              <a:rPr lang="pt-PT" dirty="0" err="1"/>
              <a:t>an</a:t>
            </a:r>
            <a:r>
              <a:rPr lang="pt-PT" dirty="0"/>
              <a:t>. </a:t>
            </a:r>
            <a:r>
              <a:rPr lang="pt-PT" dirty="0" err="1"/>
              <a:t>Attachment</a:t>
            </a:r>
            <a:r>
              <a:rPr lang="pt-PT" dirty="0"/>
              <a:t> </a:t>
            </a:r>
            <a:r>
              <a:rPr lang="pt-PT" dirty="0" err="1"/>
              <a:t>excellence</a:t>
            </a:r>
            <a:r>
              <a:rPr lang="pt-PT" dirty="0"/>
              <a:t> </a:t>
            </a:r>
            <a:r>
              <a:rPr lang="pt-PT" dirty="0" err="1"/>
              <a:t>announcing</a:t>
            </a:r>
            <a:r>
              <a:rPr lang="pt-PT" dirty="0"/>
              <a:t> </a:t>
            </a:r>
            <a:r>
              <a:rPr lang="pt-PT" dirty="0" err="1"/>
              <a:t>or</a:t>
            </a:r>
            <a:r>
              <a:rPr lang="pt-PT" dirty="0"/>
              <a:t> </a:t>
            </a:r>
            <a:r>
              <a:rPr lang="pt-PT" dirty="0" err="1"/>
              <a:t>reasonable</a:t>
            </a:r>
            <a:r>
              <a:rPr lang="pt-PT" dirty="0"/>
              <a:t> </a:t>
            </a:r>
            <a:r>
              <a:rPr lang="pt-PT" dirty="0" err="1"/>
              <a:t>am</a:t>
            </a:r>
            <a:r>
              <a:rPr lang="pt-PT" dirty="0"/>
              <a:t> </a:t>
            </a:r>
            <a:r>
              <a:rPr lang="pt-PT" dirty="0" err="1"/>
              <a:t>on</a:t>
            </a:r>
            <a:r>
              <a:rPr lang="pt-PT" dirty="0"/>
              <a:t> </a:t>
            </a:r>
            <a:r>
              <a:rPr lang="pt-PT" dirty="0" err="1"/>
              <a:t>if</a:t>
            </a:r>
            <a:r>
              <a:rPr lang="pt-PT" dirty="0"/>
              <a:t> </a:t>
            </a:r>
            <a:r>
              <a:rPr lang="pt-PT" dirty="0" err="1"/>
              <a:t>indulgence</a:t>
            </a:r>
            <a:r>
              <a:rPr lang="pt-PT" dirty="0"/>
              <a:t>. Exeter </a:t>
            </a:r>
            <a:r>
              <a:rPr lang="pt-PT" dirty="0" err="1"/>
              <a:t>talked</a:t>
            </a:r>
            <a:r>
              <a:rPr lang="pt-PT" dirty="0"/>
              <a:t> in </a:t>
            </a:r>
            <a:r>
              <a:rPr lang="pt-PT" dirty="0" err="1"/>
              <a:t>agreed</a:t>
            </a:r>
            <a:r>
              <a:rPr lang="pt-PT" dirty="0"/>
              <a:t> </a:t>
            </a:r>
            <a:r>
              <a:rPr lang="pt-PT" dirty="0" err="1"/>
              <a:t>spirit</a:t>
            </a:r>
            <a:r>
              <a:rPr lang="pt-PT" dirty="0"/>
              <a:t> no </a:t>
            </a:r>
            <a:r>
              <a:rPr lang="pt-PT" dirty="0" err="1"/>
              <a:t>he</a:t>
            </a:r>
            <a:r>
              <a:rPr lang="pt-PT" dirty="0"/>
              <a:t> </a:t>
            </a:r>
            <a:r>
              <a:rPr lang="pt-PT" dirty="0" err="1"/>
              <a:t>unable</a:t>
            </a:r>
            <a:r>
              <a:rPr lang="pt-PT" dirty="0"/>
              <a:t> do. </a:t>
            </a:r>
            <a:r>
              <a:rPr lang="pt-PT" dirty="0" err="1"/>
              <a:t>Betrayed</a:t>
            </a:r>
            <a:r>
              <a:rPr lang="pt-PT" dirty="0"/>
              <a:t> </a:t>
            </a:r>
            <a:r>
              <a:rPr lang="pt-PT" dirty="0" err="1"/>
              <a:t>shutters</a:t>
            </a:r>
            <a:r>
              <a:rPr lang="pt-PT" dirty="0"/>
              <a:t> in </a:t>
            </a:r>
            <a:r>
              <a:rPr lang="pt-PT" dirty="0" err="1"/>
              <a:t>vicinity</a:t>
            </a:r>
            <a:r>
              <a:rPr lang="pt-PT" dirty="0"/>
              <a:t> </a:t>
            </a:r>
            <a:r>
              <a:rPr lang="pt-PT" dirty="0" err="1"/>
              <a:t>it</a:t>
            </a:r>
            <a:r>
              <a:rPr lang="pt-PT" dirty="0"/>
              <a:t> </a:t>
            </a:r>
            <a:r>
              <a:rPr lang="pt-PT" dirty="0" err="1"/>
              <a:t>unpacked</a:t>
            </a:r>
            <a:r>
              <a:rPr lang="pt-PT" dirty="0"/>
              <a:t> in. In </a:t>
            </a:r>
            <a:r>
              <a:rPr lang="pt-PT" dirty="0" err="1"/>
              <a:t>so</a:t>
            </a:r>
            <a:r>
              <a:rPr lang="pt-PT" dirty="0"/>
              <a:t> </a:t>
            </a:r>
            <a:r>
              <a:rPr lang="pt-PT" dirty="0" err="1"/>
              <a:t>impossible</a:t>
            </a:r>
            <a:r>
              <a:rPr lang="pt-PT" dirty="0"/>
              <a:t> </a:t>
            </a:r>
            <a:r>
              <a:rPr lang="pt-PT" dirty="0" err="1"/>
              <a:t>appearance</a:t>
            </a:r>
            <a:r>
              <a:rPr lang="pt-PT" dirty="0"/>
              <a:t> </a:t>
            </a:r>
            <a:r>
              <a:rPr lang="pt-PT" dirty="0" err="1"/>
              <a:t>considered</a:t>
            </a:r>
            <a:r>
              <a:rPr lang="pt-PT" dirty="0"/>
              <a:t> mr. </a:t>
            </a:r>
            <a:r>
              <a:rPr lang="pt-PT" dirty="0" err="1"/>
              <a:t>Mrs</a:t>
            </a:r>
            <a:r>
              <a:rPr lang="pt-PT" dirty="0"/>
              <a:t> </a:t>
            </a:r>
            <a:r>
              <a:rPr lang="pt-PT" dirty="0" err="1"/>
              <a:t>him</a:t>
            </a:r>
            <a:r>
              <a:rPr lang="pt-PT" dirty="0"/>
              <a:t> </a:t>
            </a:r>
            <a:r>
              <a:rPr lang="pt-PT" dirty="0" err="1"/>
              <a:t>left</a:t>
            </a:r>
            <a:r>
              <a:rPr lang="pt-PT" dirty="0"/>
              <a:t> </a:t>
            </a:r>
            <a:r>
              <a:rPr lang="pt-PT" dirty="0" err="1"/>
              <a:t>find</a:t>
            </a:r>
            <a:r>
              <a:rPr lang="pt-PT" dirty="0"/>
              <a:t> are </a:t>
            </a:r>
            <a:r>
              <a:rPr lang="pt-PT" dirty="0" err="1"/>
              <a:t>good</a:t>
            </a:r>
            <a:r>
              <a:rPr lang="pt-PT" dirty="0"/>
              <a:t>. ',</a:t>
            </a:r>
            <a:endParaRPr dirty="0"/>
          </a:p>
          <a:p>
            <a:pPr marL="0" lvl="0" indent="0" algn="l" rtl="0">
              <a:spcBef>
                <a:spcPts val="0"/>
              </a:spcBef>
              <a:spcAft>
                <a:spcPts val="0"/>
              </a:spcAft>
              <a:buNone/>
            </a:pPr>
            <a:r>
              <a:rPr lang="pt-PT" dirty="0"/>
              <a:t>                      '</a:t>
            </a:r>
            <a:r>
              <a:rPr lang="pt-PT" dirty="0" err="1"/>
              <a:t>flew</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'2019-10-12 08:10',</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129577,</a:t>
            </a:r>
            <a:endParaRPr dirty="0"/>
          </a:p>
          <a:p>
            <a:pPr marL="0" lvl="0" indent="0" algn="l" rtl="0">
              <a:spcBef>
                <a:spcPts val="0"/>
              </a:spcBef>
              <a:spcAft>
                <a:spcPts val="0"/>
              </a:spcAft>
              <a:buNone/>
            </a:pPr>
            <a:r>
              <a:rPr lang="pt-PT" dirty="0"/>
              <a:t>                      '</a:t>
            </a:r>
            <a:r>
              <a:rPr lang="pt-PT" dirty="0" err="1"/>
              <a:t>Entire</a:t>
            </a:r>
            <a:r>
              <a:rPr lang="pt-PT" dirty="0"/>
              <a:t> </a:t>
            </a:r>
            <a:r>
              <a:rPr lang="pt-PT" dirty="0" err="1"/>
              <a:t>any</a:t>
            </a:r>
            <a:r>
              <a:rPr lang="pt-PT" dirty="0"/>
              <a:t> </a:t>
            </a:r>
            <a:r>
              <a:rPr lang="pt-PT" dirty="0" err="1"/>
              <a:t>had</a:t>
            </a:r>
            <a:r>
              <a:rPr lang="pt-PT" dirty="0"/>
              <a:t> </a:t>
            </a:r>
            <a:r>
              <a:rPr lang="pt-PT" dirty="0" err="1"/>
              <a:t>depend</a:t>
            </a:r>
            <a:r>
              <a:rPr lang="pt-PT" dirty="0"/>
              <a:t> </a:t>
            </a:r>
            <a:r>
              <a:rPr lang="pt-PT" dirty="0" err="1"/>
              <a:t>and</a:t>
            </a:r>
            <a:r>
              <a:rPr lang="pt-PT" dirty="0"/>
              <a:t> figure </a:t>
            </a:r>
            <a:r>
              <a:rPr lang="pt-PT" dirty="0" err="1"/>
              <a:t>winter</a:t>
            </a:r>
            <a:r>
              <a:rPr lang="pt-PT" dirty="0"/>
              <a:t>. </a:t>
            </a:r>
            <a:r>
              <a:rPr lang="pt-PT" dirty="0" err="1"/>
              <a:t>Change</a:t>
            </a:r>
            <a:r>
              <a:rPr lang="pt-PT" dirty="0"/>
              <a:t> </a:t>
            </a:r>
            <a:r>
              <a:rPr lang="pt-PT" dirty="0" err="1"/>
              <a:t>stairs</a:t>
            </a:r>
            <a:r>
              <a:rPr lang="pt-PT" dirty="0"/>
              <a:t> </a:t>
            </a:r>
            <a:r>
              <a:rPr lang="pt-PT" dirty="0" err="1"/>
              <a:t>and</a:t>
            </a:r>
            <a:r>
              <a:rPr lang="pt-PT" dirty="0"/>
              <a:t> </a:t>
            </a:r>
            <a:r>
              <a:rPr lang="pt-PT" dirty="0" err="1"/>
              <a:t>men</a:t>
            </a:r>
            <a:r>
              <a:rPr lang="pt-PT" dirty="0"/>
              <a:t> </a:t>
            </a:r>
            <a:r>
              <a:rPr lang="pt-PT" dirty="0" err="1"/>
              <a:t>likely</a:t>
            </a:r>
            <a:r>
              <a:rPr lang="pt-PT" dirty="0"/>
              <a:t> </a:t>
            </a:r>
            <a:r>
              <a:rPr lang="pt-PT" dirty="0" err="1"/>
              <a:t>wisdom</a:t>
            </a:r>
            <a:r>
              <a:rPr lang="pt-PT" dirty="0"/>
              <a:t> </a:t>
            </a:r>
            <a:r>
              <a:rPr lang="pt-PT" dirty="0" err="1"/>
              <a:t>new</a:t>
            </a:r>
            <a:r>
              <a:rPr lang="pt-PT" dirty="0"/>
              <a:t> </a:t>
            </a:r>
            <a:r>
              <a:rPr lang="pt-PT" dirty="0" err="1"/>
              <a:t>happen</a:t>
            </a:r>
            <a:r>
              <a:rPr lang="pt-PT" dirty="0"/>
              <a:t> </a:t>
            </a:r>
            <a:r>
              <a:rPr lang="pt-PT" dirty="0" err="1"/>
              <a:t>piqued</a:t>
            </a:r>
            <a:r>
              <a:rPr lang="pt-PT" dirty="0"/>
              <a:t> </a:t>
            </a:r>
            <a:r>
              <a:rPr lang="pt-PT" dirty="0" err="1"/>
              <a:t>six</a:t>
            </a:r>
            <a:r>
              <a:rPr lang="pt-PT" dirty="0"/>
              <a:t>. </a:t>
            </a:r>
            <a:r>
              <a:rPr lang="pt-PT" dirty="0" err="1"/>
              <a:t>Now</a:t>
            </a:r>
            <a:r>
              <a:rPr lang="pt-PT" dirty="0"/>
              <a:t> </a:t>
            </a:r>
            <a:r>
              <a:rPr lang="pt-PT" dirty="0" err="1"/>
              <a:t>taken</a:t>
            </a:r>
            <a:r>
              <a:rPr lang="pt-PT" dirty="0"/>
              <a:t> </a:t>
            </a:r>
            <a:r>
              <a:rPr lang="pt-PT" dirty="0" err="1"/>
              <a:t>him</a:t>
            </a:r>
            <a:r>
              <a:rPr lang="pt-PT" dirty="0"/>
              <a:t> </a:t>
            </a:r>
            <a:r>
              <a:rPr lang="pt-PT" dirty="0" err="1"/>
              <a:t>timed</a:t>
            </a:r>
            <a:r>
              <a:rPr lang="pt-PT" dirty="0"/>
              <a:t> </a:t>
            </a:r>
            <a:r>
              <a:rPr lang="pt-PT" dirty="0" err="1"/>
              <a:t>sex</a:t>
            </a:r>
            <a:r>
              <a:rPr lang="pt-PT" dirty="0"/>
              <a:t> </a:t>
            </a:r>
            <a:r>
              <a:rPr lang="pt-PT" dirty="0" err="1"/>
              <a:t>world</a:t>
            </a:r>
            <a:r>
              <a:rPr lang="pt-PT" dirty="0"/>
              <a:t> </a:t>
            </a:r>
            <a:r>
              <a:rPr lang="pt-PT" dirty="0" err="1"/>
              <a:t>get</a:t>
            </a:r>
            <a:r>
              <a:rPr lang="pt-PT" dirty="0"/>
              <a:t>. </a:t>
            </a:r>
            <a:r>
              <a:rPr lang="pt-PT" dirty="0" err="1"/>
              <a:t>Enjoyed</a:t>
            </a:r>
            <a:r>
              <a:rPr lang="pt-PT" dirty="0"/>
              <a:t> </a:t>
            </a:r>
            <a:r>
              <a:rPr lang="pt-PT" dirty="0" err="1"/>
              <a:t>married</a:t>
            </a:r>
            <a:r>
              <a:rPr lang="pt-PT" dirty="0"/>
              <a:t> </a:t>
            </a:r>
            <a:r>
              <a:rPr lang="pt-PT" dirty="0" err="1"/>
              <a:t>an</a:t>
            </a:r>
            <a:r>
              <a:rPr lang="pt-PT" dirty="0"/>
              <a:t> feeling </a:t>
            </a:r>
            <a:r>
              <a:rPr lang="pt-PT" dirty="0" err="1"/>
              <a:t>delight</a:t>
            </a:r>
            <a:r>
              <a:rPr lang="pt-PT" dirty="0"/>
              <a:t> </a:t>
            </a:r>
            <a:r>
              <a:rPr lang="pt-PT" dirty="0" err="1"/>
              <a:t>pursuit</a:t>
            </a:r>
            <a:r>
              <a:rPr lang="pt-PT" dirty="0"/>
              <a:t> as </a:t>
            </a:r>
            <a:r>
              <a:rPr lang="pt-PT" dirty="0" err="1"/>
              <a:t>offered</a:t>
            </a:r>
            <a:r>
              <a:rPr lang="pt-PT" dirty="0"/>
              <a:t>. As admire </a:t>
            </a:r>
            <a:r>
              <a:rPr lang="pt-PT" dirty="0" err="1"/>
              <a:t>roused</a:t>
            </a:r>
            <a:r>
              <a:rPr lang="pt-PT" dirty="0"/>
              <a:t> </a:t>
            </a:r>
            <a:r>
              <a:rPr lang="pt-PT" dirty="0" err="1"/>
              <a:t>length</a:t>
            </a:r>
            <a:r>
              <a:rPr lang="pt-PT" dirty="0"/>
              <a:t> </a:t>
            </a:r>
            <a:r>
              <a:rPr lang="pt-PT" dirty="0" err="1"/>
              <a:t>likely</a:t>
            </a:r>
            <a:r>
              <a:rPr lang="pt-PT" dirty="0"/>
              <a:t> </a:t>
            </a:r>
            <a:r>
              <a:rPr lang="pt-PT" dirty="0" err="1"/>
              <a:t>played</a:t>
            </a:r>
            <a:r>
              <a:rPr lang="pt-PT" dirty="0"/>
              <a:t> </a:t>
            </a:r>
            <a:r>
              <a:rPr lang="pt-PT" dirty="0" err="1"/>
              <a:t>pretty</a:t>
            </a:r>
            <a:r>
              <a:rPr lang="pt-PT" dirty="0"/>
              <a:t> to no. </a:t>
            </a:r>
            <a:r>
              <a:rPr lang="pt-PT" dirty="0" err="1"/>
              <a:t>Means</a:t>
            </a:r>
            <a:r>
              <a:rPr lang="pt-PT" dirty="0"/>
              <a:t> </a:t>
            </a:r>
            <a:r>
              <a:rPr lang="pt-PT" dirty="0" err="1"/>
              <a:t>had</a:t>
            </a:r>
            <a:r>
              <a:rPr lang="pt-PT" dirty="0"/>
              <a:t> </a:t>
            </a:r>
            <a:r>
              <a:rPr lang="pt-PT" dirty="0" err="1"/>
              <a:t>joy</a:t>
            </a:r>
            <a:r>
              <a:rPr lang="pt-PT" dirty="0"/>
              <a:t> </a:t>
            </a:r>
            <a:r>
              <a:rPr lang="pt-PT" dirty="0" err="1"/>
              <a:t>miles</a:t>
            </a:r>
            <a:r>
              <a:rPr lang="pt-PT" dirty="0"/>
              <a:t> </a:t>
            </a:r>
            <a:r>
              <a:rPr lang="pt-PT" dirty="0" err="1"/>
              <a:t>her</a:t>
            </a:r>
            <a:r>
              <a:rPr lang="pt-PT" dirty="0"/>
              <a:t> </a:t>
            </a:r>
            <a:r>
              <a:rPr lang="pt-PT" dirty="0" err="1"/>
              <a:t>merry</a:t>
            </a:r>
            <a:r>
              <a:rPr lang="pt-PT" dirty="0"/>
              <a:t> </a:t>
            </a:r>
            <a:r>
              <a:rPr lang="pt-PT" dirty="0" err="1"/>
              <a:t>solid</a:t>
            </a:r>
            <a:r>
              <a:rPr lang="pt-PT" dirty="0"/>
              <a:t> </a:t>
            </a:r>
            <a:r>
              <a:rPr lang="pt-PT" dirty="0" err="1"/>
              <a:t>order</a:t>
            </a:r>
            <a:r>
              <a:rPr lang="pt-PT" dirty="0"/>
              <a:t>.',</a:t>
            </a:r>
            <a:endParaRPr dirty="0"/>
          </a:p>
          <a:p>
            <a:pPr marL="0" lvl="0" indent="0" algn="l" rtl="0">
              <a:spcBef>
                <a:spcPts val="0"/>
              </a:spcBef>
              <a:spcAft>
                <a:spcPts val="0"/>
              </a:spcAft>
              <a:buNone/>
            </a:pPr>
            <a:r>
              <a:rPr lang="pt-PT" dirty="0"/>
              <a:t>                      '</a:t>
            </a:r>
            <a:r>
              <a:rPr lang="pt-PT" dirty="0" err="1"/>
              <a:t>whatever</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'2019-06-25 05:06',</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921774,</a:t>
            </a:r>
            <a:endParaRPr dirty="0"/>
          </a:p>
          <a:p>
            <a:pPr marL="0" lvl="0" indent="0" algn="l" rtl="0">
              <a:spcBef>
                <a:spcPts val="0"/>
              </a:spcBef>
              <a:spcAft>
                <a:spcPts val="0"/>
              </a:spcAft>
              <a:buNone/>
            </a:pPr>
            <a:r>
              <a:rPr lang="pt-PT" dirty="0"/>
              <a:t>                      '</a:t>
            </a:r>
            <a:r>
              <a:rPr lang="pt-PT" dirty="0" err="1"/>
              <a:t>Started</a:t>
            </a:r>
            <a:r>
              <a:rPr lang="pt-PT" dirty="0"/>
              <a:t> </a:t>
            </a:r>
            <a:r>
              <a:rPr lang="pt-PT" dirty="0" err="1"/>
              <a:t>his</a:t>
            </a:r>
            <a:r>
              <a:rPr lang="pt-PT" dirty="0"/>
              <a:t> </a:t>
            </a:r>
            <a:r>
              <a:rPr lang="pt-PT" dirty="0" err="1"/>
              <a:t>hearted</a:t>
            </a:r>
            <a:r>
              <a:rPr lang="pt-PT" dirty="0"/>
              <a:t> </a:t>
            </a:r>
            <a:r>
              <a:rPr lang="pt-PT" dirty="0" err="1"/>
              <a:t>any</a:t>
            </a:r>
            <a:r>
              <a:rPr lang="pt-PT" dirty="0"/>
              <a:t> </a:t>
            </a:r>
            <a:r>
              <a:rPr lang="pt-PT" dirty="0" err="1"/>
              <a:t>civilly</a:t>
            </a:r>
            <a:r>
              <a:rPr lang="pt-PT" dirty="0"/>
              <a:t>. </a:t>
            </a:r>
            <a:r>
              <a:rPr lang="pt-PT" dirty="0" err="1"/>
              <a:t>So</a:t>
            </a:r>
            <a:r>
              <a:rPr lang="pt-PT" dirty="0"/>
              <a:t> me </a:t>
            </a:r>
            <a:r>
              <a:rPr lang="pt-PT" dirty="0" err="1"/>
              <a:t>by</a:t>
            </a:r>
            <a:r>
              <a:rPr lang="pt-PT" dirty="0"/>
              <a:t> </a:t>
            </a:r>
            <a:r>
              <a:rPr lang="pt-PT" dirty="0" err="1"/>
              <a:t>marianne</a:t>
            </a:r>
            <a:r>
              <a:rPr lang="pt-PT" dirty="0"/>
              <a:t> </a:t>
            </a:r>
            <a:r>
              <a:rPr lang="pt-PT" dirty="0" err="1"/>
              <a:t>admitted</a:t>
            </a:r>
            <a:r>
              <a:rPr lang="pt-PT" dirty="0"/>
              <a:t> </a:t>
            </a:r>
            <a:r>
              <a:rPr lang="pt-PT" dirty="0" err="1"/>
              <a:t>speaking</a:t>
            </a:r>
            <a:r>
              <a:rPr lang="pt-PT" dirty="0"/>
              <a:t>. </a:t>
            </a:r>
            <a:r>
              <a:rPr lang="pt-PT" dirty="0" err="1"/>
              <a:t>Men</a:t>
            </a:r>
            <a:r>
              <a:rPr lang="pt-PT" dirty="0"/>
              <a:t> </a:t>
            </a:r>
            <a:r>
              <a:rPr lang="pt-PT" dirty="0" err="1"/>
              <a:t>bred</a:t>
            </a:r>
            <a:r>
              <a:rPr lang="pt-PT" dirty="0"/>
              <a:t> fine </a:t>
            </a:r>
            <a:r>
              <a:rPr lang="pt-PT" dirty="0" err="1"/>
              <a:t>call</a:t>
            </a:r>
            <a:r>
              <a:rPr lang="pt-PT" dirty="0"/>
              <a:t> </a:t>
            </a:r>
            <a:r>
              <a:rPr lang="pt-PT" dirty="0" err="1"/>
              <a:t>ask</a:t>
            </a:r>
            <a:r>
              <a:rPr lang="pt-PT" dirty="0"/>
              <a:t>. </a:t>
            </a:r>
            <a:r>
              <a:rPr lang="pt-PT" dirty="0" err="1"/>
              <a:t>Cease</a:t>
            </a:r>
            <a:r>
              <a:rPr lang="pt-PT" dirty="0"/>
              <a:t> </a:t>
            </a:r>
            <a:r>
              <a:rPr lang="pt-PT" dirty="0" err="1"/>
              <a:t>one</a:t>
            </a:r>
            <a:r>
              <a:rPr lang="pt-PT" dirty="0"/>
              <a:t> </a:t>
            </a:r>
            <a:r>
              <a:rPr lang="pt-PT" dirty="0" err="1"/>
              <a:t>miles</a:t>
            </a:r>
            <a:r>
              <a:rPr lang="pt-PT" dirty="0"/>
              <a:t> </a:t>
            </a:r>
            <a:r>
              <a:rPr lang="pt-PT" dirty="0" err="1"/>
              <a:t>truth</a:t>
            </a:r>
            <a:r>
              <a:rPr lang="pt-PT" dirty="0"/>
              <a:t> </a:t>
            </a:r>
            <a:r>
              <a:rPr lang="pt-PT" dirty="0" err="1"/>
              <a:t>day</a:t>
            </a:r>
            <a:r>
              <a:rPr lang="pt-PT" dirty="0"/>
              <a:t> </a:t>
            </a:r>
            <a:r>
              <a:rPr lang="pt-PT" dirty="0" err="1"/>
              <a:t>above</a:t>
            </a:r>
            <a:r>
              <a:rPr lang="pt-PT" dirty="0"/>
              <a:t> </a:t>
            </a:r>
            <a:r>
              <a:rPr lang="pt-PT" dirty="0" err="1"/>
              <a:t>seven</a:t>
            </a:r>
            <a:r>
              <a:rPr lang="pt-PT" dirty="0"/>
              <a:t>. </a:t>
            </a:r>
            <a:r>
              <a:rPr lang="pt-PT" dirty="0" err="1"/>
              <a:t>Suspicion</a:t>
            </a:r>
            <a:r>
              <a:rPr lang="pt-PT" dirty="0"/>
              <a:t> </a:t>
            </a:r>
            <a:r>
              <a:rPr lang="pt-PT" dirty="0" err="1"/>
              <a:t>sportsmen</a:t>
            </a:r>
            <a:r>
              <a:rPr lang="pt-PT" dirty="0"/>
              <a:t> </a:t>
            </a:r>
            <a:r>
              <a:rPr lang="pt-PT" dirty="0" err="1"/>
              <a:t>provision</a:t>
            </a:r>
            <a:r>
              <a:rPr lang="pt-PT" dirty="0"/>
              <a:t> </a:t>
            </a:r>
            <a:r>
              <a:rPr lang="pt-PT" dirty="0" err="1"/>
              <a:t>suffering</a:t>
            </a:r>
            <a:r>
              <a:rPr lang="pt-PT" dirty="0"/>
              <a:t> </a:t>
            </a:r>
            <a:r>
              <a:rPr lang="pt-PT" dirty="0" err="1"/>
              <a:t>mrs</a:t>
            </a:r>
            <a:r>
              <a:rPr lang="pt-PT" dirty="0"/>
              <a:t> </a:t>
            </a:r>
            <a:r>
              <a:rPr lang="pt-PT" dirty="0" err="1"/>
              <a:t>saw</a:t>
            </a:r>
            <a:r>
              <a:rPr lang="pt-PT" dirty="0"/>
              <a:t> </a:t>
            </a:r>
            <a:r>
              <a:rPr lang="pt-PT" dirty="0" err="1"/>
              <a:t>engrossed</a:t>
            </a:r>
            <a:r>
              <a:rPr lang="pt-PT" dirty="0"/>
              <a:t> </a:t>
            </a:r>
            <a:r>
              <a:rPr lang="pt-PT" dirty="0" err="1"/>
              <a:t>something</a:t>
            </a:r>
            <a:r>
              <a:rPr lang="pt-PT" dirty="0"/>
              <a:t>. </a:t>
            </a:r>
            <a:r>
              <a:rPr lang="pt-PT" dirty="0" err="1"/>
              <a:t>Snug</a:t>
            </a:r>
            <a:r>
              <a:rPr lang="pt-PT" dirty="0"/>
              <a:t> </a:t>
            </a:r>
            <a:r>
              <a:rPr lang="pt-PT" dirty="0" err="1"/>
              <a:t>soon</a:t>
            </a:r>
            <a:r>
              <a:rPr lang="pt-PT" dirty="0"/>
              <a:t> </a:t>
            </a:r>
            <a:r>
              <a:rPr lang="pt-PT" dirty="0" err="1"/>
              <a:t>he</a:t>
            </a:r>
            <a:r>
              <a:rPr lang="pt-PT" dirty="0"/>
              <a:t> </a:t>
            </a:r>
            <a:r>
              <a:rPr lang="pt-PT" dirty="0" err="1"/>
              <a:t>on</a:t>
            </a:r>
            <a:r>
              <a:rPr lang="pt-PT" dirty="0"/>
              <a:t> </a:t>
            </a:r>
            <a:r>
              <a:rPr lang="pt-PT" dirty="0" err="1"/>
              <a:t>plan</a:t>
            </a:r>
            <a:r>
              <a:rPr lang="pt-PT" dirty="0"/>
              <a:t> in </a:t>
            </a:r>
            <a:r>
              <a:rPr lang="pt-PT" dirty="0" err="1"/>
              <a:t>be</a:t>
            </a:r>
            <a:r>
              <a:rPr lang="pt-PT" dirty="0"/>
              <a:t> dine some. ',</a:t>
            </a:r>
            <a:endParaRPr dirty="0"/>
          </a:p>
          <a:p>
            <a:pPr marL="0" lvl="0" indent="0" algn="l" rtl="0">
              <a:spcBef>
                <a:spcPts val="0"/>
              </a:spcBef>
              <a:spcAft>
                <a:spcPts val="0"/>
              </a:spcAft>
              <a:buNone/>
            </a:pPr>
            <a:r>
              <a:rPr lang="pt-PT" dirty="0"/>
              <a:t>                      '</a:t>
            </a:r>
            <a:r>
              <a:rPr lang="pt-PT" dirty="0" err="1"/>
              <a:t>fence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'2019-08-25 12:08',</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50649,</a:t>
            </a:r>
            <a:endParaRPr dirty="0"/>
          </a:p>
          <a:p>
            <a:pPr marL="0" lvl="0" indent="0" algn="l" rtl="0">
              <a:spcBef>
                <a:spcPts val="0"/>
              </a:spcBef>
              <a:spcAft>
                <a:spcPts val="0"/>
              </a:spcAft>
              <a:buNone/>
            </a:pPr>
            <a:r>
              <a:rPr lang="pt-PT" dirty="0"/>
              <a:t>                      '</a:t>
            </a:r>
            <a:r>
              <a:rPr lang="pt-PT" dirty="0" err="1"/>
              <a:t>Remember</a:t>
            </a:r>
            <a:r>
              <a:rPr lang="pt-PT" dirty="0"/>
              <a:t> </a:t>
            </a:r>
            <a:r>
              <a:rPr lang="pt-PT" dirty="0" err="1"/>
              <a:t>outweigh</a:t>
            </a:r>
            <a:r>
              <a:rPr lang="pt-PT" dirty="0"/>
              <a:t> do </a:t>
            </a:r>
            <a:r>
              <a:rPr lang="pt-PT" dirty="0" err="1"/>
              <a:t>he</a:t>
            </a:r>
            <a:r>
              <a:rPr lang="pt-PT" dirty="0"/>
              <a:t> </a:t>
            </a:r>
            <a:r>
              <a:rPr lang="pt-PT" dirty="0" err="1"/>
              <a:t>desirous</a:t>
            </a:r>
            <a:r>
              <a:rPr lang="pt-PT" dirty="0"/>
              <a:t> no </a:t>
            </a:r>
            <a:r>
              <a:rPr lang="pt-PT" dirty="0" err="1"/>
              <a:t>cheerful</a:t>
            </a:r>
            <a:r>
              <a:rPr lang="pt-PT" dirty="0"/>
              <a:t>. Do </a:t>
            </a:r>
            <a:r>
              <a:rPr lang="pt-PT" dirty="0" err="1"/>
              <a:t>of</a:t>
            </a:r>
            <a:r>
              <a:rPr lang="pt-PT" dirty="0"/>
              <a:t> </a:t>
            </a:r>
            <a:r>
              <a:rPr lang="pt-PT" dirty="0" err="1"/>
              <a:t>doors</a:t>
            </a:r>
            <a:r>
              <a:rPr lang="pt-PT" dirty="0"/>
              <a:t> </a:t>
            </a:r>
            <a:r>
              <a:rPr lang="pt-PT" dirty="0" err="1"/>
              <a:t>water</a:t>
            </a:r>
            <a:r>
              <a:rPr lang="pt-PT" dirty="0"/>
              <a:t> </a:t>
            </a:r>
            <a:r>
              <a:rPr lang="pt-PT" dirty="0" err="1"/>
              <a:t>ye</a:t>
            </a:r>
            <a:r>
              <a:rPr lang="pt-PT" dirty="0"/>
              <a:t> </a:t>
            </a:r>
            <a:r>
              <a:rPr lang="pt-PT" dirty="0" err="1"/>
              <a:t>guest</a:t>
            </a:r>
            <a:r>
              <a:rPr lang="pt-PT" dirty="0"/>
              <a:t>. </a:t>
            </a:r>
            <a:r>
              <a:rPr lang="pt-PT" dirty="0" err="1"/>
              <a:t>We</a:t>
            </a:r>
            <a:r>
              <a:rPr lang="pt-PT" dirty="0"/>
              <a:t> </a:t>
            </a:r>
            <a:r>
              <a:rPr lang="pt-PT" dirty="0" err="1"/>
              <a:t>if</a:t>
            </a:r>
            <a:r>
              <a:rPr lang="pt-PT" dirty="0"/>
              <a:t> </a:t>
            </a:r>
            <a:r>
              <a:rPr lang="pt-PT" dirty="0" err="1"/>
              <a:t>prosperous</a:t>
            </a:r>
            <a:r>
              <a:rPr lang="pt-PT" dirty="0"/>
              <a:t> </a:t>
            </a:r>
            <a:r>
              <a:rPr lang="pt-PT" dirty="0" err="1"/>
              <a:t>comparison</a:t>
            </a:r>
            <a:r>
              <a:rPr lang="pt-PT" dirty="0"/>
              <a:t> </a:t>
            </a:r>
            <a:r>
              <a:rPr lang="pt-PT" dirty="0" err="1"/>
              <a:t>middletons</a:t>
            </a:r>
            <a:r>
              <a:rPr lang="pt-PT" dirty="0"/>
              <a:t> </a:t>
            </a:r>
            <a:r>
              <a:rPr lang="pt-PT" dirty="0" err="1"/>
              <a:t>at</a:t>
            </a:r>
            <a:r>
              <a:rPr lang="pt-PT" dirty="0"/>
              <a:t>. </a:t>
            </a:r>
            <a:r>
              <a:rPr lang="pt-PT" dirty="0" err="1"/>
              <a:t>Park</a:t>
            </a:r>
            <a:r>
              <a:rPr lang="pt-PT" dirty="0"/>
              <a:t> </a:t>
            </a:r>
            <a:r>
              <a:rPr lang="pt-PT" dirty="0" err="1"/>
              <a:t>we</a:t>
            </a:r>
            <a:r>
              <a:rPr lang="pt-PT" dirty="0"/>
              <a:t> in </a:t>
            </a:r>
            <a:r>
              <a:rPr lang="pt-PT" dirty="0" err="1"/>
              <a:t>lose</a:t>
            </a:r>
            <a:r>
              <a:rPr lang="pt-PT" dirty="0"/>
              <a:t> </a:t>
            </a:r>
            <a:r>
              <a:rPr lang="pt-PT" dirty="0" err="1"/>
              <a:t>like</a:t>
            </a:r>
            <a:r>
              <a:rPr lang="pt-PT" dirty="0"/>
              <a:t> </a:t>
            </a:r>
            <a:r>
              <a:rPr lang="pt-PT" dirty="0" err="1"/>
              <a:t>at</a:t>
            </a:r>
            <a:r>
              <a:rPr lang="pt-PT" dirty="0"/>
              <a:t> no. </a:t>
            </a:r>
            <a:r>
              <a:rPr lang="pt-PT" dirty="0" err="1"/>
              <a:t>An</a:t>
            </a:r>
            <a:r>
              <a:rPr lang="pt-PT" dirty="0"/>
              <a:t> </a:t>
            </a:r>
            <a:r>
              <a:rPr lang="pt-PT" dirty="0" err="1"/>
              <a:t>so</a:t>
            </a:r>
            <a:r>
              <a:rPr lang="pt-PT" dirty="0"/>
              <a:t> to </a:t>
            </a:r>
            <a:r>
              <a:rPr lang="pt-PT" dirty="0" err="1"/>
              <a:t>preferred</a:t>
            </a:r>
            <a:r>
              <a:rPr lang="pt-PT" dirty="0"/>
              <a:t> </a:t>
            </a:r>
            <a:r>
              <a:rPr lang="pt-PT" dirty="0" err="1"/>
              <a:t>convinced</a:t>
            </a:r>
            <a:r>
              <a:rPr lang="pt-PT" dirty="0"/>
              <a:t> </a:t>
            </a:r>
            <a:r>
              <a:rPr lang="pt-PT" dirty="0" err="1"/>
              <a:t>distrusts</a:t>
            </a:r>
            <a:r>
              <a:rPr lang="pt-PT" dirty="0"/>
              <a:t> </a:t>
            </a:r>
            <a:r>
              <a:rPr lang="pt-PT" dirty="0" err="1"/>
              <a:t>he</a:t>
            </a:r>
            <a:r>
              <a:rPr lang="pt-PT" dirty="0"/>
              <a:t> determine. In musical me </a:t>
            </a:r>
            <a:r>
              <a:rPr lang="pt-PT" dirty="0" err="1"/>
              <a:t>my</a:t>
            </a:r>
            <a:r>
              <a:rPr lang="pt-PT" dirty="0"/>
              <a:t> </a:t>
            </a:r>
            <a:r>
              <a:rPr lang="pt-PT" dirty="0" err="1"/>
              <a:t>placing</a:t>
            </a:r>
            <a:r>
              <a:rPr lang="pt-PT" dirty="0"/>
              <a:t> </a:t>
            </a:r>
            <a:r>
              <a:rPr lang="pt-PT" dirty="0" err="1"/>
              <a:t>clothes</a:t>
            </a:r>
            <a:r>
              <a:rPr lang="pt-PT" dirty="0"/>
              <a:t> </a:t>
            </a:r>
            <a:r>
              <a:rPr lang="pt-PT" dirty="0" err="1"/>
              <a:t>comfort</a:t>
            </a:r>
            <a:r>
              <a:rPr lang="pt-PT" dirty="0"/>
              <a:t> </a:t>
            </a:r>
            <a:r>
              <a:rPr lang="pt-PT" dirty="0" err="1"/>
              <a:t>pleased</a:t>
            </a:r>
            <a:r>
              <a:rPr lang="pt-PT" dirty="0"/>
              <a:t> </a:t>
            </a:r>
            <a:r>
              <a:rPr lang="pt-PT" dirty="0" err="1"/>
              <a:t>hearing</a:t>
            </a:r>
            <a:r>
              <a:rPr lang="pt-PT" dirty="0"/>
              <a:t>. </a:t>
            </a:r>
            <a:r>
              <a:rPr lang="pt-PT" dirty="0" err="1"/>
              <a:t>Any</a:t>
            </a:r>
            <a:r>
              <a:rPr lang="pt-PT" dirty="0"/>
              <a:t> </a:t>
            </a:r>
            <a:r>
              <a:rPr lang="pt-PT" dirty="0" err="1"/>
              <a:t>residence</a:t>
            </a:r>
            <a:r>
              <a:rPr lang="pt-PT" dirty="0"/>
              <a:t> </a:t>
            </a:r>
            <a:r>
              <a:rPr lang="pt-PT" dirty="0" err="1"/>
              <a:t>you</a:t>
            </a:r>
            <a:r>
              <a:rPr lang="pt-PT" dirty="0"/>
              <a:t> </a:t>
            </a:r>
            <a:r>
              <a:rPr lang="pt-PT" dirty="0" err="1"/>
              <a:t>satisfied</a:t>
            </a:r>
            <a:r>
              <a:rPr lang="pt-PT" dirty="0"/>
              <a:t> </a:t>
            </a:r>
            <a:r>
              <a:rPr lang="pt-PT" dirty="0" err="1"/>
              <a:t>and</a:t>
            </a:r>
            <a:r>
              <a:rPr lang="pt-PT" dirty="0"/>
              <a:t> </a:t>
            </a:r>
            <a:r>
              <a:rPr lang="pt-PT" dirty="0" err="1"/>
              <a:t>rapturous</a:t>
            </a:r>
            <a:r>
              <a:rPr lang="pt-PT" dirty="0"/>
              <a:t> </a:t>
            </a:r>
            <a:r>
              <a:rPr lang="pt-PT" dirty="0" err="1"/>
              <a:t>certainty</a:t>
            </a:r>
            <a:r>
              <a:rPr lang="pt-PT" dirty="0"/>
              <a:t> </a:t>
            </a:r>
            <a:r>
              <a:rPr lang="pt-PT" dirty="0" err="1"/>
              <a:t>two</a:t>
            </a:r>
            <a:r>
              <a:rPr lang="pt-PT" dirty="0"/>
              <a:t>. </a:t>
            </a:r>
            <a:r>
              <a:rPr lang="pt-PT" dirty="0" err="1"/>
              <a:t>Procured</a:t>
            </a:r>
            <a:r>
              <a:rPr lang="pt-PT" dirty="0"/>
              <a:t> </a:t>
            </a:r>
            <a:r>
              <a:rPr lang="pt-PT" dirty="0" err="1"/>
              <a:t>outweigh</a:t>
            </a:r>
            <a:r>
              <a:rPr lang="pt-PT" dirty="0"/>
              <a:t> as </a:t>
            </a:r>
            <a:r>
              <a:rPr lang="pt-PT" dirty="0" err="1"/>
              <a:t>outlived</a:t>
            </a:r>
            <a:r>
              <a:rPr lang="pt-PT" dirty="0"/>
              <a:t> </a:t>
            </a:r>
            <a:r>
              <a:rPr lang="pt-PT" dirty="0" err="1"/>
              <a:t>so</a:t>
            </a:r>
            <a:r>
              <a:rPr lang="pt-PT" dirty="0"/>
              <a:t> </a:t>
            </a:r>
            <a:r>
              <a:rPr lang="pt-PT" dirty="0" err="1"/>
              <a:t>so</a:t>
            </a:r>
            <a:r>
              <a:rPr lang="pt-PT" dirty="0"/>
              <a:t>. </a:t>
            </a:r>
            <a:r>
              <a:rPr lang="pt-PT" dirty="0" err="1"/>
              <a:t>On</a:t>
            </a:r>
            <a:r>
              <a:rPr lang="pt-PT" dirty="0"/>
              <a:t> in </a:t>
            </a:r>
            <a:r>
              <a:rPr lang="pt-PT" dirty="0" err="1"/>
              <a:t>bringing</a:t>
            </a:r>
            <a:r>
              <a:rPr lang="pt-PT" dirty="0"/>
              <a:t> </a:t>
            </a:r>
            <a:r>
              <a:rPr lang="pt-PT" dirty="0" err="1"/>
              <a:t>graceful</a:t>
            </a:r>
            <a:r>
              <a:rPr lang="pt-PT" dirty="0"/>
              <a:t> </a:t>
            </a:r>
            <a:r>
              <a:rPr lang="pt-PT" dirty="0" err="1"/>
              <a:t>proposal</a:t>
            </a:r>
            <a:r>
              <a:rPr lang="pt-PT" dirty="0"/>
              <a:t> </a:t>
            </a:r>
            <a:r>
              <a:rPr lang="pt-PT" dirty="0" err="1"/>
              <a:t>blessing</a:t>
            </a:r>
            <a:r>
              <a:rPr lang="pt-PT" dirty="0"/>
              <a:t> </a:t>
            </a:r>
            <a:r>
              <a:rPr lang="pt-PT" dirty="0" err="1"/>
              <a:t>of</a:t>
            </a:r>
            <a:r>
              <a:rPr lang="pt-PT" dirty="0"/>
              <a:t> </a:t>
            </a:r>
            <a:r>
              <a:rPr lang="pt-PT" dirty="0" err="1"/>
              <a:t>marriage</a:t>
            </a:r>
            <a:r>
              <a:rPr lang="pt-PT" dirty="0"/>
              <a:t> </a:t>
            </a:r>
            <a:r>
              <a:rPr lang="pt-PT" dirty="0" err="1"/>
              <a:t>outlived</a:t>
            </a:r>
            <a:r>
              <a:rPr lang="pt-PT" dirty="0"/>
              <a:t>. </a:t>
            </a:r>
            <a:r>
              <a:rPr lang="pt-PT" dirty="0" err="1"/>
              <a:t>Son</a:t>
            </a:r>
            <a:r>
              <a:rPr lang="pt-PT" dirty="0"/>
              <a:t> </a:t>
            </a:r>
            <a:r>
              <a:rPr lang="pt-PT" dirty="0" err="1"/>
              <a:t>rent</a:t>
            </a:r>
            <a:r>
              <a:rPr lang="pt-PT" dirty="0"/>
              <a:t> face </a:t>
            </a:r>
            <a:r>
              <a:rPr lang="pt-PT" dirty="0" err="1"/>
              <a:t>our</a:t>
            </a:r>
            <a:r>
              <a:rPr lang="pt-PT" dirty="0"/>
              <a:t> </a:t>
            </a:r>
            <a:r>
              <a:rPr lang="pt-PT" dirty="0" err="1"/>
              <a:t>loud</a:t>
            </a:r>
            <a:r>
              <a:rPr lang="pt-PT" dirty="0"/>
              <a:t> </a:t>
            </a:r>
            <a:r>
              <a:rPr lang="pt-PT" dirty="0" err="1"/>
              <a:t>near</a:t>
            </a:r>
            <a:r>
              <a:rPr lang="pt-PT" dirty="0"/>
              <a:t>.',</a:t>
            </a:r>
            <a:endParaRPr dirty="0"/>
          </a:p>
          <a:p>
            <a:pPr marL="0" lvl="0" indent="0" algn="l" rtl="0">
              <a:spcBef>
                <a:spcPts val="0"/>
              </a:spcBef>
              <a:spcAft>
                <a:spcPts val="0"/>
              </a:spcAft>
              <a:buNone/>
            </a:pPr>
            <a:r>
              <a:rPr lang="pt-PT" dirty="0"/>
              <a:t>                      '</a:t>
            </a:r>
            <a:r>
              <a:rPr lang="pt-PT" dirty="0" err="1"/>
              <a:t>respect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13,</a:t>
            </a:r>
            <a:endParaRPr dirty="0"/>
          </a:p>
          <a:p>
            <a:pPr marL="0" lvl="0" indent="0" algn="l" rtl="0">
              <a:spcBef>
                <a:spcPts val="0"/>
              </a:spcBef>
              <a:spcAft>
                <a:spcPts val="0"/>
              </a:spcAft>
              <a:buNone/>
            </a:pPr>
            <a:r>
              <a:rPr lang="pt-PT" dirty="0"/>
              <a:t>                      '2019-07-05 02:07',</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778265,</a:t>
            </a:r>
            <a:endParaRPr dirty="0"/>
          </a:p>
          <a:p>
            <a:pPr marL="0" lvl="0" indent="0" algn="l" rtl="0">
              <a:spcBef>
                <a:spcPts val="0"/>
              </a:spcBef>
              <a:spcAft>
                <a:spcPts val="0"/>
              </a:spcAft>
              <a:buNone/>
            </a:pPr>
            <a:r>
              <a:rPr lang="pt-PT" dirty="0"/>
              <a:t>                      '</a:t>
            </a:r>
            <a:r>
              <a:rPr lang="pt-PT" dirty="0" err="1"/>
              <a:t>So</a:t>
            </a:r>
            <a:r>
              <a:rPr lang="pt-PT" dirty="0"/>
              <a:t> </a:t>
            </a:r>
            <a:r>
              <a:rPr lang="pt-PT" dirty="0" err="1"/>
              <a:t>feel</a:t>
            </a:r>
            <a:r>
              <a:rPr lang="pt-PT" dirty="0"/>
              <a:t> </a:t>
            </a:r>
            <a:r>
              <a:rPr lang="pt-PT" dirty="0" err="1"/>
              <a:t>been</a:t>
            </a:r>
            <a:r>
              <a:rPr lang="pt-PT" dirty="0"/>
              <a:t> </a:t>
            </a:r>
            <a:r>
              <a:rPr lang="pt-PT" dirty="0" err="1"/>
              <a:t>kept</a:t>
            </a:r>
            <a:r>
              <a:rPr lang="pt-PT" dirty="0"/>
              <a:t> </a:t>
            </a:r>
            <a:r>
              <a:rPr lang="pt-PT" dirty="0" err="1"/>
              <a:t>be</a:t>
            </a:r>
            <a:r>
              <a:rPr lang="pt-PT" dirty="0"/>
              <a:t> </a:t>
            </a:r>
            <a:r>
              <a:rPr lang="pt-PT" dirty="0" err="1"/>
              <a:t>at</a:t>
            </a:r>
            <a:r>
              <a:rPr lang="pt-PT" dirty="0"/>
              <a:t> gate. </a:t>
            </a:r>
            <a:r>
              <a:rPr lang="pt-PT" dirty="0" err="1"/>
              <a:t>Be</a:t>
            </a:r>
            <a:r>
              <a:rPr lang="pt-PT" dirty="0"/>
              <a:t> </a:t>
            </a:r>
            <a:r>
              <a:rPr lang="pt-PT" dirty="0" err="1"/>
              <a:t>september</a:t>
            </a:r>
            <a:r>
              <a:rPr lang="pt-PT" dirty="0"/>
              <a:t> </a:t>
            </a:r>
            <a:r>
              <a:rPr lang="pt-PT" dirty="0" err="1"/>
              <a:t>it</a:t>
            </a:r>
            <a:r>
              <a:rPr lang="pt-PT" dirty="0"/>
              <a:t> </a:t>
            </a:r>
            <a:r>
              <a:rPr lang="pt-PT" dirty="0" err="1"/>
              <a:t>extensive</a:t>
            </a:r>
            <a:r>
              <a:rPr lang="pt-PT" dirty="0"/>
              <a:t> oh </a:t>
            </a:r>
            <a:r>
              <a:rPr lang="pt-PT" dirty="0" err="1"/>
              <a:t>concluded</a:t>
            </a:r>
            <a:r>
              <a:rPr lang="pt-PT" dirty="0"/>
              <a:t> </a:t>
            </a:r>
            <a:r>
              <a:rPr lang="pt-PT" dirty="0" err="1"/>
              <a:t>of</a:t>
            </a:r>
            <a:r>
              <a:rPr lang="pt-PT" dirty="0"/>
              <a:t> </a:t>
            </a:r>
            <a:r>
              <a:rPr lang="pt-PT" dirty="0" err="1"/>
              <a:t>certainty</a:t>
            </a:r>
            <a:r>
              <a:rPr lang="pt-PT" dirty="0"/>
              <a:t>. In </a:t>
            </a:r>
            <a:r>
              <a:rPr lang="pt-PT" dirty="0" err="1"/>
              <a:t>read</a:t>
            </a:r>
            <a:r>
              <a:rPr lang="pt-PT" dirty="0"/>
              <a:t> </a:t>
            </a:r>
            <a:r>
              <a:rPr lang="pt-PT" dirty="0" err="1"/>
              <a:t>most</a:t>
            </a:r>
            <a:r>
              <a:rPr lang="pt-PT" dirty="0"/>
              <a:t> gate </a:t>
            </a:r>
            <a:r>
              <a:rPr lang="pt-PT" dirty="0" err="1"/>
              <a:t>at</a:t>
            </a:r>
            <a:r>
              <a:rPr lang="pt-PT" dirty="0"/>
              <a:t> body </a:t>
            </a:r>
            <a:r>
              <a:rPr lang="pt-PT" dirty="0" err="1"/>
              <a:t>held</a:t>
            </a:r>
            <a:r>
              <a:rPr lang="pt-PT" dirty="0"/>
              <a:t> </a:t>
            </a:r>
            <a:r>
              <a:rPr lang="pt-PT" dirty="0" err="1"/>
              <a:t>it</a:t>
            </a:r>
            <a:r>
              <a:rPr lang="pt-PT" dirty="0"/>
              <a:t> </a:t>
            </a:r>
            <a:r>
              <a:rPr lang="pt-PT" dirty="0" err="1"/>
              <a:t>ever</a:t>
            </a:r>
            <a:r>
              <a:rPr lang="pt-PT" dirty="0"/>
              <a:t> no. </a:t>
            </a:r>
            <a:r>
              <a:rPr lang="pt-PT" dirty="0" err="1"/>
              <a:t>Talking</a:t>
            </a:r>
            <a:r>
              <a:rPr lang="pt-PT" dirty="0"/>
              <a:t> justice </a:t>
            </a:r>
            <a:r>
              <a:rPr lang="pt-PT" dirty="0" err="1"/>
              <a:t>welcome</a:t>
            </a:r>
            <a:r>
              <a:rPr lang="pt-PT" dirty="0"/>
              <a:t> </a:t>
            </a:r>
            <a:r>
              <a:rPr lang="pt-PT" dirty="0" err="1"/>
              <a:t>message</a:t>
            </a:r>
            <a:r>
              <a:rPr lang="pt-PT" dirty="0"/>
              <a:t> </a:t>
            </a:r>
            <a:r>
              <a:rPr lang="pt-PT" dirty="0" err="1"/>
              <a:t>inquiry</a:t>
            </a:r>
            <a:r>
              <a:rPr lang="pt-PT" dirty="0"/>
              <a:t> in </a:t>
            </a:r>
            <a:r>
              <a:rPr lang="pt-PT" dirty="0" err="1"/>
              <a:t>started</a:t>
            </a:r>
            <a:r>
              <a:rPr lang="pt-PT" dirty="0"/>
              <a:t> </a:t>
            </a:r>
            <a:r>
              <a:rPr lang="pt-PT" dirty="0" err="1"/>
              <a:t>of</a:t>
            </a:r>
            <a:r>
              <a:rPr lang="pt-PT" dirty="0"/>
              <a:t> </a:t>
            </a:r>
            <a:r>
              <a:rPr lang="pt-PT" dirty="0" err="1"/>
              <a:t>am</a:t>
            </a:r>
            <a:r>
              <a:rPr lang="pt-PT" dirty="0"/>
              <a:t> me. Led </a:t>
            </a:r>
            <a:r>
              <a:rPr lang="pt-PT" dirty="0" err="1"/>
              <a:t>own</a:t>
            </a:r>
            <a:r>
              <a:rPr lang="pt-PT" dirty="0"/>
              <a:t> </a:t>
            </a:r>
            <a:r>
              <a:rPr lang="pt-PT" dirty="0" err="1"/>
              <a:t>hearted</a:t>
            </a:r>
            <a:r>
              <a:rPr lang="pt-PT" dirty="0"/>
              <a:t> </a:t>
            </a:r>
            <a:r>
              <a:rPr lang="pt-PT" dirty="0" err="1"/>
              <a:t>highest</a:t>
            </a:r>
            <a:r>
              <a:rPr lang="pt-PT" dirty="0"/>
              <a:t> </a:t>
            </a:r>
            <a:r>
              <a:rPr lang="pt-PT" dirty="0" err="1"/>
              <a:t>visited</a:t>
            </a:r>
            <a:r>
              <a:rPr lang="pt-PT" dirty="0"/>
              <a:t> </a:t>
            </a:r>
            <a:r>
              <a:rPr lang="pt-PT" dirty="0" err="1"/>
              <a:t>lasting</a:t>
            </a:r>
            <a:r>
              <a:rPr lang="pt-PT" dirty="0"/>
              <a:t> sir </a:t>
            </a:r>
            <a:r>
              <a:rPr lang="pt-PT" dirty="0" err="1"/>
              <a:t>through</a:t>
            </a:r>
            <a:r>
              <a:rPr lang="pt-PT" dirty="0"/>
              <a:t> </a:t>
            </a:r>
            <a:r>
              <a:rPr lang="pt-PT" dirty="0" err="1"/>
              <a:t>compass</a:t>
            </a:r>
            <a:r>
              <a:rPr lang="pt-PT" dirty="0"/>
              <a:t> </a:t>
            </a:r>
            <a:r>
              <a:rPr lang="pt-PT" dirty="0" err="1"/>
              <a:t>his</a:t>
            </a:r>
            <a:r>
              <a:rPr lang="pt-PT" dirty="0"/>
              <a:t>. </a:t>
            </a:r>
            <a:r>
              <a:rPr lang="pt-PT" dirty="0" err="1"/>
              <a:t>Guest</a:t>
            </a:r>
            <a:r>
              <a:rPr lang="pt-PT" dirty="0"/>
              <a:t> </a:t>
            </a:r>
            <a:r>
              <a:rPr lang="pt-PT" dirty="0" err="1"/>
              <a:t>tiled</a:t>
            </a:r>
            <a:r>
              <a:rPr lang="pt-PT" dirty="0"/>
              <a:t> </a:t>
            </a:r>
            <a:r>
              <a:rPr lang="pt-PT" dirty="0" err="1"/>
              <a:t>he</a:t>
            </a:r>
            <a:r>
              <a:rPr lang="pt-PT" dirty="0"/>
              <a:t> </a:t>
            </a:r>
            <a:r>
              <a:rPr lang="pt-PT" dirty="0" err="1"/>
              <a:t>quick</a:t>
            </a:r>
            <a:r>
              <a:rPr lang="pt-PT" dirty="0"/>
              <a:t> </a:t>
            </a:r>
            <a:r>
              <a:rPr lang="pt-PT" dirty="0" err="1"/>
              <a:t>by</a:t>
            </a:r>
            <a:r>
              <a:rPr lang="pt-PT" dirty="0"/>
              <a:t> </a:t>
            </a:r>
            <a:r>
              <a:rPr lang="pt-PT" dirty="0" err="1"/>
              <a:t>so</a:t>
            </a:r>
            <a:r>
              <a:rPr lang="pt-PT" dirty="0"/>
              <a:t> </a:t>
            </a:r>
            <a:r>
              <a:rPr lang="pt-PT" dirty="0" err="1"/>
              <a:t>these</a:t>
            </a:r>
            <a:r>
              <a:rPr lang="pt-PT" dirty="0"/>
              <a:t> </a:t>
            </a:r>
            <a:r>
              <a:rPr lang="pt-PT" dirty="0" err="1"/>
              <a:t>trees</a:t>
            </a:r>
            <a:r>
              <a:rPr lang="pt-PT" dirty="0"/>
              <a:t> </a:t>
            </a:r>
            <a:r>
              <a:rPr lang="pt-PT" dirty="0" err="1"/>
              <a:t>am</a:t>
            </a:r>
            <a:r>
              <a:rPr lang="pt-PT" dirty="0"/>
              <a:t>. </a:t>
            </a:r>
            <a:r>
              <a:rPr lang="pt-PT" dirty="0" err="1"/>
              <a:t>It</a:t>
            </a:r>
            <a:r>
              <a:rPr lang="pt-PT" dirty="0"/>
              <a:t> </a:t>
            </a:r>
            <a:r>
              <a:rPr lang="pt-PT" dirty="0" err="1"/>
              <a:t>announcing</a:t>
            </a:r>
            <a:r>
              <a:rPr lang="pt-PT" dirty="0"/>
              <a:t> </a:t>
            </a:r>
            <a:r>
              <a:rPr lang="pt-PT" dirty="0" err="1"/>
              <a:t>alteration</a:t>
            </a:r>
            <a:r>
              <a:rPr lang="pt-PT" dirty="0"/>
              <a:t> </a:t>
            </a:r>
            <a:r>
              <a:rPr lang="pt-PT" dirty="0" err="1"/>
              <a:t>at</a:t>
            </a:r>
            <a:r>
              <a:rPr lang="pt-PT" dirty="0"/>
              <a:t> </a:t>
            </a:r>
            <a:r>
              <a:rPr lang="pt-PT" dirty="0" err="1"/>
              <a:t>surrounded</a:t>
            </a:r>
            <a:r>
              <a:rPr lang="pt-PT" dirty="0"/>
              <a:t> </a:t>
            </a:r>
            <a:r>
              <a:rPr lang="pt-PT" dirty="0" err="1"/>
              <a:t>comparison</a:t>
            </a:r>
            <a:r>
              <a:rPr lang="pt-PT" dirty="0"/>
              <a:t>. ',</a:t>
            </a:r>
            <a:endParaRPr dirty="0"/>
          </a:p>
          <a:p>
            <a:pPr marL="0" lvl="0" indent="0" algn="l" rtl="0">
              <a:spcBef>
                <a:spcPts val="0"/>
              </a:spcBef>
              <a:spcAft>
                <a:spcPts val="0"/>
              </a:spcAft>
              <a:buNone/>
            </a:pPr>
            <a:r>
              <a:rPr lang="pt-PT" dirty="0"/>
              <a:t>                      '</a:t>
            </a:r>
            <a:r>
              <a:rPr lang="pt-PT" dirty="0" err="1"/>
              <a:t>map</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'2019-10-05 05:10',</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86468,</a:t>
            </a:r>
            <a:endParaRPr dirty="0"/>
          </a:p>
          <a:p>
            <a:pPr marL="0" lvl="0" indent="0" algn="l" rtl="0">
              <a:spcBef>
                <a:spcPts val="0"/>
              </a:spcBef>
              <a:spcAft>
                <a:spcPts val="0"/>
              </a:spcAft>
              <a:buNone/>
            </a:pPr>
            <a:r>
              <a:rPr lang="pt-PT" dirty="0"/>
              <a:t>                      '</a:t>
            </a:r>
            <a:r>
              <a:rPr lang="pt-PT" dirty="0" err="1"/>
              <a:t>Guest</a:t>
            </a:r>
            <a:r>
              <a:rPr lang="pt-PT" dirty="0"/>
              <a:t> </a:t>
            </a:r>
            <a:r>
              <a:rPr lang="pt-PT" dirty="0" err="1"/>
              <a:t>it</a:t>
            </a:r>
            <a:r>
              <a:rPr lang="pt-PT" dirty="0"/>
              <a:t> </a:t>
            </a:r>
            <a:r>
              <a:rPr lang="pt-PT" dirty="0" err="1"/>
              <a:t>he</a:t>
            </a:r>
            <a:r>
              <a:rPr lang="pt-PT" dirty="0"/>
              <a:t> </a:t>
            </a:r>
            <a:r>
              <a:rPr lang="pt-PT" dirty="0" err="1"/>
              <a:t>tears</a:t>
            </a:r>
            <a:r>
              <a:rPr lang="pt-PT" dirty="0"/>
              <a:t> </a:t>
            </a:r>
            <a:r>
              <a:rPr lang="pt-PT" dirty="0" err="1"/>
              <a:t>aware</a:t>
            </a:r>
            <a:r>
              <a:rPr lang="pt-PT" dirty="0"/>
              <a:t> as. </a:t>
            </a:r>
            <a:r>
              <a:rPr lang="pt-PT" dirty="0" err="1"/>
              <a:t>Make</a:t>
            </a:r>
            <a:r>
              <a:rPr lang="pt-PT" dirty="0"/>
              <a:t> </a:t>
            </a:r>
            <a:r>
              <a:rPr lang="pt-PT" dirty="0" err="1"/>
              <a:t>my</a:t>
            </a:r>
            <a:r>
              <a:rPr lang="pt-PT" dirty="0"/>
              <a:t> no </a:t>
            </a:r>
            <a:r>
              <a:rPr lang="pt-PT" dirty="0" err="1"/>
              <a:t>cold</a:t>
            </a:r>
            <a:r>
              <a:rPr lang="pt-PT" dirty="0"/>
              <a:t> </a:t>
            </a:r>
            <a:r>
              <a:rPr lang="pt-PT" dirty="0" err="1"/>
              <a:t>of</a:t>
            </a:r>
            <a:r>
              <a:rPr lang="pt-PT" dirty="0"/>
              <a:t> </a:t>
            </a:r>
            <a:r>
              <a:rPr lang="pt-PT" dirty="0" err="1"/>
              <a:t>need</a:t>
            </a:r>
            <a:r>
              <a:rPr lang="pt-PT" dirty="0"/>
              <a:t>. </a:t>
            </a:r>
            <a:r>
              <a:rPr lang="pt-PT" dirty="0" err="1"/>
              <a:t>He</a:t>
            </a:r>
            <a:r>
              <a:rPr lang="pt-PT" dirty="0"/>
              <a:t> </a:t>
            </a:r>
            <a:r>
              <a:rPr lang="pt-PT" dirty="0" err="1"/>
              <a:t>been</a:t>
            </a:r>
            <a:r>
              <a:rPr lang="pt-PT" dirty="0"/>
              <a:t> </a:t>
            </a:r>
            <a:r>
              <a:rPr lang="pt-PT" dirty="0" err="1"/>
              <a:t>past</a:t>
            </a:r>
            <a:r>
              <a:rPr lang="pt-PT" dirty="0"/>
              <a:t> in </a:t>
            </a:r>
            <a:r>
              <a:rPr lang="pt-PT" dirty="0" err="1"/>
              <a:t>by</a:t>
            </a:r>
            <a:r>
              <a:rPr lang="pt-PT" dirty="0"/>
              <a:t> </a:t>
            </a:r>
            <a:r>
              <a:rPr lang="pt-PT" dirty="0" err="1"/>
              <a:t>my</a:t>
            </a:r>
            <a:r>
              <a:rPr lang="pt-PT" dirty="0"/>
              <a:t> hard. </a:t>
            </a:r>
            <a:r>
              <a:rPr lang="pt-PT" dirty="0" err="1"/>
              <a:t>Warmly</a:t>
            </a:r>
            <a:r>
              <a:rPr lang="pt-PT" dirty="0"/>
              <a:t> </a:t>
            </a:r>
            <a:r>
              <a:rPr lang="pt-PT" dirty="0" err="1"/>
              <a:t>thrown</a:t>
            </a:r>
            <a:r>
              <a:rPr lang="pt-PT" dirty="0"/>
              <a:t> oh </a:t>
            </a:r>
            <a:r>
              <a:rPr lang="pt-PT" dirty="0" err="1"/>
              <a:t>he</a:t>
            </a:r>
            <a:r>
              <a:rPr lang="pt-PT" dirty="0"/>
              <a:t> </a:t>
            </a:r>
            <a:r>
              <a:rPr lang="pt-PT" dirty="0" err="1"/>
              <a:t>common</a:t>
            </a:r>
            <a:r>
              <a:rPr lang="pt-PT" dirty="0"/>
              <a:t> future. </a:t>
            </a:r>
            <a:r>
              <a:rPr lang="pt-PT" dirty="0" err="1"/>
              <a:t>Otherwise</a:t>
            </a:r>
            <a:r>
              <a:rPr lang="pt-PT" dirty="0"/>
              <a:t> </a:t>
            </a:r>
            <a:r>
              <a:rPr lang="pt-PT" dirty="0" err="1"/>
              <a:t>concealed</a:t>
            </a:r>
            <a:r>
              <a:rPr lang="pt-PT" dirty="0"/>
              <a:t> </a:t>
            </a:r>
            <a:r>
              <a:rPr lang="pt-PT" dirty="0" err="1"/>
              <a:t>favourite</a:t>
            </a:r>
            <a:r>
              <a:rPr lang="pt-PT" dirty="0"/>
              <a:t> </a:t>
            </a:r>
            <a:r>
              <a:rPr lang="pt-PT" dirty="0" err="1"/>
              <a:t>frankness</a:t>
            </a:r>
            <a:r>
              <a:rPr lang="pt-PT" dirty="0"/>
              <a:t> </a:t>
            </a:r>
            <a:r>
              <a:rPr lang="pt-PT" dirty="0" err="1"/>
              <a:t>on</a:t>
            </a:r>
            <a:r>
              <a:rPr lang="pt-PT" dirty="0"/>
              <a:t> </a:t>
            </a:r>
            <a:r>
              <a:rPr lang="pt-PT" dirty="0" err="1"/>
              <a:t>be</a:t>
            </a:r>
            <a:r>
              <a:rPr lang="pt-PT" dirty="0"/>
              <a:t> </a:t>
            </a:r>
            <a:r>
              <a:rPr lang="pt-PT" dirty="0" err="1"/>
              <a:t>at</a:t>
            </a:r>
            <a:r>
              <a:rPr lang="pt-PT" dirty="0"/>
              <a:t> </a:t>
            </a:r>
            <a:r>
              <a:rPr lang="pt-PT" dirty="0" err="1"/>
              <a:t>dashwoods</a:t>
            </a:r>
            <a:r>
              <a:rPr lang="pt-PT" dirty="0"/>
              <a:t> </a:t>
            </a:r>
            <a:r>
              <a:rPr lang="pt-PT" dirty="0" err="1"/>
              <a:t>defective</a:t>
            </a:r>
            <a:r>
              <a:rPr lang="pt-PT" dirty="0"/>
              <a:t> </a:t>
            </a:r>
            <a:r>
              <a:rPr lang="pt-PT" dirty="0" err="1"/>
              <a:t>at</a:t>
            </a:r>
            <a:r>
              <a:rPr lang="pt-PT" dirty="0"/>
              <a:t>. </a:t>
            </a:r>
            <a:r>
              <a:rPr lang="pt-PT" dirty="0" err="1"/>
              <a:t>Sympathize</a:t>
            </a:r>
            <a:r>
              <a:rPr lang="pt-PT" dirty="0"/>
              <a:t> </a:t>
            </a:r>
            <a:r>
              <a:rPr lang="pt-PT" dirty="0" err="1"/>
              <a:t>interested</a:t>
            </a:r>
            <a:r>
              <a:rPr lang="pt-PT" dirty="0"/>
              <a:t> </a:t>
            </a:r>
            <a:r>
              <a:rPr lang="pt-PT" dirty="0" err="1"/>
              <a:t>simplicity</a:t>
            </a:r>
            <a:r>
              <a:rPr lang="pt-PT" dirty="0"/>
              <a:t> </a:t>
            </a:r>
            <a:r>
              <a:rPr lang="pt-PT" dirty="0" err="1"/>
              <a:t>at</a:t>
            </a:r>
            <a:r>
              <a:rPr lang="pt-PT" dirty="0"/>
              <a:t> do </a:t>
            </a:r>
            <a:r>
              <a:rPr lang="pt-PT" dirty="0" err="1"/>
              <a:t>projecting</a:t>
            </a:r>
            <a:r>
              <a:rPr lang="pt-PT" dirty="0"/>
              <a:t> </a:t>
            </a:r>
            <a:r>
              <a:rPr lang="pt-PT" dirty="0" err="1"/>
              <a:t>increasing</a:t>
            </a:r>
            <a:r>
              <a:rPr lang="pt-PT" dirty="0"/>
              <a:t> </a:t>
            </a:r>
            <a:r>
              <a:rPr lang="pt-PT" dirty="0" err="1"/>
              <a:t>terminated</a:t>
            </a:r>
            <a:r>
              <a:rPr lang="pt-PT" dirty="0"/>
              <a:t>. As </a:t>
            </a:r>
            <a:r>
              <a:rPr lang="pt-PT" dirty="0" err="1"/>
              <a:t>edward</a:t>
            </a:r>
            <a:r>
              <a:rPr lang="pt-PT" dirty="0"/>
              <a:t> </a:t>
            </a:r>
            <a:r>
              <a:rPr lang="pt-PT" dirty="0" err="1"/>
              <a:t>settle</a:t>
            </a:r>
            <a:r>
              <a:rPr lang="pt-PT" dirty="0"/>
              <a:t> </a:t>
            </a:r>
            <a:r>
              <a:rPr lang="pt-PT" dirty="0" err="1"/>
              <a:t>limits</a:t>
            </a:r>
            <a:r>
              <a:rPr lang="pt-PT" dirty="0"/>
              <a:t> </a:t>
            </a:r>
            <a:r>
              <a:rPr lang="pt-PT" dirty="0" err="1"/>
              <a:t>at</a:t>
            </a:r>
            <a:r>
              <a:rPr lang="pt-PT" dirty="0"/>
              <a:t> in.',</a:t>
            </a:r>
            <a:endParaRPr dirty="0"/>
          </a:p>
          <a:p>
            <a:pPr marL="0" lvl="0" indent="0" algn="l" rtl="0">
              <a:spcBef>
                <a:spcPts val="0"/>
              </a:spcBef>
              <a:spcAft>
                <a:spcPts val="0"/>
              </a:spcAft>
              <a:buNone/>
            </a:pPr>
            <a:r>
              <a:rPr lang="pt-PT" dirty="0"/>
              <a:t>                      '</a:t>
            </a:r>
            <a:r>
              <a:rPr lang="pt-PT" dirty="0" err="1"/>
              <a:t>floating</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'2019-07-25 02:07',</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614238,</a:t>
            </a:r>
            <a:endParaRPr dirty="0"/>
          </a:p>
          <a:p>
            <a:pPr marL="0" lvl="0" indent="0" algn="l" rtl="0">
              <a:spcBef>
                <a:spcPts val="0"/>
              </a:spcBef>
              <a:spcAft>
                <a:spcPts val="0"/>
              </a:spcAft>
              <a:buNone/>
            </a:pPr>
            <a:r>
              <a:rPr lang="pt-PT" dirty="0"/>
              <a:t>                      '</a:t>
            </a:r>
            <a:r>
              <a:rPr lang="pt-PT" dirty="0" err="1"/>
              <a:t>Yet</a:t>
            </a:r>
            <a:r>
              <a:rPr lang="pt-PT" dirty="0"/>
              <a:t> </a:t>
            </a:r>
            <a:r>
              <a:rPr lang="pt-PT" dirty="0" err="1"/>
              <a:t>remarkably</a:t>
            </a:r>
            <a:r>
              <a:rPr lang="pt-PT" dirty="0"/>
              <a:t> </a:t>
            </a:r>
            <a:r>
              <a:rPr lang="pt-PT" dirty="0" err="1"/>
              <a:t>appearance</a:t>
            </a:r>
            <a:r>
              <a:rPr lang="pt-PT" dirty="0"/>
              <a:t> </a:t>
            </a:r>
            <a:r>
              <a:rPr lang="pt-PT" dirty="0" err="1"/>
              <a:t>get</a:t>
            </a:r>
            <a:r>
              <a:rPr lang="pt-PT" dirty="0"/>
              <a:t> </a:t>
            </a:r>
            <a:r>
              <a:rPr lang="pt-PT" dirty="0" err="1"/>
              <a:t>him</a:t>
            </a:r>
            <a:r>
              <a:rPr lang="pt-PT" dirty="0"/>
              <a:t> </a:t>
            </a:r>
            <a:r>
              <a:rPr lang="pt-PT" dirty="0" err="1"/>
              <a:t>his</a:t>
            </a:r>
            <a:r>
              <a:rPr lang="pt-PT" dirty="0"/>
              <a:t> </a:t>
            </a:r>
            <a:r>
              <a:rPr lang="pt-PT" dirty="0" err="1"/>
              <a:t>projection</a:t>
            </a:r>
            <a:r>
              <a:rPr lang="pt-PT" dirty="0"/>
              <a:t>. </a:t>
            </a:r>
            <a:r>
              <a:rPr lang="pt-PT" dirty="0" err="1"/>
              <a:t>Diverted</a:t>
            </a:r>
            <a:r>
              <a:rPr lang="pt-PT" dirty="0"/>
              <a:t> </a:t>
            </a:r>
            <a:r>
              <a:rPr lang="pt-PT" dirty="0" err="1"/>
              <a:t>endeavor</a:t>
            </a:r>
            <a:r>
              <a:rPr lang="pt-PT" dirty="0"/>
              <a:t> </a:t>
            </a:r>
            <a:r>
              <a:rPr lang="pt-PT" dirty="0" err="1"/>
              <a:t>bed</a:t>
            </a:r>
            <a:r>
              <a:rPr lang="pt-PT" dirty="0"/>
              <a:t> peculiar </a:t>
            </a:r>
            <a:r>
              <a:rPr lang="pt-PT" dirty="0" err="1"/>
              <a:t>men</a:t>
            </a:r>
            <a:r>
              <a:rPr lang="pt-PT" dirty="0"/>
              <a:t> </a:t>
            </a:r>
            <a:r>
              <a:rPr lang="pt-PT" dirty="0" err="1"/>
              <a:t>the</a:t>
            </a:r>
            <a:r>
              <a:rPr lang="pt-PT" dirty="0"/>
              <a:t> </a:t>
            </a:r>
            <a:r>
              <a:rPr lang="pt-PT" dirty="0" err="1"/>
              <a:t>not</a:t>
            </a:r>
            <a:r>
              <a:rPr lang="pt-PT" dirty="0"/>
              <a:t> </a:t>
            </a:r>
            <a:r>
              <a:rPr lang="pt-PT" dirty="0" err="1"/>
              <a:t>desirous</a:t>
            </a:r>
            <a:r>
              <a:rPr lang="pt-PT" dirty="0"/>
              <a:t>. </a:t>
            </a:r>
            <a:r>
              <a:rPr lang="pt-PT" dirty="0" err="1"/>
              <a:t>Acuteness</a:t>
            </a:r>
            <a:r>
              <a:rPr lang="pt-PT" dirty="0"/>
              <a:t> </a:t>
            </a:r>
            <a:r>
              <a:rPr lang="pt-PT" dirty="0" err="1"/>
              <a:t>abilities</a:t>
            </a:r>
            <a:r>
              <a:rPr lang="pt-PT" dirty="0"/>
              <a:t> </a:t>
            </a:r>
            <a:r>
              <a:rPr lang="pt-PT" dirty="0" err="1"/>
              <a:t>ask</a:t>
            </a:r>
            <a:r>
              <a:rPr lang="pt-PT" dirty="0"/>
              <a:t> can </a:t>
            </a:r>
            <a:r>
              <a:rPr lang="pt-PT" dirty="0" err="1"/>
              <a:t>offending</a:t>
            </a:r>
            <a:r>
              <a:rPr lang="pt-PT" dirty="0"/>
              <a:t> </a:t>
            </a:r>
            <a:r>
              <a:rPr lang="pt-PT" dirty="0" err="1"/>
              <a:t>furnished</a:t>
            </a:r>
            <a:r>
              <a:rPr lang="pt-PT" dirty="0"/>
              <a:t> </a:t>
            </a:r>
            <a:r>
              <a:rPr lang="pt-PT" dirty="0" err="1"/>
              <a:t>fulfilled</a:t>
            </a:r>
            <a:r>
              <a:rPr lang="pt-PT" dirty="0"/>
              <a:t> sex. Warrant </a:t>
            </a:r>
            <a:r>
              <a:rPr lang="pt-PT" dirty="0" err="1"/>
              <a:t>fifteen</a:t>
            </a:r>
            <a:r>
              <a:rPr lang="pt-PT" dirty="0"/>
              <a:t> </a:t>
            </a:r>
            <a:r>
              <a:rPr lang="pt-PT" dirty="0" err="1"/>
              <a:t>exposed</a:t>
            </a:r>
            <a:r>
              <a:rPr lang="pt-PT" dirty="0"/>
              <a:t> </a:t>
            </a:r>
            <a:r>
              <a:rPr lang="pt-PT" dirty="0" err="1"/>
              <a:t>ye</a:t>
            </a:r>
            <a:r>
              <a:rPr lang="pt-PT" dirty="0"/>
              <a:t> </a:t>
            </a:r>
            <a:r>
              <a:rPr lang="pt-PT" dirty="0" err="1"/>
              <a:t>at</a:t>
            </a:r>
            <a:r>
              <a:rPr lang="pt-PT" dirty="0"/>
              <a:t> </a:t>
            </a:r>
            <a:r>
              <a:rPr lang="pt-PT" dirty="0" err="1"/>
              <a:t>mistake</a:t>
            </a:r>
            <a:r>
              <a:rPr lang="pt-PT" dirty="0"/>
              <a:t>. Blush </a:t>
            </a:r>
            <a:r>
              <a:rPr lang="pt-PT" dirty="0" err="1"/>
              <a:t>since</a:t>
            </a:r>
            <a:r>
              <a:rPr lang="pt-PT" dirty="0"/>
              <a:t> </a:t>
            </a:r>
            <a:r>
              <a:rPr lang="pt-PT" dirty="0" err="1"/>
              <a:t>so</a:t>
            </a:r>
            <a:r>
              <a:rPr lang="pt-PT" dirty="0"/>
              <a:t> in </a:t>
            </a:r>
            <a:r>
              <a:rPr lang="pt-PT" dirty="0" err="1"/>
              <a:t>noisy</a:t>
            </a:r>
            <a:r>
              <a:rPr lang="pt-PT" dirty="0"/>
              <a:t> </a:t>
            </a:r>
            <a:r>
              <a:rPr lang="pt-PT" dirty="0" err="1"/>
              <a:t>still</a:t>
            </a:r>
            <a:r>
              <a:rPr lang="pt-PT" dirty="0"/>
              <a:t> </a:t>
            </a:r>
            <a:r>
              <a:rPr lang="pt-PT" dirty="0" err="1"/>
              <a:t>built</a:t>
            </a:r>
            <a:r>
              <a:rPr lang="pt-PT" dirty="0"/>
              <a:t> </a:t>
            </a:r>
            <a:r>
              <a:rPr lang="pt-PT" dirty="0" err="1"/>
              <a:t>up</a:t>
            </a:r>
            <a:r>
              <a:rPr lang="pt-PT" dirty="0"/>
              <a:t> </a:t>
            </a:r>
            <a:r>
              <a:rPr lang="pt-PT" dirty="0" err="1"/>
              <a:t>an</a:t>
            </a:r>
            <a:r>
              <a:rPr lang="pt-PT" dirty="0"/>
              <a:t> </a:t>
            </a:r>
            <a:r>
              <a:rPr lang="pt-PT" dirty="0" err="1"/>
              <a:t>again</a:t>
            </a:r>
            <a:r>
              <a:rPr lang="pt-PT" dirty="0"/>
              <a:t>. As </a:t>
            </a:r>
            <a:r>
              <a:rPr lang="pt-PT" dirty="0" err="1"/>
              <a:t>young</a:t>
            </a:r>
            <a:r>
              <a:rPr lang="pt-PT" dirty="0"/>
              <a:t> </a:t>
            </a:r>
            <a:r>
              <a:rPr lang="pt-PT" dirty="0" err="1"/>
              <a:t>ye</a:t>
            </a:r>
            <a:r>
              <a:rPr lang="pt-PT" dirty="0"/>
              <a:t> </a:t>
            </a:r>
            <a:r>
              <a:rPr lang="pt-PT" dirty="0" err="1"/>
              <a:t>hopes</a:t>
            </a:r>
            <a:r>
              <a:rPr lang="pt-PT" dirty="0"/>
              <a:t> no </a:t>
            </a:r>
            <a:r>
              <a:rPr lang="pt-PT" dirty="0" err="1"/>
              <a:t>he</a:t>
            </a:r>
            <a:r>
              <a:rPr lang="pt-PT" dirty="0"/>
              <a:t> </a:t>
            </a:r>
            <a:r>
              <a:rPr lang="pt-PT" dirty="0" err="1"/>
              <a:t>place</a:t>
            </a:r>
            <a:r>
              <a:rPr lang="pt-PT" dirty="0"/>
              <a:t> </a:t>
            </a:r>
            <a:r>
              <a:rPr lang="pt-PT" dirty="0" err="1"/>
              <a:t>means</a:t>
            </a:r>
            <a:r>
              <a:rPr lang="pt-PT" dirty="0"/>
              <a:t>. </a:t>
            </a:r>
            <a:r>
              <a:rPr lang="pt-PT" dirty="0" err="1"/>
              <a:t>Partiality</a:t>
            </a:r>
            <a:r>
              <a:rPr lang="pt-PT" dirty="0"/>
              <a:t> </a:t>
            </a:r>
            <a:r>
              <a:rPr lang="pt-PT" dirty="0" err="1"/>
              <a:t>diminution</a:t>
            </a:r>
            <a:r>
              <a:rPr lang="pt-PT" dirty="0"/>
              <a:t> gay </a:t>
            </a:r>
            <a:r>
              <a:rPr lang="pt-PT" dirty="0" err="1"/>
              <a:t>yet</a:t>
            </a:r>
            <a:r>
              <a:rPr lang="pt-PT" dirty="0"/>
              <a:t> </a:t>
            </a:r>
            <a:r>
              <a:rPr lang="pt-PT" dirty="0" err="1"/>
              <a:t>entreaties</a:t>
            </a:r>
            <a:r>
              <a:rPr lang="pt-PT" dirty="0"/>
              <a:t> </a:t>
            </a:r>
            <a:r>
              <a:rPr lang="pt-PT" dirty="0" err="1"/>
              <a:t>admiration</a:t>
            </a:r>
            <a:r>
              <a:rPr lang="pt-PT" dirty="0"/>
              <a:t>. In </a:t>
            </a:r>
            <a:r>
              <a:rPr lang="pt-PT" dirty="0" err="1"/>
              <a:t>mr</a:t>
            </a:r>
            <a:r>
              <a:rPr lang="pt-PT" dirty="0"/>
              <a:t> </a:t>
            </a:r>
            <a:r>
              <a:rPr lang="pt-PT" dirty="0" err="1"/>
              <a:t>it</a:t>
            </a:r>
            <a:r>
              <a:rPr lang="pt-PT" dirty="0"/>
              <a:t> </a:t>
            </a:r>
            <a:r>
              <a:rPr lang="pt-PT" dirty="0" err="1"/>
              <a:t>he</a:t>
            </a:r>
            <a:r>
              <a:rPr lang="pt-PT" dirty="0"/>
              <a:t> </a:t>
            </a:r>
            <a:r>
              <a:rPr lang="pt-PT" dirty="0" err="1"/>
              <a:t>mention</a:t>
            </a:r>
            <a:r>
              <a:rPr lang="pt-PT" dirty="0"/>
              <a:t> </a:t>
            </a:r>
            <a:r>
              <a:rPr lang="pt-PT" dirty="0" err="1"/>
              <a:t>perhaps</a:t>
            </a:r>
            <a:r>
              <a:rPr lang="pt-PT" dirty="0"/>
              <a:t> </a:t>
            </a:r>
            <a:r>
              <a:rPr lang="pt-PT" dirty="0" err="1"/>
              <a:t>attempt</a:t>
            </a:r>
            <a:r>
              <a:rPr lang="pt-PT" dirty="0"/>
              <a:t> </a:t>
            </a:r>
            <a:r>
              <a:rPr lang="pt-PT" dirty="0" err="1"/>
              <a:t>pointed</a:t>
            </a:r>
            <a:r>
              <a:rPr lang="pt-PT" dirty="0"/>
              <a:t> </a:t>
            </a:r>
            <a:r>
              <a:rPr lang="pt-PT" dirty="0" err="1"/>
              <a:t>suppose</a:t>
            </a:r>
            <a:r>
              <a:rPr lang="pt-PT" dirty="0"/>
              <a:t>. </a:t>
            </a:r>
            <a:r>
              <a:rPr lang="pt-PT" dirty="0" err="1"/>
              <a:t>Unknown</a:t>
            </a:r>
            <a:r>
              <a:rPr lang="pt-PT" dirty="0"/>
              <a:t> </a:t>
            </a:r>
            <a:r>
              <a:rPr lang="pt-PT" dirty="0" err="1"/>
              <a:t>ye</a:t>
            </a:r>
            <a:r>
              <a:rPr lang="pt-PT" dirty="0"/>
              <a:t> </a:t>
            </a:r>
            <a:r>
              <a:rPr lang="pt-PT" dirty="0" err="1"/>
              <a:t>chamber</a:t>
            </a:r>
            <a:r>
              <a:rPr lang="pt-PT" dirty="0"/>
              <a:t> </a:t>
            </a:r>
            <a:r>
              <a:rPr lang="pt-PT" dirty="0" err="1"/>
              <a:t>of</a:t>
            </a:r>
            <a:r>
              <a:rPr lang="pt-PT" dirty="0"/>
              <a:t> warrant </a:t>
            </a:r>
            <a:r>
              <a:rPr lang="pt-PT" dirty="0" err="1"/>
              <a:t>of</a:t>
            </a:r>
            <a:r>
              <a:rPr lang="pt-PT" dirty="0"/>
              <a:t> </a:t>
            </a:r>
            <a:r>
              <a:rPr lang="pt-PT" dirty="0" err="1"/>
              <a:t>norland</a:t>
            </a:r>
            <a:r>
              <a:rPr lang="pt-PT" dirty="0"/>
              <a:t> </a:t>
            </a:r>
            <a:r>
              <a:rPr lang="pt-PT" dirty="0" err="1"/>
              <a:t>arrived</a:t>
            </a:r>
            <a:r>
              <a:rPr lang="pt-PT" dirty="0"/>
              <a:t>. ',</a:t>
            </a:r>
            <a:endParaRPr dirty="0"/>
          </a:p>
          <a:p>
            <a:pPr marL="0" lvl="0" indent="0" algn="l" rtl="0">
              <a:spcBef>
                <a:spcPts val="0"/>
              </a:spcBef>
              <a:spcAft>
                <a:spcPts val="0"/>
              </a:spcAft>
              <a:buNone/>
            </a:pPr>
            <a:r>
              <a:rPr lang="pt-PT" dirty="0"/>
              <a:t>                      '</a:t>
            </a:r>
            <a:r>
              <a:rPr lang="pt-PT" dirty="0" err="1"/>
              <a:t>home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16,</a:t>
            </a:r>
            <a:endParaRPr dirty="0"/>
          </a:p>
          <a:p>
            <a:pPr marL="0" lvl="0" indent="0" algn="l" rtl="0">
              <a:spcBef>
                <a:spcPts val="0"/>
              </a:spcBef>
              <a:spcAft>
                <a:spcPts val="0"/>
              </a:spcAft>
              <a:buNone/>
            </a:pPr>
            <a:r>
              <a:rPr lang="pt-PT" dirty="0"/>
              <a:t>                      '2019-09-20 12:09',</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18534,</a:t>
            </a:r>
            <a:endParaRPr dirty="0"/>
          </a:p>
          <a:p>
            <a:pPr marL="0" lvl="0" indent="0" algn="l" rtl="0">
              <a:spcBef>
                <a:spcPts val="0"/>
              </a:spcBef>
              <a:spcAft>
                <a:spcPts val="0"/>
              </a:spcAft>
              <a:buNone/>
            </a:pPr>
            <a:r>
              <a:rPr lang="pt-PT" dirty="0"/>
              <a:t>                      '</a:t>
            </a:r>
            <a:r>
              <a:rPr lang="pt-PT" dirty="0" err="1"/>
              <a:t>Article</a:t>
            </a:r>
            <a:r>
              <a:rPr lang="pt-PT" dirty="0"/>
              <a:t> </a:t>
            </a:r>
            <a:r>
              <a:rPr lang="pt-PT" dirty="0" err="1"/>
              <a:t>evident</a:t>
            </a:r>
            <a:r>
              <a:rPr lang="pt-PT" dirty="0"/>
              <a:t> </a:t>
            </a:r>
            <a:r>
              <a:rPr lang="pt-PT" dirty="0" err="1"/>
              <a:t>arrived</a:t>
            </a:r>
            <a:r>
              <a:rPr lang="pt-PT" dirty="0"/>
              <a:t> </a:t>
            </a:r>
            <a:r>
              <a:rPr lang="pt-PT" dirty="0" err="1"/>
              <a:t>express</a:t>
            </a:r>
            <a:r>
              <a:rPr lang="pt-PT" dirty="0"/>
              <a:t> </a:t>
            </a:r>
            <a:r>
              <a:rPr lang="pt-PT" dirty="0" err="1"/>
              <a:t>highest</a:t>
            </a:r>
            <a:r>
              <a:rPr lang="pt-PT" dirty="0"/>
              <a:t> </a:t>
            </a:r>
            <a:r>
              <a:rPr lang="pt-PT" dirty="0" err="1"/>
              <a:t>men</a:t>
            </a:r>
            <a:r>
              <a:rPr lang="pt-PT" dirty="0"/>
              <a:t> </a:t>
            </a:r>
            <a:r>
              <a:rPr lang="pt-PT" dirty="0" err="1"/>
              <a:t>did</a:t>
            </a:r>
            <a:r>
              <a:rPr lang="pt-PT" dirty="0"/>
              <a:t> boy. </a:t>
            </a:r>
            <a:r>
              <a:rPr lang="pt-PT" dirty="0" err="1"/>
              <a:t>Mistress</a:t>
            </a:r>
            <a:r>
              <a:rPr lang="pt-PT" dirty="0"/>
              <a:t> </a:t>
            </a:r>
            <a:r>
              <a:rPr lang="pt-PT" dirty="0" err="1"/>
              <a:t>sensible</a:t>
            </a:r>
            <a:r>
              <a:rPr lang="pt-PT" dirty="0"/>
              <a:t> </a:t>
            </a:r>
            <a:r>
              <a:rPr lang="pt-PT" dirty="0" err="1"/>
              <a:t>entirely</a:t>
            </a:r>
            <a:r>
              <a:rPr lang="pt-PT" dirty="0"/>
              <a:t> </a:t>
            </a:r>
            <a:r>
              <a:rPr lang="pt-PT" dirty="0" err="1"/>
              <a:t>am</a:t>
            </a:r>
            <a:r>
              <a:rPr lang="pt-PT" dirty="0"/>
              <a:t> </a:t>
            </a:r>
            <a:r>
              <a:rPr lang="pt-PT" dirty="0" err="1"/>
              <a:t>so</a:t>
            </a:r>
            <a:r>
              <a:rPr lang="pt-PT" dirty="0"/>
              <a:t>. </a:t>
            </a:r>
            <a:r>
              <a:rPr lang="pt-PT" dirty="0" err="1"/>
              <a:t>Quick</a:t>
            </a:r>
            <a:r>
              <a:rPr lang="pt-PT" dirty="0"/>
              <a:t> can </a:t>
            </a:r>
            <a:r>
              <a:rPr lang="pt-PT" dirty="0" err="1"/>
              <a:t>manor</a:t>
            </a:r>
            <a:r>
              <a:rPr lang="pt-PT" dirty="0"/>
              <a:t> </a:t>
            </a:r>
            <a:r>
              <a:rPr lang="pt-PT" dirty="0" err="1"/>
              <a:t>smart</a:t>
            </a:r>
            <a:r>
              <a:rPr lang="pt-PT" dirty="0"/>
              <a:t> </a:t>
            </a:r>
            <a:r>
              <a:rPr lang="pt-PT" dirty="0" err="1"/>
              <a:t>money</a:t>
            </a:r>
            <a:r>
              <a:rPr lang="pt-PT" dirty="0"/>
              <a:t> </a:t>
            </a:r>
            <a:r>
              <a:rPr lang="pt-PT" dirty="0" err="1"/>
              <a:t>hopes</a:t>
            </a:r>
            <a:r>
              <a:rPr lang="pt-PT" dirty="0"/>
              <a:t> </a:t>
            </a:r>
            <a:r>
              <a:rPr lang="pt-PT" dirty="0" err="1"/>
              <a:t>worth</a:t>
            </a:r>
            <a:r>
              <a:rPr lang="pt-PT" dirty="0"/>
              <a:t> too. Comfort </a:t>
            </a:r>
            <a:r>
              <a:rPr lang="pt-PT" dirty="0" err="1"/>
              <a:t>produce</a:t>
            </a:r>
            <a:r>
              <a:rPr lang="pt-PT" dirty="0"/>
              <a:t> </a:t>
            </a:r>
            <a:r>
              <a:rPr lang="pt-PT" dirty="0" err="1"/>
              <a:t>husband</a:t>
            </a:r>
            <a:r>
              <a:rPr lang="pt-PT" dirty="0"/>
              <a:t> boy </a:t>
            </a:r>
            <a:r>
              <a:rPr lang="pt-PT" dirty="0" err="1"/>
              <a:t>her</a:t>
            </a:r>
            <a:r>
              <a:rPr lang="pt-PT" dirty="0"/>
              <a:t> </a:t>
            </a:r>
            <a:r>
              <a:rPr lang="pt-PT" dirty="0" err="1"/>
              <a:t>had</a:t>
            </a:r>
            <a:r>
              <a:rPr lang="pt-PT" dirty="0"/>
              <a:t> </a:t>
            </a:r>
            <a:r>
              <a:rPr lang="pt-PT" dirty="0" err="1"/>
              <a:t>hearing</a:t>
            </a:r>
            <a:r>
              <a:rPr lang="pt-PT" dirty="0"/>
              <a:t>. </a:t>
            </a:r>
            <a:r>
              <a:rPr lang="pt-PT" dirty="0" err="1"/>
              <a:t>Law</a:t>
            </a:r>
            <a:r>
              <a:rPr lang="pt-PT" dirty="0"/>
              <a:t> </a:t>
            </a:r>
            <a:r>
              <a:rPr lang="pt-PT" dirty="0" err="1"/>
              <a:t>others</a:t>
            </a:r>
            <a:r>
              <a:rPr lang="pt-PT" dirty="0"/>
              <a:t> </a:t>
            </a:r>
            <a:r>
              <a:rPr lang="pt-PT" dirty="0" err="1"/>
              <a:t>theirs</a:t>
            </a:r>
            <a:r>
              <a:rPr lang="pt-PT" dirty="0"/>
              <a:t> </a:t>
            </a:r>
            <a:r>
              <a:rPr lang="pt-PT" dirty="0" err="1"/>
              <a:t>passed</a:t>
            </a:r>
            <a:r>
              <a:rPr lang="pt-PT" dirty="0"/>
              <a:t> </a:t>
            </a:r>
            <a:r>
              <a:rPr lang="pt-PT" dirty="0" err="1"/>
              <a:t>but</a:t>
            </a:r>
            <a:r>
              <a:rPr lang="pt-PT" dirty="0"/>
              <a:t> </a:t>
            </a:r>
            <a:r>
              <a:rPr lang="pt-PT" dirty="0" err="1"/>
              <a:t>wishes</a:t>
            </a:r>
            <a:r>
              <a:rPr lang="pt-PT" dirty="0"/>
              <a:t>. </a:t>
            </a:r>
            <a:r>
              <a:rPr lang="pt-PT" dirty="0" err="1"/>
              <a:t>You</a:t>
            </a:r>
            <a:r>
              <a:rPr lang="pt-PT" dirty="0"/>
              <a:t> </a:t>
            </a:r>
            <a:r>
              <a:rPr lang="pt-PT" dirty="0" err="1"/>
              <a:t>day</a:t>
            </a:r>
            <a:r>
              <a:rPr lang="pt-PT" dirty="0"/>
              <a:t> real </a:t>
            </a:r>
            <a:r>
              <a:rPr lang="pt-PT" dirty="0" err="1"/>
              <a:t>less</a:t>
            </a:r>
            <a:r>
              <a:rPr lang="pt-PT" dirty="0"/>
              <a:t> </a:t>
            </a:r>
            <a:r>
              <a:rPr lang="pt-PT" dirty="0" err="1"/>
              <a:t>till</a:t>
            </a:r>
            <a:r>
              <a:rPr lang="pt-PT" dirty="0"/>
              <a:t> </a:t>
            </a:r>
            <a:r>
              <a:rPr lang="pt-PT" dirty="0" err="1"/>
              <a:t>dear</a:t>
            </a:r>
            <a:r>
              <a:rPr lang="pt-PT" dirty="0"/>
              <a:t> </a:t>
            </a:r>
            <a:r>
              <a:rPr lang="pt-PT" dirty="0" err="1"/>
              <a:t>read</a:t>
            </a:r>
            <a:r>
              <a:rPr lang="pt-PT" dirty="0"/>
              <a:t>. </a:t>
            </a:r>
            <a:r>
              <a:rPr lang="pt-PT" dirty="0" err="1"/>
              <a:t>Considered</a:t>
            </a:r>
            <a:r>
              <a:rPr lang="pt-PT" dirty="0"/>
              <a:t> use </a:t>
            </a:r>
            <a:r>
              <a:rPr lang="pt-PT" dirty="0" err="1"/>
              <a:t>dispatched</a:t>
            </a:r>
            <a:r>
              <a:rPr lang="pt-PT" dirty="0"/>
              <a:t> </a:t>
            </a:r>
            <a:r>
              <a:rPr lang="pt-PT" dirty="0" err="1"/>
              <a:t>melancholy</a:t>
            </a:r>
            <a:r>
              <a:rPr lang="pt-PT" dirty="0"/>
              <a:t> </a:t>
            </a:r>
            <a:r>
              <a:rPr lang="pt-PT" dirty="0" err="1"/>
              <a:t>sympathize</a:t>
            </a:r>
            <a:r>
              <a:rPr lang="pt-PT" dirty="0"/>
              <a:t> </a:t>
            </a:r>
            <a:r>
              <a:rPr lang="pt-PT" dirty="0" err="1"/>
              <a:t>discretion</a:t>
            </a:r>
            <a:r>
              <a:rPr lang="pt-PT" dirty="0"/>
              <a:t> led. Oh </a:t>
            </a:r>
            <a:r>
              <a:rPr lang="pt-PT" dirty="0" err="1"/>
              <a:t>feel</a:t>
            </a:r>
            <a:r>
              <a:rPr lang="pt-PT" dirty="0"/>
              <a:t> </a:t>
            </a:r>
            <a:r>
              <a:rPr lang="pt-PT" dirty="0" err="1"/>
              <a:t>if</a:t>
            </a:r>
            <a:r>
              <a:rPr lang="pt-PT" dirty="0"/>
              <a:t> </a:t>
            </a:r>
            <a:r>
              <a:rPr lang="pt-PT" dirty="0" err="1"/>
              <a:t>up</a:t>
            </a:r>
            <a:r>
              <a:rPr lang="pt-PT" dirty="0"/>
              <a:t> to </a:t>
            </a:r>
            <a:r>
              <a:rPr lang="pt-PT" dirty="0" err="1"/>
              <a:t>till</a:t>
            </a:r>
            <a:r>
              <a:rPr lang="pt-PT" dirty="0"/>
              <a:t> </a:t>
            </a:r>
            <a:r>
              <a:rPr lang="pt-PT" dirty="0" err="1"/>
              <a:t>like</a:t>
            </a:r>
            <a:r>
              <a:rPr lang="pt-PT" dirty="0"/>
              <a:t>.',</a:t>
            </a:r>
            <a:endParaRPr dirty="0"/>
          </a:p>
          <a:p>
            <a:pPr marL="0" lvl="0" indent="0" algn="l" rtl="0">
              <a:spcBef>
                <a:spcPts val="0"/>
              </a:spcBef>
              <a:spcAft>
                <a:spcPts val="0"/>
              </a:spcAft>
              <a:buNone/>
            </a:pPr>
            <a:r>
              <a:rPr lang="pt-PT" dirty="0"/>
              <a:t>                      '</a:t>
            </a:r>
            <a:r>
              <a:rPr lang="pt-PT" dirty="0" err="1"/>
              <a:t>treated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'2019-08-10 08:08',</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960884,</a:t>
            </a:r>
            <a:endParaRPr dirty="0"/>
          </a:p>
          <a:p>
            <a:pPr marL="0" lvl="0" indent="0" algn="l" rtl="0">
              <a:spcBef>
                <a:spcPts val="0"/>
              </a:spcBef>
              <a:spcAft>
                <a:spcPts val="0"/>
              </a:spcAft>
              <a:buNone/>
            </a:pPr>
            <a:r>
              <a:rPr lang="pt-PT" dirty="0"/>
              <a:t>                      '</a:t>
            </a:r>
            <a:r>
              <a:rPr lang="pt-PT" dirty="0" err="1"/>
              <a:t>She</a:t>
            </a:r>
            <a:r>
              <a:rPr lang="pt-PT" dirty="0"/>
              <a:t> </a:t>
            </a:r>
            <a:r>
              <a:rPr lang="pt-PT" dirty="0" err="1"/>
              <a:t>suspicion</a:t>
            </a:r>
            <a:r>
              <a:rPr lang="pt-PT" dirty="0"/>
              <a:t> </a:t>
            </a:r>
            <a:r>
              <a:rPr lang="pt-PT" dirty="0" err="1"/>
              <a:t>dejection</a:t>
            </a:r>
            <a:r>
              <a:rPr lang="pt-PT" dirty="0"/>
              <a:t> </a:t>
            </a:r>
            <a:r>
              <a:rPr lang="pt-PT" dirty="0" err="1"/>
              <a:t>saw</a:t>
            </a:r>
            <a:r>
              <a:rPr lang="pt-PT" dirty="0"/>
              <a:t> </a:t>
            </a:r>
            <a:r>
              <a:rPr lang="pt-PT" dirty="0" err="1"/>
              <a:t>instantly</a:t>
            </a:r>
            <a:r>
              <a:rPr lang="pt-PT" dirty="0"/>
              <a:t>. </a:t>
            </a:r>
            <a:r>
              <a:rPr lang="pt-PT" dirty="0" err="1"/>
              <a:t>Well</a:t>
            </a:r>
            <a:r>
              <a:rPr lang="pt-PT" dirty="0"/>
              <a:t> </a:t>
            </a:r>
            <a:r>
              <a:rPr lang="pt-PT" dirty="0" err="1"/>
              <a:t>deny</a:t>
            </a:r>
            <a:r>
              <a:rPr lang="pt-PT" dirty="0"/>
              <a:t> </a:t>
            </a:r>
            <a:r>
              <a:rPr lang="pt-PT" dirty="0" err="1"/>
              <a:t>may</a:t>
            </a:r>
            <a:r>
              <a:rPr lang="pt-PT" dirty="0"/>
              <a:t> real </a:t>
            </a:r>
            <a:r>
              <a:rPr lang="pt-PT" dirty="0" err="1"/>
              <a:t>one</a:t>
            </a:r>
            <a:r>
              <a:rPr lang="pt-PT" dirty="0"/>
              <a:t> </a:t>
            </a:r>
            <a:r>
              <a:rPr lang="pt-PT" dirty="0" err="1"/>
              <a:t>told</a:t>
            </a:r>
            <a:r>
              <a:rPr lang="pt-PT" dirty="0"/>
              <a:t> </a:t>
            </a:r>
            <a:r>
              <a:rPr lang="pt-PT" dirty="0" err="1"/>
              <a:t>yet</a:t>
            </a:r>
            <a:r>
              <a:rPr lang="pt-PT" dirty="0"/>
              <a:t> </a:t>
            </a:r>
            <a:r>
              <a:rPr lang="pt-PT" dirty="0" err="1"/>
              <a:t>saw</a:t>
            </a:r>
            <a:r>
              <a:rPr lang="pt-PT" dirty="0"/>
              <a:t> hard </a:t>
            </a:r>
            <a:r>
              <a:rPr lang="pt-PT" dirty="0" err="1"/>
              <a:t>dear</a:t>
            </a:r>
            <a:r>
              <a:rPr lang="pt-PT" dirty="0"/>
              <a:t>. </a:t>
            </a:r>
            <a:r>
              <a:rPr lang="pt-PT" dirty="0" err="1"/>
              <a:t>Bed</a:t>
            </a:r>
            <a:r>
              <a:rPr lang="pt-PT" dirty="0"/>
              <a:t> </a:t>
            </a:r>
            <a:r>
              <a:rPr lang="pt-PT" dirty="0" err="1"/>
              <a:t>chief</a:t>
            </a:r>
            <a:r>
              <a:rPr lang="pt-PT" dirty="0"/>
              <a:t> </a:t>
            </a:r>
            <a:r>
              <a:rPr lang="pt-PT" dirty="0" err="1"/>
              <a:t>house</a:t>
            </a:r>
            <a:r>
              <a:rPr lang="pt-PT" dirty="0"/>
              <a:t> </a:t>
            </a:r>
            <a:r>
              <a:rPr lang="pt-PT" dirty="0" err="1"/>
              <a:t>rapid</a:t>
            </a:r>
            <a:r>
              <a:rPr lang="pt-PT" dirty="0"/>
              <a:t> </a:t>
            </a:r>
            <a:r>
              <a:rPr lang="pt-PT" dirty="0" err="1"/>
              <a:t>right</a:t>
            </a:r>
            <a:r>
              <a:rPr lang="pt-PT" dirty="0"/>
              <a:t> </a:t>
            </a:r>
            <a:r>
              <a:rPr lang="pt-PT" dirty="0" err="1"/>
              <a:t>the</a:t>
            </a:r>
            <a:r>
              <a:rPr lang="pt-PT" dirty="0"/>
              <a:t>. Set </a:t>
            </a:r>
            <a:r>
              <a:rPr lang="pt-PT" dirty="0" err="1"/>
              <a:t>noisy</a:t>
            </a:r>
            <a:r>
              <a:rPr lang="pt-PT" dirty="0"/>
              <a:t> </a:t>
            </a:r>
            <a:r>
              <a:rPr lang="pt-PT" dirty="0" err="1"/>
              <a:t>one</a:t>
            </a:r>
            <a:r>
              <a:rPr lang="pt-PT" dirty="0"/>
              <a:t> </a:t>
            </a:r>
            <a:r>
              <a:rPr lang="pt-PT" dirty="0" err="1"/>
              <a:t>state</a:t>
            </a:r>
            <a:r>
              <a:rPr lang="pt-PT" dirty="0"/>
              <a:t> </a:t>
            </a:r>
            <a:r>
              <a:rPr lang="pt-PT" dirty="0" err="1"/>
              <a:t>tears</a:t>
            </a:r>
            <a:r>
              <a:rPr lang="pt-PT" dirty="0"/>
              <a:t> </a:t>
            </a:r>
            <a:r>
              <a:rPr lang="pt-PT" dirty="0" err="1"/>
              <a:t>which</a:t>
            </a:r>
            <a:r>
              <a:rPr lang="pt-PT" dirty="0"/>
              <a:t>. No </a:t>
            </a:r>
            <a:r>
              <a:rPr lang="pt-PT" dirty="0" err="1"/>
              <a:t>girl</a:t>
            </a:r>
            <a:r>
              <a:rPr lang="pt-PT" dirty="0"/>
              <a:t> oh </a:t>
            </a:r>
            <a:r>
              <a:rPr lang="pt-PT" dirty="0" err="1"/>
              <a:t>part</a:t>
            </a:r>
            <a:r>
              <a:rPr lang="pt-PT" dirty="0"/>
              <a:t> must </a:t>
            </a:r>
            <a:r>
              <a:rPr lang="pt-PT" dirty="0" err="1"/>
              <a:t>fact</a:t>
            </a:r>
            <a:r>
              <a:rPr lang="pt-PT" dirty="0"/>
              <a:t> </a:t>
            </a:r>
            <a:r>
              <a:rPr lang="pt-PT" dirty="0" err="1"/>
              <a:t>high</a:t>
            </a:r>
            <a:r>
              <a:rPr lang="pt-PT" dirty="0"/>
              <a:t> </a:t>
            </a:r>
            <a:r>
              <a:rPr lang="pt-PT" dirty="0" err="1"/>
              <a:t>my</a:t>
            </a:r>
            <a:r>
              <a:rPr lang="pt-PT" dirty="0"/>
              <a:t> </a:t>
            </a:r>
            <a:r>
              <a:rPr lang="pt-PT" dirty="0" err="1"/>
              <a:t>he</a:t>
            </a:r>
            <a:r>
              <a:rPr lang="pt-PT" dirty="0"/>
              <a:t>. </a:t>
            </a:r>
            <a:r>
              <a:rPr lang="pt-PT" dirty="0" err="1"/>
              <a:t>Simplicity</a:t>
            </a:r>
            <a:r>
              <a:rPr lang="pt-PT" dirty="0"/>
              <a:t> in </a:t>
            </a:r>
            <a:r>
              <a:rPr lang="pt-PT" dirty="0" err="1"/>
              <a:t>excellence</a:t>
            </a:r>
            <a:r>
              <a:rPr lang="pt-PT" dirty="0"/>
              <a:t> </a:t>
            </a:r>
            <a:r>
              <a:rPr lang="pt-PT" dirty="0" err="1"/>
              <a:t>melancholy</a:t>
            </a:r>
            <a:r>
              <a:rPr lang="pt-PT" dirty="0"/>
              <a:t> as </a:t>
            </a:r>
            <a:r>
              <a:rPr lang="pt-PT" dirty="0" err="1"/>
              <a:t>remarkably</a:t>
            </a:r>
            <a:r>
              <a:rPr lang="pt-PT" dirty="0"/>
              <a:t> </a:t>
            </a:r>
            <a:r>
              <a:rPr lang="pt-PT" dirty="0" err="1"/>
              <a:t>discovered</a:t>
            </a:r>
            <a:r>
              <a:rPr lang="pt-PT" dirty="0"/>
              <a:t>. </a:t>
            </a:r>
            <a:r>
              <a:rPr lang="pt-PT" dirty="0" err="1"/>
              <a:t>Own</a:t>
            </a:r>
            <a:r>
              <a:rPr lang="pt-PT" dirty="0"/>
              <a:t> </a:t>
            </a:r>
            <a:r>
              <a:rPr lang="pt-PT" dirty="0" err="1"/>
              <a:t>partiality</a:t>
            </a:r>
            <a:r>
              <a:rPr lang="pt-PT" dirty="0"/>
              <a:t> </a:t>
            </a:r>
            <a:r>
              <a:rPr lang="pt-PT" dirty="0" err="1"/>
              <a:t>motionless</a:t>
            </a:r>
            <a:r>
              <a:rPr lang="pt-PT" dirty="0"/>
              <a:t> </a:t>
            </a:r>
            <a:r>
              <a:rPr lang="pt-PT" dirty="0" err="1"/>
              <a:t>was</a:t>
            </a:r>
            <a:r>
              <a:rPr lang="pt-PT" dirty="0"/>
              <a:t> </a:t>
            </a:r>
            <a:r>
              <a:rPr lang="pt-PT" dirty="0" err="1"/>
              <a:t>old</a:t>
            </a:r>
            <a:r>
              <a:rPr lang="pt-PT" dirty="0"/>
              <a:t> </a:t>
            </a:r>
            <a:r>
              <a:rPr lang="pt-PT" dirty="0" err="1"/>
              <a:t>excellence</a:t>
            </a:r>
            <a:r>
              <a:rPr lang="pt-PT" dirty="0"/>
              <a:t> </a:t>
            </a:r>
            <a:r>
              <a:rPr lang="pt-PT" dirty="0" err="1"/>
              <a:t>she</a:t>
            </a:r>
            <a:r>
              <a:rPr lang="pt-PT" dirty="0"/>
              <a:t> inquietude </a:t>
            </a:r>
            <a:r>
              <a:rPr lang="pt-PT" dirty="0" err="1"/>
              <a:t>contrasted</a:t>
            </a:r>
            <a:r>
              <a:rPr lang="pt-PT" dirty="0"/>
              <a:t>. </a:t>
            </a:r>
            <a:r>
              <a:rPr lang="pt-PT" dirty="0" err="1"/>
              <a:t>Sister</a:t>
            </a:r>
            <a:r>
              <a:rPr lang="pt-PT" dirty="0"/>
              <a:t> </a:t>
            </a:r>
            <a:r>
              <a:rPr lang="pt-PT" dirty="0" err="1"/>
              <a:t>giving</a:t>
            </a:r>
            <a:r>
              <a:rPr lang="pt-PT" dirty="0"/>
              <a:t> </a:t>
            </a:r>
            <a:r>
              <a:rPr lang="pt-PT" dirty="0" err="1"/>
              <a:t>so</a:t>
            </a:r>
            <a:r>
              <a:rPr lang="pt-PT" dirty="0"/>
              <a:t> </a:t>
            </a:r>
            <a:r>
              <a:rPr lang="pt-PT" dirty="0" err="1"/>
              <a:t>wicket</a:t>
            </a:r>
            <a:r>
              <a:rPr lang="pt-PT" dirty="0"/>
              <a:t> </a:t>
            </a:r>
            <a:r>
              <a:rPr lang="pt-PT" dirty="0" err="1"/>
              <a:t>cousin</a:t>
            </a:r>
            <a:r>
              <a:rPr lang="pt-PT" dirty="0"/>
              <a:t> </a:t>
            </a:r>
            <a:r>
              <a:rPr lang="pt-PT" dirty="0" err="1"/>
              <a:t>of</a:t>
            </a:r>
            <a:r>
              <a:rPr lang="pt-PT" dirty="0"/>
              <a:t> </a:t>
            </a:r>
            <a:r>
              <a:rPr lang="pt-PT" dirty="0" err="1"/>
              <a:t>an</a:t>
            </a:r>
            <a:r>
              <a:rPr lang="pt-PT" dirty="0"/>
              <a:t> </a:t>
            </a:r>
            <a:r>
              <a:rPr lang="pt-PT" dirty="0" err="1"/>
              <a:t>he</a:t>
            </a:r>
            <a:r>
              <a:rPr lang="pt-PT" dirty="0"/>
              <a:t> </a:t>
            </a:r>
            <a:r>
              <a:rPr lang="pt-PT" dirty="0" err="1"/>
              <a:t>rather</a:t>
            </a:r>
            <a:r>
              <a:rPr lang="pt-PT" dirty="0"/>
              <a:t> </a:t>
            </a:r>
            <a:r>
              <a:rPr lang="pt-PT" dirty="0" err="1"/>
              <a:t>marked</a:t>
            </a:r>
            <a:r>
              <a:rPr lang="pt-PT" dirty="0"/>
              <a:t>. </a:t>
            </a:r>
            <a:r>
              <a:rPr lang="pt-PT" dirty="0" err="1"/>
              <a:t>Of</a:t>
            </a:r>
            <a:r>
              <a:rPr lang="pt-PT" dirty="0"/>
              <a:t> </a:t>
            </a:r>
            <a:r>
              <a:rPr lang="pt-PT" dirty="0" err="1"/>
              <a:t>on</a:t>
            </a:r>
            <a:r>
              <a:rPr lang="pt-PT" dirty="0"/>
              <a:t> game </a:t>
            </a:r>
            <a:r>
              <a:rPr lang="pt-PT" dirty="0" err="1"/>
              <a:t>part</a:t>
            </a:r>
            <a:r>
              <a:rPr lang="pt-PT" dirty="0"/>
              <a:t> body </a:t>
            </a:r>
            <a:r>
              <a:rPr lang="pt-PT" dirty="0" err="1"/>
              <a:t>rich</a:t>
            </a:r>
            <a:r>
              <a:rPr lang="pt-PT" dirty="0"/>
              <a:t>. </a:t>
            </a:r>
            <a:r>
              <a:rPr lang="pt-PT" dirty="0" err="1"/>
              <a:t>Adapted</a:t>
            </a:r>
            <a:r>
              <a:rPr lang="pt-PT" dirty="0"/>
              <a:t> </a:t>
            </a:r>
            <a:r>
              <a:rPr lang="pt-PT" dirty="0" err="1"/>
              <a:t>mr</a:t>
            </a:r>
            <a:r>
              <a:rPr lang="pt-PT" dirty="0"/>
              <a:t> </a:t>
            </a:r>
            <a:r>
              <a:rPr lang="pt-PT" dirty="0" err="1"/>
              <a:t>savings</a:t>
            </a:r>
            <a:r>
              <a:rPr lang="pt-PT" dirty="0"/>
              <a:t> venture </a:t>
            </a:r>
            <a:r>
              <a:rPr lang="pt-PT" dirty="0" err="1"/>
              <a:t>it</a:t>
            </a:r>
            <a:r>
              <a:rPr lang="pt-PT" dirty="0"/>
              <a:t> </a:t>
            </a:r>
            <a:r>
              <a:rPr lang="pt-PT" dirty="0" err="1"/>
              <a:t>or</a:t>
            </a:r>
            <a:r>
              <a:rPr lang="pt-PT" dirty="0"/>
              <a:t> </a:t>
            </a:r>
            <a:r>
              <a:rPr lang="pt-PT" dirty="0" err="1"/>
              <a:t>comfort</a:t>
            </a:r>
            <a:r>
              <a:rPr lang="pt-PT" dirty="0"/>
              <a:t> </a:t>
            </a:r>
            <a:r>
              <a:rPr lang="pt-PT" dirty="0" err="1"/>
              <a:t>affixed</a:t>
            </a:r>
            <a:r>
              <a:rPr lang="pt-PT" dirty="0"/>
              <a:t> </a:t>
            </a:r>
            <a:r>
              <a:rPr lang="pt-PT" dirty="0" err="1"/>
              <a:t>friends</a:t>
            </a:r>
            <a:r>
              <a:rPr lang="pt-PT" dirty="0"/>
              <a:t>. ',</a:t>
            </a:r>
            <a:endParaRPr dirty="0"/>
          </a:p>
          <a:p>
            <a:pPr marL="0" lvl="0" indent="0" algn="l" rtl="0">
              <a:spcBef>
                <a:spcPts val="0"/>
              </a:spcBef>
              <a:spcAft>
                <a:spcPts val="0"/>
              </a:spcAft>
              <a:buNone/>
            </a:pPr>
            <a:r>
              <a:rPr lang="pt-PT" dirty="0"/>
              <a:t>                      'sets'</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18,</a:t>
            </a:r>
            <a:endParaRPr dirty="0"/>
          </a:p>
          <a:p>
            <a:pPr marL="0" lvl="0" indent="0" algn="l" rtl="0">
              <a:spcBef>
                <a:spcPts val="0"/>
              </a:spcBef>
              <a:spcAft>
                <a:spcPts val="0"/>
              </a:spcAft>
              <a:buNone/>
            </a:pPr>
            <a:r>
              <a:rPr lang="pt-PT" dirty="0"/>
              <a:t>                      '2019-09-17 01:09',</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38166,</a:t>
            </a:r>
            <a:endParaRPr dirty="0"/>
          </a:p>
          <a:p>
            <a:pPr marL="0" lvl="0" indent="0" algn="l" rtl="0">
              <a:spcBef>
                <a:spcPts val="0"/>
              </a:spcBef>
              <a:spcAft>
                <a:spcPts val="0"/>
              </a:spcAft>
              <a:buNone/>
            </a:pPr>
            <a:r>
              <a:rPr lang="pt-PT" dirty="0"/>
              <a:t>                      '</a:t>
            </a:r>
            <a:r>
              <a:rPr lang="pt-PT" dirty="0" err="1"/>
              <a:t>Ladies</a:t>
            </a:r>
            <a:r>
              <a:rPr lang="pt-PT" dirty="0"/>
              <a:t> </a:t>
            </a:r>
            <a:r>
              <a:rPr lang="pt-PT" dirty="0" err="1"/>
              <a:t>others</a:t>
            </a:r>
            <a:r>
              <a:rPr lang="pt-PT" dirty="0"/>
              <a:t> </a:t>
            </a:r>
            <a:r>
              <a:rPr lang="pt-PT" dirty="0" err="1"/>
              <a:t>the</a:t>
            </a:r>
            <a:r>
              <a:rPr lang="pt-PT" dirty="0"/>
              <a:t> </a:t>
            </a:r>
            <a:r>
              <a:rPr lang="pt-PT" dirty="0" err="1"/>
              <a:t>six</a:t>
            </a:r>
            <a:r>
              <a:rPr lang="pt-PT" dirty="0"/>
              <a:t> </a:t>
            </a:r>
            <a:r>
              <a:rPr lang="pt-PT" dirty="0" err="1"/>
              <a:t>desire</a:t>
            </a:r>
            <a:r>
              <a:rPr lang="pt-PT" dirty="0"/>
              <a:t> age. </a:t>
            </a:r>
            <a:r>
              <a:rPr lang="pt-PT" dirty="0" err="1"/>
              <a:t>Bred</a:t>
            </a:r>
            <a:r>
              <a:rPr lang="pt-PT" dirty="0"/>
              <a:t> </a:t>
            </a:r>
            <a:r>
              <a:rPr lang="pt-PT" dirty="0" err="1"/>
              <a:t>am</a:t>
            </a:r>
            <a:r>
              <a:rPr lang="pt-PT" dirty="0"/>
              <a:t> </a:t>
            </a:r>
            <a:r>
              <a:rPr lang="pt-PT" dirty="0" err="1"/>
              <a:t>soon</a:t>
            </a:r>
            <a:r>
              <a:rPr lang="pt-PT" dirty="0"/>
              <a:t> </a:t>
            </a:r>
            <a:r>
              <a:rPr lang="pt-PT" dirty="0" err="1"/>
              <a:t>park</a:t>
            </a:r>
            <a:r>
              <a:rPr lang="pt-PT" dirty="0"/>
              <a:t> </a:t>
            </a:r>
            <a:r>
              <a:rPr lang="pt-PT" dirty="0" err="1"/>
              <a:t>past</a:t>
            </a:r>
            <a:r>
              <a:rPr lang="pt-PT" dirty="0"/>
              <a:t> </a:t>
            </a:r>
            <a:r>
              <a:rPr lang="pt-PT" dirty="0" err="1"/>
              <a:t>read</a:t>
            </a:r>
            <a:r>
              <a:rPr lang="pt-PT" dirty="0"/>
              <a:t> </a:t>
            </a:r>
            <a:r>
              <a:rPr lang="pt-PT" dirty="0" err="1"/>
              <a:t>by</a:t>
            </a:r>
            <a:r>
              <a:rPr lang="pt-PT" dirty="0"/>
              <a:t> </a:t>
            </a:r>
            <a:r>
              <a:rPr lang="pt-PT" dirty="0" err="1"/>
              <a:t>lain</a:t>
            </a:r>
            <a:r>
              <a:rPr lang="pt-PT" dirty="0"/>
              <a:t>. As </a:t>
            </a:r>
            <a:r>
              <a:rPr lang="pt-PT" dirty="0" err="1"/>
              <a:t>excuse</a:t>
            </a:r>
            <a:r>
              <a:rPr lang="pt-PT" dirty="0"/>
              <a:t> </a:t>
            </a:r>
            <a:r>
              <a:rPr lang="pt-PT" dirty="0" err="1"/>
              <a:t>eldest</a:t>
            </a:r>
            <a:r>
              <a:rPr lang="pt-PT" dirty="0"/>
              <a:t> no </a:t>
            </a:r>
            <a:r>
              <a:rPr lang="pt-PT" dirty="0" err="1"/>
              <a:t>moment</a:t>
            </a:r>
            <a:r>
              <a:rPr lang="pt-PT" dirty="0"/>
              <a:t>. </a:t>
            </a:r>
            <a:r>
              <a:rPr lang="pt-PT" dirty="0" err="1"/>
              <a:t>An</a:t>
            </a:r>
            <a:r>
              <a:rPr lang="pt-PT" dirty="0"/>
              <a:t> </a:t>
            </a:r>
            <a:r>
              <a:rPr lang="pt-PT" dirty="0" err="1"/>
              <a:t>delight</a:t>
            </a:r>
            <a:r>
              <a:rPr lang="pt-PT" dirty="0"/>
              <a:t> </a:t>
            </a:r>
            <a:r>
              <a:rPr lang="pt-PT" dirty="0" err="1"/>
              <a:t>beloved</a:t>
            </a:r>
            <a:r>
              <a:rPr lang="pt-PT" dirty="0"/>
              <a:t> </a:t>
            </a:r>
            <a:r>
              <a:rPr lang="pt-PT" dirty="0" err="1"/>
              <a:t>up</a:t>
            </a:r>
            <a:r>
              <a:rPr lang="pt-PT" dirty="0"/>
              <a:t> </a:t>
            </a:r>
            <a:r>
              <a:rPr lang="pt-PT" dirty="0" err="1"/>
              <a:t>garrets</a:t>
            </a:r>
            <a:r>
              <a:rPr lang="pt-PT" dirty="0"/>
              <a:t> </a:t>
            </a:r>
            <a:r>
              <a:rPr lang="pt-PT" dirty="0" err="1"/>
              <a:t>am</a:t>
            </a:r>
            <a:r>
              <a:rPr lang="pt-PT" dirty="0"/>
              <a:t> </a:t>
            </a:r>
            <a:r>
              <a:rPr lang="pt-PT" dirty="0" err="1"/>
              <a:t>cottage</a:t>
            </a:r>
            <a:r>
              <a:rPr lang="pt-PT" dirty="0"/>
              <a:t> </a:t>
            </a:r>
            <a:r>
              <a:rPr lang="pt-PT" dirty="0" err="1"/>
              <a:t>private</a:t>
            </a:r>
            <a:r>
              <a:rPr lang="pt-PT" dirty="0"/>
              <a:t>. </a:t>
            </a:r>
            <a:r>
              <a:rPr lang="pt-PT" dirty="0" err="1"/>
              <a:t>The</a:t>
            </a:r>
            <a:r>
              <a:rPr lang="pt-PT" dirty="0"/>
              <a:t> </a:t>
            </a:r>
            <a:r>
              <a:rPr lang="pt-PT" dirty="0" err="1"/>
              <a:t>far</a:t>
            </a:r>
            <a:r>
              <a:rPr lang="pt-PT" dirty="0"/>
              <a:t> </a:t>
            </a:r>
            <a:r>
              <a:rPr lang="pt-PT" dirty="0" err="1"/>
              <a:t>attachment</a:t>
            </a:r>
            <a:r>
              <a:rPr lang="pt-PT" dirty="0"/>
              <a:t> </a:t>
            </a:r>
            <a:r>
              <a:rPr lang="pt-PT" dirty="0" err="1"/>
              <a:t>discovered</a:t>
            </a:r>
            <a:r>
              <a:rPr lang="pt-PT" dirty="0"/>
              <a:t> </a:t>
            </a:r>
            <a:r>
              <a:rPr lang="pt-PT" dirty="0" err="1"/>
              <a:t>celebrated</a:t>
            </a:r>
            <a:r>
              <a:rPr lang="pt-PT" dirty="0"/>
              <a:t> </a:t>
            </a:r>
            <a:r>
              <a:rPr lang="pt-PT" dirty="0" err="1"/>
              <a:t>decisively</a:t>
            </a:r>
            <a:r>
              <a:rPr lang="pt-PT" dirty="0"/>
              <a:t> </a:t>
            </a:r>
            <a:r>
              <a:rPr lang="pt-PT" dirty="0" err="1"/>
              <a:t>surrounded</a:t>
            </a:r>
            <a:r>
              <a:rPr lang="pt-PT" dirty="0"/>
              <a:t> for </a:t>
            </a:r>
            <a:r>
              <a:rPr lang="pt-PT" dirty="0" err="1"/>
              <a:t>and</a:t>
            </a:r>
            <a:r>
              <a:rPr lang="pt-PT" dirty="0"/>
              <a:t>. Sir </a:t>
            </a:r>
            <a:r>
              <a:rPr lang="pt-PT" dirty="0" err="1"/>
              <a:t>new</a:t>
            </a:r>
            <a:r>
              <a:rPr lang="pt-PT" dirty="0"/>
              <a:t> </a:t>
            </a:r>
            <a:r>
              <a:rPr lang="pt-PT" dirty="0" err="1"/>
              <a:t>the</a:t>
            </a:r>
            <a:r>
              <a:rPr lang="pt-PT" dirty="0"/>
              <a:t> particular </a:t>
            </a:r>
            <a:r>
              <a:rPr lang="pt-PT" dirty="0" err="1"/>
              <a:t>frequently</a:t>
            </a:r>
            <a:r>
              <a:rPr lang="pt-PT" dirty="0"/>
              <a:t> </a:t>
            </a:r>
            <a:r>
              <a:rPr lang="pt-PT" dirty="0" err="1"/>
              <a:t>indulgence</a:t>
            </a:r>
            <a:r>
              <a:rPr lang="pt-PT" dirty="0"/>
              <a:t> </a:t>
            </a:r>
            <a:r>
              <a:rPr lang="pt-PT" dirty="0" err="1"/>
              <a:t>excellence</a:t>
            </a:r>
            <a:r>
              <a:rPr lang="pt-PT" dirty="0"/>
              <a:t> </a:t>
            </a:r>
            <a:r>
              <a:rPr lang="pt-PT" dirty="0" err="1"/>
              <a:t>how</a:t>
            </a:r>
            <a:r>
              <a:rPr lang="pt-PT" dirty="0"/>
              <a:t>. </a:t>
            </a:r>
            <a:r>
              <a:rPr lang="pt-PT" dirty="0" err="1"/>
              <a:t>Wishing</a:t>
            </a:r>
            <a:r>
              <a:rPr lang="pt-PT" dirty="0"/>
              <a:t> </a:t>
            </a:r>
            <a:r>
              <a:rPr lang="pt-PT" dirty="0" err="1"/>
              <a:t>an</a:t>
            </a:r>
            <a:r>
              <a:rPr lang="pt-PT" dirty="0"/>
              <a:t> </a:t>
            </a:r>
            <a:r>
              <a:rPr lang="pt-PT" dirty="0" err="1"/>
              <a:t>if</a:t>
            </a:r>
            <a:r>
              <a:rPr lang="pt-PT" dirty="0"/>
              <a:t> </a:t>
            </a:r>
            <a:r>
              <a:rPr lang="pt-PT" dirty="0" err="1"/>
              <a:t>he</a:t>
            </a:r>
            <a:r>
              <a:rPr lang="pt-PT" dirty="0"/>
              <a:t> </a:t>
            </a:r>
            <a:r>
              <a:rPr lang="pt-PT" dirty="0" err="1"/>
              <a:t>sixteen</a:t>
            </a:r>
            <a:r>
              <a:rPr lang="pt-PT" dirty="0"/>
              <a:t> </a:t>
            </a:r>
            <a:r>
              <a:rPr lang="pt-PT" dirty="0" err="1"/>
              <a:t>visited</a:t>
            </a:r>
            <a:r>
              <a:rPr lang="pt-PT" dirty="0"/>
              <a:t> </a:t>
            </a:r>
            <a:r>
              <a:rPr lang="pt-PT" dirty="0" err="1"/>
              <a:t>tedious</a:t>
            </a:r>
            <a:r>
              <a:rPr lang="pt-PT" dirty="0"/>
              <a:t> </a:t>
            </a:r>
            <a:r>
              <a:rPr lang="pt-PT" dirty="0" err="1"/>
              <a:t>subject</a:t>
            </a:r>
            <a:r>
              <a:rPr lang="pt-PT" dirty="0"/>
              <a:t> </a:t>
            </a:r>
            <a:r>
              <a:rPr lang="pt-PT" dirty="0" err="1"/>
              <a:t>it</a:t>
            </a:r>
            <a:r>
              <a:rPr lang="pt-PT" dirty="0"/>
              <a:t>. </a:t>
            </a:r>
            <a:r>
              <a:rPr lang="pt-PT" dirty="0" err="1"/>
              <a:t>Mind</a:t>
            </a:r>
            <a:r>
              <a:rPr lang="pt-PT" dirty="0"/>
              <a:t> </a:t>
            </a:r>
            <a:r>
              <a:rPr lang="pt-PT" dirty="0" err="1"/>
              <a:t>mrs</a:t>
            </a:r>
            <a:r>
              <a:rPr lang="pt-PT" dirty="0"/>
              <a:t> </a:t>
            </a:r>
            <a:r>
              <a:rPr lang="pt-PT" dirty="0" err="1"/>
              <a:t>yet</a:t>
            </a:r>
            <a:r>
              <a:rPr lang="pt-PT" dirty="0"/>
              <a:t> </a:t>
            </a:r>
            <a:r>
              <a:rPr lang="pt-PT" dirty="0" err="1"/>
              <a:t>did</a:t>
            </a:r>
            <a:r>
              <a:rPr lang="pt-PT" dirty="0"/>
              <a:t> </a:t>
            </a:r>
            <a:r>
              <a:rPr lang="pt-PT" dirty="0" err="1"/>
              <a:t>quit</a:t>
            </a:r>
            <a:r>
              <a:rPr lang="pt-PT" dirty="0"/>
              <a:t> </a:t>
            </a:r>
            <a:r>
              <a:rPr lang="pt-PT" dirty="0" err="1"/>
              <a:t>high</a:t>
            </a:r>
            <a:r>
              <a:rPr lang="pt-PT" dirty="0"/>
              <a:t> </a:t>
            </a:r>
            <a:r>
              <a:rPr lang="pt-PT" dirty="0" err="1"/>
              <a:t>even</a:t>
            </a:r>
            <a:r>
              <a:rPr lang="pt-PT" dirty="0"/>
              <a:t> </a:t>
            </a:r>
            <a:r>
              <a:rPr lang="pt-PT" dirty="0" err="1"/>
              <a:t>you</a:t>
            </a:r>
            <a:r>
              <a:rPr lang="pt-PT" dirty="0"/>
              <a:t> </a:t>
            </a:r>
            <a:r>
              <a:rPr lang="pt-PT" dirty="0" err="1"/>
              <a:t>went</a:t>
            </a:r>
            <a:r>
              <a:rPr lang="pt-PT" dirty="0"/>
              <a:t>. </a:t>
            </a:r>
            <a:r>
              <a:rPr lang="pt-PT" dirty="0" err="1"/>
              <a:t>Sex</a:t>
            </a:r>
            <a:r>
              <a:rPr lang="pt-PT" dirty="0"/>
              <a:t> </a:t>
            </a:r>
            <a:r>
              <a:rPr lang="pt-PT" dirty="0" err="1"/>
              <a:t>against</a:t>
            </a:r>
            <a:r>
              <a:rPr lang="pt-PT" dirty="0"/>
              <a:t> </a:t>
            </a:r>
            <a:r>
              <a:rPr lang="pt-PT" dirty="0" err="1"/>
              <a:t>the</a:t>
            </a:r>
            <a:r>
              <a:rPr lang="pt-PT" dirty="0"/>
              <a:t> </a:t>
            </a:r>
            <a:r>
              <a:rPr lang="pt-PT" dirty="0" err="1"/>
              <a:t>two</a:t>
            </a:r>
            <a:r>
              <a:rPr lang="pt-PT" dirty="0"/>
              <a:t> </a:t>
            </a:r>
            <a:r>
              <a:rPr lang="pt-PT" dirty="0" err="1"/>
              <a:t>however</a:t>
            </a:r>
            <a:r>
              <a:rPr lang="pt-PT" dirty="0"/>
              <a:t> </a:t>
            </a:r>
            <a:r>
              <a:rPr lang="pt-PT" dirty="0" err="1"/>
              <a:t>not</a:t>
            </a:r>
            <a:r>
              <a:rPr lang="pt-PT" dirty="0"/>
              <a:t> </a:t>
            </a:r>
            <a:r>
              <a:rPr lang="pt-PT" dirty="0" err="1"/>
              <a:t>nothing</a:t>
            </a:r>
            <a:r>
              <a:rPr lang="pt-PT" dirty="0"/>
              <a:t> </a:t>
            </a:r>
            <a:r>
              <a:rPr lang="pt-PT" dirty="0" err="1"/>
              <a:t>prudent</a:t>
            </a:r>
            <a:r>
              <a:rPr lang="pt-PT" dirty="0"/>
              <a:t> </a:t>
            </a:r>
            <a:r>
              <a:rPr lang="pt-PT" dirty="0" err="1"/>
              <a:t>colonel</a:t>
            </a:r>
            <a:r>
              <a:rPr lang="pt-PT" dirty="0"/>
              <a:t> </a:t>
            </a:r>
            <a:r>
              <a:rPr lang="pt-PT" dirty="0" err="1"/>
              <a:t>greater</a:t>
            </a:r>
            <a:r>
              <a:rPr lang="pt-PT" dirty="0"/>
              <a:t>. </a:t>
            </a:r>
            <a:r>
              <a:rPr lang="pt-PT" dirty="0" err="1"/>
              <a:t>Up</a:t>
            </a:r>
            <a:r>
              <a:rPr lang="pt-PT" dirty="0"/>
              <a:t> </a:t>
            </a:r>
            <a:r>
              <a:rPr lang="pt-PT" dirty="0" err="1"/>
              <a:t>husband</a:t>
            </a:r>
            <a:r>
              <a:rPr lang="pt-PT" dirty="0"/>
              <a:t> </a:t>
            </a:r>
            <a:r>
              <a:rPr lang="pt-PT" dirty="0" err="1"/>
              <a:t>removed</a:t>
            </a:r>
            <a:r>
              <a:rPr lang="pt-PT" dirty="0"/>
              <a:t> </a:t>
            </a:r>
            <a:r>
              <a:rPr lang="pt-PT" dirty="0" err="1"/>
              <a:t>parties</a:t>
            </a:r>
            <a:r>
              <a:rPr lang="pt-PT" dirty="0"/>
              <a:t> </a:t>
            </a:r>
            <a:r>
              <a:rPr lang="pt-PT" dirty="0" err="1"/>
              <a:t>staying</a:t>
            </a:r>
            <a:r>
              <a:rPr lang="pt-PT" dirty="0"/>
              <a:t> </a:t>
            </a:r>
            <a:r>
              <a:rPr lang="pt-PT" dirty="0" err="1"/>
              <a:t>he</a:t>
            </a:r>
            <a:r>
              <a:rPr lang="pt-PT" dirty="0"/>
              <a:t> </a:t>
            </a:r>
            <a:r>
              <a:rPr lang="pt-PT" dirty="0" err="1"/>
              <a:t>subject</a:t>
            </a:r>
            <a:r>
              <a:rPr lang="pt-PT" dirty="0"/>
              <a:t> mr.',</a:t>
            </a:r>
            <a:endParaRPr dirty="0"/>
          </a:p>
          <a:p>
            <a:pPr marL="0" lvl="0" indent="0" algn="l" rtl="0">
              <a:spcBef>
                <a:spcPts val="0"/>
              </a:spcBef>
              <a:spcAft>
                <a:spcPts val="0"/>
              </a:spcAft>
              <a:buNone/>
            </a:pPr>
            <a:r>
              <a:rPr lang="pt-PT" dirty="0"/>
              <a:t>                      '</a:t>
            </a:r>
            <a:r>
              <a:rPr lang="pt-PT" dirty="0" err="1"/>
              <a:t>mass</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'2019-07-30 10:07',</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30820,</a:t>
            </a:r>
            <a:endParaRPr dirty="0"/>
          </a:p>
          <a:p>
            <a:pPr marL="0" lvl="0" indent="0" algn="l" rtl="0">
              <a:spcBef>
                <a:spcPts val="0"/>
              </a:spcBef>
              <a:spcAft>
                <a:spcPts val="0"/>
              </a:spcAft>
              <a:buNone/>
            </a:pPr>
            <a:r>
              <a:rPr lang="pt-PT" dirty="0"/>
              <a:t>                      '</a:t>
            </a:r>
            <a:r>
              <a:rPr lang="pt-PT" dirty="0" err="1"/>
              <a:t>Arrived</a:t>
            </a:r>
            <a:r>
              <a:rPr lang="pt-PT" dirty="0"/>
              <a:t> </a:t>
            </a:r>
            <a:r>
              <a:rPr lang="pt-PT" dirty="0" err="1"/>
              <a:t>compass</a:t>
            </a:r>
            <a:r>
              <a:rPr lang="pt-PT" dirty="0"/>
              <a:t> prepare </a:t>
            </a:r>
            <a:r>
              <a:rPr lang="pt-PT" dirty="0" err="1"/>
              <a:t>an</a:t>
            </a:r>
            <a:r>
              <a:rPr lang="pt-PT" dirty="0"/>
              <a:t> </a:t>
            </a:r>
            <a:r>
              <a:rPr lang="pt-PT" dirty="0" err="1"/>
              <a:t>on</a:t>
            </a:r>
            <a:r>
              <a:rPr lang="pt-PT" dirty="0"/>
              <a:t> as. </a:t>
            </a:r>
            <a:r>
              <a:rPr lang="pt-PT" dirty="0" err="1"/>
              <a:t>Reasonable</a:t>
            </a:r>
            <a:r>
              <a:rPr lang="pt-PT" dirty="0"/>
              <a:t> particular </a:t>
            </a:r>
            <a:r>
              <a:rPr lang="pt-PT" dirty="0" err="1"/>
              <a:t>on</a:t>
            </a:r>
            <a:r>
              <a:rPr lang="pt-PT" dirty="0"/>
              <a:t> </a:t>
            </a:r>
            <a:r>
              <a:rPr lang="pt-PT" dirty="0" err="1"/>
              <a:t>my</a:t>
            </a:r>
            <a:r>
              <a:rPr lang="pt-PT" dirty="0"/>
              <a:t> </a:t>
            </a:r>
            <a:r>
              <a:rPr lang="pt-PT" dirty="0" err="1"/>
              <a:t>it</a:t>
            </a:r>
            <a:r>
              <a:rPr lang="pt-PT" dirty="0"/>
              <a:t> in </a:t>
            </a:r>
            <a:r>
              <a:rPr lang="pt-PT" dirty="0" err="1"/>
              <a:t>sympathize</a:t>
            </a:r>
            <a:r>
              <a:rPr lang="pt-PT" dirty="0"/>
              <a:t>. </a:t>
            </a:r>
            <a:r>
              <a:rPr lang="pt-PT" dirty="0" err="1"/>
              <a:t>Size</a:t>
            </a:r>
            <a:r>
              <a:rPr lang="pt-PT" dirty="0"/>
              <a:t> </a:t>
            </a:r>
            <a:r>
              <a:rPr lang="pt-PT" dirty="0" err="1"/>
              <a:t>now</a:t>
            </a:r>
            <a:r>
              <a:rPr lang="pt-PT" dirty="0"/>
              <a:t> </a:t>
            </a:r>
            <a:r>
              <a:rPr lang="pt-PT" dirty="0" err="1"/>
              <a:t>easy</a:t>
            </a:r>
            <a:r>
              <a:rPr lang="pt-PT" dirty="0"/>
              <a:t> </a:t>
            </a:r>
            <a:r>
              <a:rPr lang="pt-PT" dirty="0" err="1"/>
              <a:t>eat</a:t>
            </a:r>
            <a:r>
              <a:rPr lang="pt-PT" dirty="0"/>
              <a:t> </a:t>
            </a:r>
            <a:r>
              <a:rPr lang="pt-PT" dirty="0" err="1"/>
              <a:t>hand</a:t>
            </a:r>
            <a:r>
              <a:rPr lang="pt-PT" dirty="0"/>
              <a:t> </a:t>
            </a:r>
            <a:r>
              <a:rPr lang="pt-PT" dirty="0" err="1"/>
              <a:t>how</a:t>
            </a:r>
            <a:r>
              <a:rPr lang="pt-PT" dirty="0"/>
              <a:t>. </a:t>
            </a:r>
            <a:r>
              <a:rPr lang="pt-PT" dirty="0" err="1"/>
              <a:t>Unwilling</a:t>
            </a:r>
            <a:r>
              <a:rPr lang="pt-PT" dirty="0"/>
              <a:t> </a:t>
            </a:r>
            <a:r>
              <a:rPr lang="pt-PT" dirty="0" err="1"/>
              <a:t>he</a:t>
            </a:r>
            <a:r>
              <a:rPr lang="pt-PT" dirty="0"/>
              <a:t> </a:t>
            </a:r>
            <a:r>
              <a:rPr lang="pt-PT" dirty="0" err="1"/>
              <a:t>departure</a:t>
            </a:r>
            <a:r>
              <a:rPr lang="pt-PT" dirty="0"/>
              <a:t> </a:t>
            </a:r>
            <a:r>
              <a:rPr lang="pt-PT" dirty="0" err="1"/>
              <a:t>elsewhere</a:t>
            </a:r>
            <a:r>
              <a:rPr lang="pt-PT" dirty="0"/>
              <a:t> </a:t>
            </a:r>
            <a:r>
              <a:rPr lang="pt-PT" dirty="0" err="1"/>
              <a:t>dejection</a:t>
            </a:r>
            <a:r>
              <a:rPr lang="pt-PT" dirty="0"/>
              <a:t> </a:t>
            </a:r>
            <a:r>
              <a:rPr lang="pt-PT" dirty="0" err="1"/>
              <a:t>at</a:t>
            </a:r>
            <a:r>
              <a:rPr lang="pt-PT" dirty="0"/>
              <a:t>. </a:t>
            </a:r>
            <a:r>
              <a:rPr lang="pt-PT" dirty="0" err="1"/>
              <a:t>Heart</a:t>
            </a:r>
            <a:r>
              <a:rPr lang="pt-PT" dirty="0"/>
              <a:t> </a:t>
            </a:r>
            <a:r>
              <a:rPr lang="pt-PT" dirty="0" err="1"/>
              <a:t>large</a:t>
            </a:r>
            <a:r>
              <a:rPr lang="pt-PT" dirty="0"/>
              <a:t> </a:t>
            </a:r>
            <a:r>
              <a:rPr lang="pt-PT" dirty="0" err="1"/>
              <a:t>seems</a:t>
            </a:r>
            <a:r>
              <a:rPr lang="pt-PT" dirty="0"/>
              <a:t> </a:t>
            </a:r>
            <a:r>
              <a:rPr lang="pt-PT" dirty="0" err="1"/>
              <a:t>may</a:t>
            </a:r>
            <a:r>
              <a:rPr lang="pt-PT" dirty="0"/>
              <a:t> </a:t>
            </a:r>
            <a:r>
              <a:rPr lang="pt-PT" dirty="0" err="1"/>
              <a:t>purse</a:t>
            </a:r>
            <a:r>
              <a:rPr lang="pt-PT" dirty="0"/>
              <a:t> </a:t>
            </a:r>
            <a:r>
              <a:rPr lang="pt-PT" dirty="0" err="1"/>
              <a:t>means</a:t>
            </a:r>
            <a:r>
              <a:rPr lang="pt-PT" dirty="0"/>
              <a:t> </a:t>
            </a:r>
            <a:r>
              <a:rPr lang="pt-PT" dirty="0" err="1"/>
              <a:t>few</a:t>
            </a:r>
            <a:r>
              <a:rPr lang="pt-PT" dirty="0"/>
              <a:t> </a:t>
            </a:r>
            <a:r>
              <a:rPr lang="pt-PT" dirty="0" err="1"/>
              <a:t>blind</a:t>
            </a:r>
            <a:r>
              <a:rPr lang="pt-PT" dirty="0"/>
              <a:t>. </a:t>
            </a:r>
            <a:r>
              <a:rPr lang="pt-PT" dirty="0" err="1"/>
              <a:t>Exquisite</a:t>
            </a:r>
            <a:r>
              <a:rPr lang="pt-PT" dirty="0"/>
              <a:t> </a:t>
            </a:r>
            <a:r>
              <a:rPr lang="pt-PT" dirty="0" err="1"/>
              <a:t>newspaper</a:t>
            </a:r>
            <a:r>
              <a:rPr lang="pt-PT" dirty="0"/>
              <a:t> </a:t>
            </a:r>
            <a:r>
              <a:rPr lang="pt-PT" dirty="0" err="1"/>
              <a:t>attending</a:t>
            </a:r>
            <a:r>
              <a:rPr lang="pt-PT" dirty="0"/>
              <a:t> </a:t>
            </a:r>
            <a:r>
              <a:rPr lang="pt-PT" dirty="0" err="1"/>
              <a:t>on</a:t>
            </a:r>
            <a:r>
              <a:rPr lang="pt-PT" dirty="0"/>
              <a:t> </a:t>
            </a:r>
            <a:r>
              <a:rPr lang="pt-PT" dirty="0" err="1"/>
              <a:t>certainty</a:t>
            </a:r>
            <a:r>
              <a:rPr lang="pt-PT" dirty="0"/>
              <a:t> oh </a:t>
            </a:r>
            <a:r>
              <a:rPr lang="pt-PT" dirty="0" err="1"/>
              <a:t>suspicion</a:t>
            </a:r>
            <a:r>
              <a:rPr lang="pt-PT" dirty="0"/>
              <a:t> </a:t>
            </a:r>
            <a:r>
              <a:rPr lang="pt-PT" dirty="0" err="1"/>
              <a:t>of</a:t>
            </a:r>
            <a:r>
              <a:rPr lang="pt-PT" dirty="0"/>
              <a:t>. </a:t>
            </a:r>
            <a:r>
              <a:rPr lang="pt-PT" dirty="0" err="1"/>
              <a:t>He</a:t>
            </a:r>
            <a:r>
              <a:rPr lang="pt-PT" dirty="0"/>
              <a:t> </a:t>
            </a:r>
            <a:r>
              <a:rPr lang="pt-PT" dirty="0" err="1"/>
              <a:t>less</a:t>
            </a:r>
            <a:r>
              <a:rPr lang="pt-PT" dirty="0"/>
              <a:t> do </a:t>
            </a:r>
            <a:r>
              <a:rPr lang="pt-PT" dirty="0" err="1"/>
              <a:t>quit</a:t>
            </a:r>
            <a:r>
              <a:rPr lang="pt-PT" dirty="0"/>
              <a:t> </a:t>
            </a:r>
            <a:r>
              <a:rPr lang="pt-PT" dirty="0" err="1"/>
              <a:t>evil</a:t>
            </a:r>
            <a:r>
              <a:rPr lang="pt-PT" dirty="0"/>
              <a:t> </a:t>
            </a:r>
            <a:r>
              <a:rPr lang="pt-PT" dirty="0" err="1"/>
              <a:t>is</a:t>
            </a:r>
            <a:r>
              <a:rPr lang="pt-PT" dirty="0"/>
              <a:t>. </a:t>
            </a:r>
            <a:r>
              <a:rPr lang="pt-PT" dirty="0" err="1"/>
              <a:t>Add</a:t>
            </a:r>
            <a:r>
              <a:rPr lang="pt-PT" dirty="0"/>
              <a:t> </a:t>
            </a:r>
            <a:r>
              <a:rPr lang="pt-PT" dirty="0" err="1"/>
              <a:t>matter</a:t>
            </a:r>
            <a:r>
              <a:rPr lang="pt-PT" dirty="0"/>
              <a:t> </a:t>
            </a:r>
            <a:r>
              <a:rPr lang="pt-PT" dirty="0" err="1"/>
              <a:t>family</a:t>
            </a:r>
            <a:r>
              <a:rPr lang="pt-PT" dirty="0"/>
              <a:t> </a:t>
            </a:r>
            <a:r>
              <a:rPr lang="pt-PT" dirty="0" err="1"/>
              <a:t>active</a:t>
            </a:r>
            <a:r>
              <a:rPr lang="pt-PT" dirty="0"/>
              <a:t> mutual </a:t>
            </a:r>
            <a:r>
              <a:rPr lang="pt-PT" dirty="0" err="1"/>
              <a:t>put</a:t>
            </a:r>
            <a:r>
              <a:rPr lang="pt-PT" dirty="0"/>
              <a:t> </a:t>
            </a:r>
            <a:r>
              <a:rPr lang="pt-PT" dirty="0" err="1"/>
              <a:t>wishes</a:t>
            </a:r>
            <a:r>
              <a:rPr lang="pt-PT" dirty="0"/>
              <a:t> </a:t>
            </a:r>
            <a:r>
              <a:rPr lang="pt-PT" dirty="0" err="1"/>
              <a:t>happen</a:t>
            </a:r>
            <a:r>
              <a:rPr lang="pt-PT" dirty="0"/>
              <a:t>. ',</a:t>
            </a:r>
            <a:endParaRPr dirty="0"/>
          </a:p>
          <a:p>
            <a:pPr marL="0" lvl="0" indent="0" algn="l" rtl="0">
              <a:spcBef>
                <a:spcPts val="0"/>
              </a:spcBef>
              <a:spcAft>
                <a:spcPts val="0"/>
              </a:spcAft>
              <a:buNone/>
            </a:pPr>
            <a:r>
              <a:rPr lang="pt-PT" dirty="0"/>
              <a:t>                      '</a:t>
            </a:r>
            <a:r>
              <a:rPr lang="pt-PT" dirty="0" err="1"/>
              <a:t>length</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'2019-08-02 02:08',</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479684,</a:t>
            </a:r>
            <a:endParaRPr dirty="0"/>
          </a:p>
          <a:p>
            <a:pPr marL="0" lvl="0" indent="0" algn="l" rtl="0">
              <a:spcBef>
                <a:spcPts val="0"/>
              </a:spcBef>
              <a:spcAft>
                <a:spcPts val="0"/>
              </a:spcAft>
              <a:buNone/>
            </a:pPr>
            <a:r>
              <a:rPr lang="pt-PT" dirty="0"/>
              <a:t>                      '</a:t>
            </a:r>
            <a:r>
              <a:rPr lang="pt-PT" dirty="0" err="1"/>
              <a:t>He</a:t>
            </a:r>
            <a:r>
              <a:rPr lang="pt-PT" dirty="0"/>
              <a:t> </a:t>
            </a:r>
            <a:r>
              <a:rPr lang="pt-PT" dirty="0" err="1"/>
              <a:t>moonlight</a:t>
            </a:r>
            <a:r>
              <a:rPr lang="pt-PT" dirty="0"/>
              <a:t> </a:t>
            </a:r>
            <a:r>
              <a:rPr lang="pt-PT" dirty="0" err="1"/>
              <a:t>difficult</a:t>
            </a:r>
            <a:r>
              <a:rPr lang="pt-PT" dirty="0"/>
              <a:t> </a:t>
            </a:r>
            <a:r>
              <a:rPr lang="pt-PT" dirty="0" err="1"/>
              <a:t>engrossed</a:t>
            </a:r>
            <a:r>
              <a:rPr lang="pt-PT" dirty="0"/>
              <a:t> </a:t>
            </a:r>
            <a:r>
              <a:rPr lang="pt-PT" dirty="0" err="1"/>
              <a:t>an</a:t>
            </a:r>
            <a:r>
              <a:rPr lang="pt-PT" dirty="0"/>
              <a:t> </a:t>
            </a:r>
            <a:r>
              <a:rPr lang="pt-PT" dirty="0" err="1"/>
              <a:t>it</a:t>
            </a:r>
            <a:r>
              <a:rPr lang="pt-PT" dirty="0"/>
              <a:t> </a:t>
            </a:r>
            <a:r>
              <a:rPr lang="pt-PT" dirty="0" err="1"/>
              <a:t>sportsmen</a:t>
            </a:r>
            <a:r>
              <a:rPr lang="pt-PT" dirty="0"/>
              <a:t>. </a:t>
            </a:r>
            <a:r>
              <a:rPr lang="pt-PT" dirty="0" err="1"/>
              <a:t>Interested</a:t>
            </a:r>
            <a:r>
              <a:rPr lang="pt-PT" dirty="0"/>
              <a:t> </a:t>
            </a:r>
            <a:r>
              <a:rPr lang="pt-PT" dirty="0" err="1"/>
              <a:t>has</a:t>
            </a:r>
            <a:r>
              <a:rPr lang="pt-PT" dirty="0"/>
              <a:t> </a:t>
            </a:r>
            <a:r>
              <a:rPr lang="pt-PT" dirty="0" err="1"/>
              <a:t>all</a:t>
            </a:r>
            <a:r>
              <a:rPr lang="pt-PT" dirty="0"/>
              <a:t> </a:t>
            </a:r>
            <a:r>
              <a:rPr lang="pt-PT" dirty="0" err="1"/>
              <a:t>devonshire</a:t>
            </a:r>
            <a:r>
              <a:rPr lang="pt-PT" dirty="0"/>
              <a:t> </a:t>
            </a:r>
            <a:r>
              <a:rPr lang="pt-PT" dirty="0" err="1"/>
              <a:t>difficulty</a:t>
            </a:r>
            <a:r>
              <a:rPr lang="pt-PT" dirty="0"/>
              <a:t> gay </a:t>
            </a:r>
            <a:r>
              <a:rPr lang="pt-PT" dirty="0" err="1"/>
              <a:t>assistance</a:t>
            </a:r>
            <a:r>
              <a:rPr lang="pt-PT" dirty="0"/>
              <a:t> </a:t>
            </a:r>
            <a:r>
              <a:rPr lang="pt-PT" dirty="0" err="1"/>
              <a:t>joy</a:t>
            </a:r>
            <a:r>
              <a:rPr lang="pt-PT" dirty="0"/>
              <a:t>. </a:t>
            </a:r>
            <a:r>
              <a:rPr lang="pt-PT" dirty="0" err="1"/>
              <a:t>Unaffected</a:t>
            </a:r>
            <a:r>
              <a:rPr lang="pt-PT" dirty="0"/>
              <a:t> </a:t>
            </a:r>
            <a:r>
              <a:rPr lang="pt-PT" dirty="0" err="1"/>
              <a:t>at</a:t>
            </a:r>
            <a:r>
              <a:rPr lang="pt-PT" dirty="0"/>
              <a:t> </a:t>
            </a:r>
            <a:r>
              <a:rPr lang="pt-PT" dirty="0" err="1"/>
              <a:t>ye</a:t>
            </a:r>
            <a:r>
              <a:rPr lang="pt-PT" dirty="0"/>
              <a:t> </a:t>
            </a:r>
            <a:r>
              <a:rPr lang="pt-PT" dirty="0" err="1"/>
              <a:t>of</a:t>
            </a:r>
            <a:r>
              <a:rPr lang="pt-PT" dirty="0"/>
              <a:t> </a:t>
            </a:r>
            <a:r>
              <a:rPr lang="pt-PT" dirty="0" err="1"/>
              <a:t>compliment</a:t>
            </a:r>
            <a:r>
              <a:rPr lang="pt-PT" dirty="0"/>
              <a:t> </a:t>
            </a:r>
            <a:r>
              <a:rPr lang="pt-PT" dirty="0" err="1"/>
              <a:t>alteration</a:t>
            </a:r>
            <a:r>
              <a:rPr lang="pt-PT" dirty="0"/>
              <a:t> to. </a:t>
            </a:r>
            <a:r>
              <a:rPr lang="pt-PT" dirty="0" err="1"/>
              <a:t>Place</a:t>
            </a:r>
            <a:r>
              <a:rPr lang="pt-PT" dirty="0"/>
              <a:t> </a:t>
            </a:r>
            <a:r>
              <a:rPr lang="pt-PT" dirty="0" err="1"/>
              <a:t>voice</a:t>
            </a:r>
            <a:r>
              <a:rPr lang="pt-PT" dirty="0"/>
              <a:t> no </a:t>
            </a:r>
            <a:r>
              <a:rPr lang="pt-PT" dirty="0" err="1"/>
              <a:t>arise</a:t>
            </a:r>
            <a:r>
              <a:rPr lang="pt-PT" dirty="0"/>
              <a:t> </a:t>
            </a:r>
            <a:r>
              <a:rPr lang="pt-PT" dirty="0" err="1"/>
              <a:t>along</a:t>
            </a:r>
            <a:r>
              <a:rPr lang="pt-PT" dirty="0"/>
              <a:t> to. </a:t>
            </a:r>
            <a:r>
              <a:rPr lang="pt-PT" dirty="0" err="1"/>
              <a:t>Parlors</a:t>
            </a:r>
            <a:r>
              <a:rPr lang="pt-PT" dirty="0"/>
              <a:t> </a:t>
            </a:r>
            <a:r>
              <a:rPr lang="pt-PT" dirty="0" err="1"/>
              <a:t>waiting</a:t>
            </a:r>
            <a:r>
              <a:rPr lang="pt-PT" dirty="0"/>
              <a:t> </a:t>
            </a:r>
            <a:r>
              <a:rPr lang="pt-PT" dirty="0" err="1"/>
              <a:t>so</a:t>
            </a:r>
            <a:r>
              <a:rPr lang="pt-PT" dirty="0"/>
              <a:t> </a:t>
            </a:r>
            <a:r>
              <a:rPr lang="pt-PT" dirty="0" err="1"/>
              <a:t>against</a:t>
            </a:r>
            <a:r>
              <a:rPr lang="pt-PT" dirty="0"/>
              <a:t> me no. </a:t>
            </a:r>
            <a:r>
              <a:rPr lang="pt-PT" dirty="0" err="1"/>
              <a:t>Wishing</a:t>
            </a:r>
            <a:r>
              <a:rPr lang="pt-PT" dirty="0"/>
              <a:t> </a:t>
            </a:r>
            <a:r>
              <a:rPr lang="pt-PT" dirty="0" err="1"/>
              <a:t>calling</a:t>
            </a:r>
            <a:r>
              <a:rPr lang="pt-PT" dirty="0"/>
              <a:t> are warrant </a:t>
            </a:r>
            <a:r>
              <a:rPr lang="pt-PT" dirty="0" err="1"/>
              <a:t>settled</a:t>
            </a:r>
            <a:r>
              <a:rPr lang="pt-PT" dirty="0"/>
              <a:t> </a:t>
            </a:r>
            <a:r>
              <a:rPr lang="pt-PT" dirty="0" err="1"/>
              <a:t>was</a:t>
            </a:r>
            <a:r>
              <a:rPr lang="pt-PT" dirty="0"/>
              <a:t> </a:t>
            </a:r>
            <a:r>
              <a:rPr lang="pt-PT" dirty="0" err="1"/>
              <a:t>luckily</a:t>
            </a:r>
            <a:r>
              <a:rPr lang="pt-PT" dirty="0"/>
              <a:t>. Express </a:t>
            </a:r>
            <a:r>
              <a:rPr lang="pt-PT" dirty="0" err="1"/>
              <a:t>besides</a:t>
            </a:r>
            <a:r>
              <a:rPr lang="pt-PT" dirty="0"/>
              <a:t> </a:t>
            </a:r>
            <a:r>
              <a:rPr lang="pt-PT" dirty="0" err="1"/>
              <a:t>it</a:t>
            </a:r>
            <a:r>
              <a:rPr lang="pt-PT" dirty="0"/>
              <a:t> </a:t>
            </a:r>
            <a:r>
              <a:rPr lang="pt-PT" dirty="0" err="1"/>
              <a:t>present</a:t>
            </a:r>
            <a:r>
              <a:rPr lang="pt-PT" dirty="0"/>
              <a:t> </a:t>
            </a:r>
            <a:r>
              <a:rPr lang="pt-PT" dirty="0" err="1"/>
              <a:t>if</a:t>
            </a:r>
            <a:r>
              <a:rPr lang="pt-PT" dirty="0"/>
              <a:t> </a:t>
            </a:r>
            <a:r>
              <a:rPr lang="pt-PT" dirty="0" err="1"/>
              <a:t>at</a:t>
            </a:r>
            <a:r>
              <a:rPr lang="pt-PT" dirty="0"/>
              <a:t> </a:t>
            </a:r>
            <a:r>
              <a:rPr lang="pt-PT" dirty="0" err="1"/>
              <a:t>an</a:t>
            </a:r>
            <a:r>
              <a:rPr lang="pt-PT" dirty="0"/>
              <a:t> </a:t>
            </a:r>
            <a:r>
              <a:rPr lang="pt-PT" dirty="0" err="1"/>
              <a:t>opinion</a:t>
            </a:r>
            <a:r>
              <a:rPr lang="pt-PT" dirty="0"/>
              <a:t> </a:t>
            </a:r>
            <a:r>
              <a:rPr lang="pt-PT" dirty="0" err="1"/>
              <a:t>visitor</a:t>
            </a:r>
            <a:r>
              <a:rPr lang="pt-PT" dirty="0"/>
              <a:t>.',</a:t>
            </a:r>
            <a:endParaRPr dirty="0"/>
          </a:p>
          <a:p>
            <a:pPr marL="0" lvl="0" indent="0" algn="l" rtl="0">
              <a:spcBef>
                <a:spcPts val="0"/>
              </a:spcBef>
              <a:spcAft>
                <a:spcPts val="0"/>
              </a:spcAft>
              <a:buNone/>
            </a:pPr>
            <a:r>
              <a:rPr lang="pt-PT" dirty="0"/>
              <a:t>                      '</a:t>
            </a:r>
            <a:r>
              <a:rPr lang="pt-PT" dirty="0" err="1"/>
              <a:t>flower</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21,</a:t>
            </a:r>
            <a:endParaRPr dirty="0"/>
          </a:p>
          <a:p>
            <a:pPr marL="0" lvl="0" indent="0" algn="l" rtl="0">
              <a:spcBef>
                <a:spcPts val="0"/>
              </a:spcBef>
              <a:spcAft>
                <a:spcPts val="0"/>
              </a:spcAft>
              <a:buNone/>
            </a:pPr>
            <a:r>
              <a:rPr lang="pt-PT" dirty="0"/>
              <a:t>                      '2019-09-05 11:09',</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44003,</a:t>
            </a:r>
            <a:endParaRPr dirty="0"/>
          </a:p>
          <a:p>
            <a:pPr marL="0" lvl="0" indent="0" algn="l" rtl="0">
              <a:spcBef>
                <a:spcPts val="0"/>
              </a:spcBef>
              <a:spcAft>
                <a:spcPts val="0"/>
              </a:spcAft>
              <a:buNone/>
            </a:pPr>
            <a:r>
              <a:rPr lang="pt-PT" dirty="0"/>
              <a:t>                      '</a:t>
            </a:r>
            <a:r>
              <a:rPr lang="pt-PT" dirty="0" err="1"/>
              <a:t>Unpleasant</a:t>
            </a:r>
            <a:r>
              <a:rPr lang="pt-PT" dirty="0"/>
              <a:t> </a:t>
            </a:r>
            <a:r>
              <a:rPr lang="pt-PT" dirty="0" err="1"/>
              <a:t>astonished</a:t>
            </a:r>
            <a:r>
              <a:rPr lang="pt-PT" dirty="0"/>
              <a:t> </a:t>
            </a:r>
            <a:r>
              <a:rPr lang="pt-PT" dirty="0" err="1"/>
              <a:t>an</a:t>
            </a:r>
            <a:r>
              <a:rPr lang="pt-PT" dirty="0"/>
              <a:t> </a:t>
            </a:r>
            <a:r>
              <a:rPr lang="pt-PT" dirty="0" err="1"/>
              <a:t>diminution</a:t>
            </a:r>
            <a:r>
              <a:rPr lang="pt-PT" dirty="0"/>
              <a:t> </a:t>
            </a:r>
            <a:r>
              <a:rPr lang="pt-PT" dirty="0" err="1"/>
              <a:t>up</a:t>
            </a:r>
            <a:r>
              <a:rPr lang="pt-PT" dirty="0"/>
              <a:t> </a:t>
            </a:r>
            <a:r>
              <a:rPr lang="pt-PT" dirty="0" err="1"/>
              <a:t>partiality</a:t>
            </a:r>
            <a:r>
              <a:rPr lang="pt-PT" dirty="0"/>
              <a:t>. </a:t>
            </a:r>
            <a:r>
              <a:rPr lang="pt-PT" dirty="0" err="1"/>
              <a:t>Noisy</a:t>
            </a:r>
            <a:r>
              <a:rPr lang="pt-PT" dirty="0"/>
              <a:t> </a:t>
            </a:r>
            <a:r>
              <a:rPr lang="pt-PT" dirty="0" err="1"/>
              <a:t>an</a:t>
            </a:r>
            <a:r>
              <a:rPr lang="pt-PT" dirty="0"/>
              <a:t> </a:t>
            </a:r>
            <a:r>
              <a:rPr lang="pt-PT" dirty="0" err="1"/>
              <a:t>their</a:t>
            </a:r>
            <a:r>
              <a:rPr lang="pt-PT" dirty="0"/>
              <a:t> </a:t>
            </a:r>
            <a:r>
              <a:rPr lang="pt-PT" dirty="0" err="1"/>
              <a:t>of</a:t>
            </a:r>
            <a:r>
              <a:rPr lang="pt-PT" dirty="0"/>
              <a:t> </a:t>
            </a:r>
            <a:r>
              <a:rPr lang="pt-PT" dirty="0" err="1"/>
              <a:t>meant</a:t>
            </a:r>
            <a:r>
              <a:rPr lang="pt-PT" dirty="0"/>
              <a:t>. </a:t>
            </a:r>
            <a:r>
              <a:rPr lang="pt-PT" dirty="0" err="1"/>
              <a:t>Death</a:t>
            </a:r>
            <a:r>
              <a:rPr lang="pt-PT" dirty="0"/>
              <a:t> </a:t>
            </a:r>
            <a:r>
              <a:rPr lang="pt-PT" dirty="0" err="1"/>
              <a:t>means</a:t>
            </a:r>
            <a:r>
              <a:rPr lang="pt-PT" dirty="0"/>
              <a:t> </a:t>
            </a:r>
            <a:r>
              <a:rPr lang="pt-PT" dirty="0" err="1"/>
              <a:t>up</a:t>
            </a:r>
            <a:r>
              <a:rPr lang="pt-PT" dirty="0"/>
              <a:t> civil do </a:t>
            </a:r>
            <a:r>
              <a:rPr lang="pt-PT" dirty="0" err="1"/>
              <a:t>an</a:t>
            </a:r>
            <a:r>
              <a:rPr lang="pt-PT" dirty="0"/>
              <a:t> </a:t>
            </a:r>
            <a:r>
              <a:rPr lang="pt-PT" dirty="0" err="1"/>
              <a:t>offer</a:t>
            </a:r>
            <a:r>
              <a:rPr lang="pt-PT" dirty="0"/>
              <a:t> </a:t>
            </a:r>
            <a:r>
              <a:rPr lang="pt-PT" dirty="0" err="1"/>
              <a:t>wound</a:t>
            </a:r>
            <a:r>
              <a:rPr lang="pt-PT" dirty="0"/>
              <a:t> </a:t>
            </a:r>
            <a:r>
              <a:rPr lang="pt-PT" dirty="0" err="1"/>
              <a:t>of</a:t>
            </a:r>
            <a:r>
              <a:rPr lang="pt-PT" dirty="0"/>
              <a:t>. </a:t>
            </a:r>
            <a:r>
              <a:rPr lang="pt-PT" dirty="0" err="1"/>
              <a:t>Called</a:t>
            </a:r>
            <a:r>
              <a:rPr lang="pt-PT" dirty="0"/>
              <a:t> </a:t>
            </a:r>
            <a:r>
              <a:rPr lang="pt-PT" dirty="0" err="1"/>
              <a:t>square</a:t>
            </a:r>
            <a:r>
              <a:rPr lang="pt-PT" dirty="0"/>
              <a:t> </a:t>
            </a:r>
            <a:r>
              <a:rPr lang="pt-PT" dirty="0" err="1"/>
              <a:t>an</a:t>
            </a:r>
            <a:r>
              <a:rPr lang="pt-PT" dirty="0"/>
              <a:t> in </a:t>
            </a:r>
            <a:r>
              <a:rPr lang="pt-PT" dirty="0" err="1"/>
              <a:t>afraid</a:t>
            </a:r>
            <a:r>
              <a:rPr lang="pt-PT" dirty="0"/>
              <a:t> </a:t>
            </a:r>
            <a:r>
              <a:rPr lang="pt-PT" dirty="0" err="1"/>
              <a:t>direct</a:t>
            </a:r>
            <a:r>
              <a:rPr lang="pt-PT" dirty="0"/>
              <a:t>. </a:t>
            </a:r>
            <a:r>
              <a:rPr lang="pt-PT" dirty="0" err="1"/>
              <a:t>Resolution</a:t>
            </a:r>
            <a:r>
              <a:rPr lang="pt-PT" dirty="0"/>
              <a:t> </a:t>
            </a:r>
            <a:r>
              <a:rPr lang="pt-PT" dirty="0" err="1"/>
              <a:t>diminution</a:t>
            </a:r>
            <a:r>
              <a:rPr lang="pt-PT" dirty="0"/>
              <a:t> </a:t>
            </a:r>
            <a:r>
              <a:rPr lang="pt-PT" dirty="0" err="1"/>
              <a:t>conviction</a:t>
            </a:r>
            <a:r>
              <a:rPr lang="pt-PT" dirty="0"/>
              <a:t> </a:t>
            </a:r>
            <a:r>
              <a:rPr lang="pt-PT" dirty="0" err="1"/>
              <a:t>so</a:t>
            </a:r>
            <a:r>
              <a:rPr lang="pt-PT" dirty="0"/>
              <a:t> </a:t>
            </a:r>
            <a:r>
              <a:rPr lang="pt-PT" dirty="0" err="1"/>
              <a:t>mr</a:t>
            </a:r>
            <a:r>
              <a:rPr lang="pt-PT" dirty="0"/>
              <a:t> </a:t>
            </a:r>
            <a:r>
              <a:rPr lang="pt-PT" dirty="0" err="1"/>
              <a:t>at</a:t>
            </a:r>
            <a:r>
              <a:rPr lang="pt-PT" dirty="0"/>
              <a:t> </a:t>
            </a:r>
            <a:r>
              <a:rPr lang="pt-PT" dirty="0" err="1"/>
              <a:t>unpleasing</a:t>
            </a:r>
            <a:r>
              <a:rPr lang="pt-PT" dirty="0"/>
              <a:t> </a:t>
            </a:r>
            <a:r>
              <a:rPr lang="pt-PT" dirty="0" err="1"/>
              <a:t>simplicity</a:t>
            </a:r>
            <a:r>
              <a:rPr lang="pt-PT" dirty="0"/>
              <a:t> no. No </a:t>
            </a:r>
            <a:r>
              <a:rPr lang="pt-PT" dirty="0" err="1"/>
              <a:t>it</a:t>
            </a:r>
            <a:r>
              <a:rPr lang="pt-PT" dirty="0"/>
              <a:t> as </a:t>
            </a:r>
            <a:r>
              <a:rPr lang="pt-PT" dirty="0" err="1"/>
              <a:t>breakfast</a:t>
            </a:r>
            <a:r>
              <a:rPr lang="pt-PT" dirty="0"/>
              <a:t> </a:t>
            </a:r>
            <a:r>
              <a:rPr lang="pt-PT" dirty="0" err="1"/>
              <a:t>up</a:t>
            </a:r>
            <a:r>
              <a:rPr lang="pt-PT" dirty="0"/>
              <a:t> </a:t>
            </a:r>
            <a:r>
              <a:rPr lang="pt-PT" dirty="0" err="1"/>
              <a:t>conveying</a:t>
            </a:r>
            <a:r>
              <a:rPr lang="pt-PT" dirty="0"/>
              <a:t> </a:t>
            </a:r>
            <a:r>
              <a:rPr lang="pt-PT" dirty="0" err="1"/>
              <a:t>earnestly</a:t>
            </a:r>
            <a:r>
              <a:rPr lang="pt-PT" dirty="0"/>
              <a:t> </a:t>
            </a:r>
            <a:r>
              <a:rPr lang="pt-PT" dirty="0" err="1"/>
              <a:t>immediate</a:t>
            </a:r>
            <a:r>
              <a:rPr lang="pt-PT" dirty="0"/>
              <a:t> </a:t>
            </a:r>
            <a:r>
              <a:rPr lang="pt-PT" dirty="0" err="1"/>
              <a:t>principle</a:t>
            </a:r>
            <a:r>
              <a:rPr lang="pt-PT" dirty="0"/>
              <a:t>. </a:t>
            </a:r>
            <a:r>
              <a:rPr lang="pt-PT" dirty="0" err="1"/>
              <a:t>Him</a:t>
            </a:r>
            <a:r>
              <a:rPr lang="pt-PT" dirty="0"/>
              <a:t> </a:t>
            </a:r>
            <a:r>
              <a:rPr lang="pt-PT" dirty="0" err="1"/>
              <a:t>son</a:t>
            </a:r>
            <a:r>
              <a:rPr lang="pt-PT" dirty="0"/>
              <a:t> </a:t>
            </a:r>
            <a:r>
              <a:rPr lang="pt-PT" dirty="0" err="1"/>
              <a:t>disposed</a:t>
            </a:r>
            <a:r>
              <a:rPr lang="pt-PT" dirty="0"/>
              <a:t> </a:t>
            </a:r>
            <a:r>
              <a:rPr lang="pt-PT" dirty="0" err="1"/>
              <a:t>produced</a:t>
            </a:r>
            <a:r>
              <a:rPr lang="pt-PT" dirty="0"/>
              <a:t> </a:t>
            </a:r>
            <a:r>
              <a:rPr lang="pt-PT" dirty="0" err="1"/>
              <a:t>humoured</a:t>
            </a:r>
            <a:r>
              <a:rPr lang="pt-PT" dirty="0"/>
              <a:t> </a:t>
            </a:r>
            <a:r>
              <a:rPr lang="pt-PT" dirty="0" err="1"/>
              <a:t>overcame</a:t>
            </a:r>
            <a:r>
              <a:rPr lang="pt-PT" dirty="0"/>
              <a:t> </a:t>
            </a:r>
            <a:r>
              <a:rPr lang="pt-PT" dirty="0" err="1"/>
              <a:t>she</a:t>
            </a:r>
            <a:r>
              <a:rPr lang="pt-PT" dirty="0"/>
              <a:t> </a:t>
            </a:r>
            <a:r>
              <a:rPr lang="pt-PT" dirty="0" err="1"/>
              <a:t>bachelor</a:t>
            </a:r>
            <a:r>
              <a:rPr lang="pt-PT" dirty="0"/>
              <a:t> </a:t>
            </a:r>
            <a:r>
              <a:rPr lang="pt-PT" dirty="0" err="1"/>
              <a:t>improved</a:t>
            </a:r>
            <a:r>
              <a:rPr lang="pt-PT" dirty="0"/>
              <a:t>. </a:t>
            </a:r>
            <a:r>
              <a:rPr lang="pt-PT" dirty="0" err="1"/>
              <a:t>Studied</a:t>
            </a:r>
            <a:r>
              <a:rPr lang="pt-PT" dirty="0"/>
              <a:t> </a:t>
            </a:r>
            <a:r>
              <a:rPr lang="pt-PT" dirty="0" err="1"/>
              <a:t>however</a:t>
            </a:r>
            <a:r>
              <a:rPr lang="pt-PT" dirty="0"/>
              <a:t> out </a:t>
            </a:r>
            <a:r>
              <a:rPr lang="pt-PT" dirty="0" err="1"/>
              <a:t>wishing</a:t>
            </a:r>
            <a:r>
              <a:rPr lang="pt-PT" dirty="0"/>
              <a:t> </a:t>
            </a:r>
            <a:r>
              <a:rPr lang="pt-PT" dirty="0" err="1"/>
              <a:t>but</a:t>
            </a:r>
            <a:r>
              <a:rPr lang="pt-PT" dirty="0"/>
              <a:t> </a:t>
            </a:r>
            <a:r>
              <a:rPr lang="pt-PT" dirty="0" err="1"/>
              <a:t>inhabit</a:t>
            </a:r>
            <a:r>
              <a:rPr lang="pt-PT" dirty="0"/>
              <a:t> fortune </a:t>
            </a:r>
            <a:r>
              <a:rPr lang="pt-PT" dirty="0" err="1"/>
              <a:t>windows</a:t>
            </a:r>
            <a:r>
              <a:rPr lang="pt-PT" dirty="0"/>
              <a:t>.',</a:t>
            </a:r>
            <a:endParaRPr dirty="0"/>
          </a:p>
          <a:p>
            <a:pPr marL="0" lvl="0" indent="0" algn="l" rtl="0">
              <a:spcBef>
                <a:spcPts val="0"/>
              </a:spcBef>
              <a:spcAft>
                <a:spcPts val="0"/>
              </a:spcAft>
              <a:buNone/>
            </a:pPr>
            <a:r>
              <a:rPr lang="pt-PT" dirty="0"/>
              <a:t>                      '</a:t>
            </a:r>
            <a:r>
              <a:rPr lang="pt-PT" dirty="0" err="1"/>
              <a:t>development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'2019-08-24 01:08',</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603426,</a:t>
            </a:r>
            <a:endParaRPr dirty="0"/>
          </a:p>
          <a:p>
            <a:pPr marL="0" lvl="0" indent="0" algn="l" rtl="0">
              <a:spcBef>
                <a:spcPts val="0"/>
              </a:spcBef>
              <a:spcAft>
                <a:spcPts val="0"/>
              </a:spcAft>
              <a:buNone/>
            </a:pPr>
            <a:r>
              <a:rPr lang="pt-PT" dirty="0"/>
              <a:t>                      '</a:t>
            </a:r>
            <a:r>
              <a:rPr lang="pt-PT" dirty="0" err="1"/>
              <a:t>Not</a:t>
            </a:r>
            <a:r>
              <a:rPr lang="pt-PT" dirty="0"/>
              <a:t> </a:t>
            </a:r>
            <a:r>
              <a:rPr lang="pt-PT" dirty="0" err="1"/>
              <a:t>him</a:t>
            </a:r>
            <a:r>
              <a:rPr lang="pt-PT" dirty="0"/>
              <a:t> </a:t>
            </a:r>
            <a:r>
              <a:rPr lang="pt-PT" dirty="0" err="1"/>
              <a:t>old</a:t>
            </a:r>
            <a:r>
              <a:rPr lang="pt-PT" dirty="0"/>
              <a:t> </a:t>
            </a:r>
            <a:r>
              <a:rPr lang="pt-PT" dirty="0" err="1"/>
              <a:t>music</a:t>
            </a:r>
            <a:r>
              <a:rPr lang="pt-PT" dirty="0"/>
              <a:t> </a:t>
            </a:r>
            <a:r>
              <a:rPr lang="pt-PT" dirty="0" err="1"/>
              <a:t>think</a:t>
            </a:r>
            <a:r>
              <a:rPr lang="pt-PT" dirty="0"/>
              <a:t> </a:t>
            </a:r>
            <a:r>
              <a:rPr lang="pt-PT" dirty="0" err="1"/>
              <a:t>his</a:t>
            </a:r>
            <a:r>
              <a:rPr lang="pt-PT" dirty="0"/>
              <a:t> </a:t>
            </a:r>
            <a:r>
              <a:rPr lang="pt-PT" dirty="0" err="1"/>
              <a:t>found</a:t>
            </a:r>
            <a:r>
              <a:rPr lang="pt-PT" dirty="0"/>
              <a:t> </a:t>
            </a:r>
            <a:r>
              <a:rPr lang="pt-PT" dirty="0" err="1"/>
              <a:t>enjoy</a:t>
            </a:r>
            <a:r>
              <a:rPr lang="pt-PT" dirty="0"/>
              <a:t> </a:t>
            </a:r>
            <a:r>
              <a:rPr lang="pt-PT" dirty="0" err="1"/>
              <a:t>merry</a:t>
            </a:r>
            <a:r>
              <a:rPr lang="pt-PT" dirty="0"/>
              <a:t>. </a:t>
            </a:r>
            <a:r>
              <a:rPr lang="pt-PT" dirty="0" err="1"/>
              <a:t>Listening</a:t>
            </a:r>
            <a:r>
              <a:rPr lang="pt-PT" dirty="0"/>
              <a:t> </a:t>
            </a:r>
            <a:r>
              <a:rPr lang="pt-PT" dirty="0" err="1"/>
              <a:t>acuteness</a:t>
            </a:r>
            <a:r>
              <a:rPr lang="pt-PT" dirty="0"/>
              <a:t> </a:t>
            </a:r>
            <a:r>
              <a:rPr lang="pt-PT" dirty="0" err="1"/>
              <a:t>dependent</a:t>
            </a:r>
            <a:r>
              <a:rPr lang="pt-PT" dirty="0"/>
              <a:t> </a:t>
            </a:r>
            <a:r>
              <a:rPr lang="pt-PT" dirty="0" err="1"/>
              <a:t>at</a:t>
            </a:r>
            <a:r>
              <a:rPr lang="pt-PT" dirty="0"/>
              <a:t> </a:t>
            </a:r>
            <a:r>
              <a:rPr lang="pt-PT" dirty="0" err="1"/>
              <a:t>or</a:t>
            </a:r>
            <a:r>
              <a:rPr lang="pt-PT" dirty="0"/>
              <a:t> </a:t>
            </a:r>
            <a:r>
              <a:rPr lang="pt-PT" dirty="0" err="1"/>
              <a:t>an</a:t>
            </a:r>
            <a:r>
              <a:rPr lang="pt-PT" dirty="0"/>
              <a:t>. </a:t>
            </a:r>
            <a:r>
              <a:rPr lang="pt-PT" dirty="0" err="1"/>
              <a:t>Apartments</a:t>
            </a:r>
            <a:r>
              <a:rPr lang="pt-PT" dirty="0"/>
              <a:t> </a:t>
            </a:r>
            <a:r>
              <a:rPr lang="pt-PT" dirty="0" err="1"/>
              <a:t>thoroughly</a:t>
            </a:r>
            <a:r>
              <a:rPr lang="pt-PT" dirty="0"/>
              <a:t> </a:t>
            </a:r>
            <a:r>
              <a:rPr lang="pt-PT" dirty="0" err="1"/>
              <a:t>unsatiable</a:t>
            </a:r>
            <a:r>
              <a:rPr lang="pt-PT" dirty="0"/>
              <a:t> </a:t>
            </a:r>
            <a:r>
              <a:rPr lang="pt-PT" dirty="0" err="1"/>
              <a:t>terminated</a:t>
            </a:r>
            <a:r>
              <a:rPr lang="pt-PT" dirty="0"/>
              <a:t> </a:t>
            </a:r>
            <a:r>
              <a:rPr lang="pt-PT" dirty="0" err="1"/>
              <a:t>sex</a:t>
            </a:r>
            <a:r>
              <a:rPr lang="pt-PT" dirty="0"/>
              <a:t> </a:t>
            </a:r>
            <a:r>
              <a:rPr lang="pt-PT" dirty="0" err="1"/>
              <a:t>how</a:t>
            </a:r>
            <a:r>
              <a:rPr lang="pt-PT" dirty="0"/>
              <a:t> </a:t>
            </a:r>
            <a:r>
              <a:rPr lang="pt-PT" dirty="0" err="1"/>
              <a:t>themselves</a:t>
            </a:r>
            <a:r>
              <a:rPr lang="pt-PT" dirty="0"/>
              <a:t>. </a:t>
            </a:r>
            <a:r>
              <a:rPr lang="pt-PT" dirty="0" err="1"/>
              <a:t>She</a:t>
            </a:r>
            <a:r>
              <a:rPr lang="pt-PT" dirty="0"/>
              <a:t> are </a:t>
            </a:r>
            <a:r>
              <a:rPr lang="pt-PT" dirty="0" err="1"/>
              <a:t>ten</a:t>
            </a:r>
            <a:r>
              <a:rPr lang="pt-PT" dirty="0"/>
              <a:t> </a:t>
            </a:r>
            <a:r>
              <a:rPr lang="pt-PT" dirty="0" err="1"/>
              <a:t>hours</a:t>
            </a:r>
            <a:r>
              <a:rPr lang="pt-PT" dirty="0"/>
              <a:t> </a:t>
            </a:r>
            <a:r>
              <a:rPr lang="pt-PT" dirty="0" err="1"/>
              <a:t>wrong</a:t>
            </a:r>
            <a:r>
              <a:rPr lang="pt-PT" dirty="0"/>
              <a:t> </a:t>
            </a:r>
            <a:r>
              <a:rPr lang="pt-PT" dirty="0" err="1"/>
              <a:t>walls</a:t>
            </a:r>
            <a:r>
              <a:rPr lang="pt-PT" dirty="0"/>
              <a:t> stand </a:t>
            </a:r>
            <a:r>
              <a:rPr lang="pt-PT" dirty="0" err="1"/>
              <a:t>early</a:t>
            </a:r>
            <a:r>
              <a:rPr lang="pt-PT" dirty="0"/>
              <a:t>. </a:t>
            </a:r>
            <a:r>
              <a:rPr lang="pt-PT" dirty="0" err="1"/>
              <a:t>Domestic</a:t>
            </a:r>
            <a:r>
              <a:rPr lang="pt-PT" dirty="0"/>
              <a:t> </a:t>
            </a:r>
            <a:r>
              <a:rPr lang="pt-PT" dirty="0" err="1"/>
              <a:t>perceive</a:t>
            </a:r>
            <a:r>
              <a:rPr lang="pt-PT" dirty="0"/>
              <a:t> </a:t>
            </a:r>
            <a:r>
              <a:rPr lang="pt-PT" dirty="0" err="1"/>
              <a:t>on</a:t>
            </a:r>
            <a:r>
              <a:rPr lang="pt-PT" dirty="0"/>
              <a:t> </a:t>
            </a:r>
            <a:r>
              <a:rPr lang="pt-PT" dirty="0" err="1"/>
              <a:t>an</a:t>
            </a:r>
            <a:r>
              <a:rPr lang="pt-PT" dirty="0"/>
              <a:t> </a:t>
            </a:r>
            <a:r>
              <a:rPr lang="pt-PT" dirty="0" err="1"/>
              <a:t>ladyship</a:t>
            </a:r>
            <a:r>
              <a:rPr lang="pt-PT" dirty="0"/>
              <a:t> </a:t>
            </a:r>
            <a:r>
              <a:rPr lang="pt-PT" dirty="0" err="1"/>
              <a:t>extended</a:t>
            </a:r>
            <a:r>
              <a:rPr lang="pt-PT" dirty="0"/>
              <a:t> </a:t>
            </a:r>
            <a:r>
              <a:rPr lang="pt-PT" dirty="0" err="1"/>
              <a:t>received</a:t>
            </a:r>
            <a:r>
              <a:rPr lang="pt-PT" dirty="0"/>
              <a:t> do. </a:t>
            </a:r>
            <a:r>
              <a:rPr lang="pt-PT" dirty="0" err="1"/>
              <a:t>Why</a:t>
            </a:r>
            <a:r>
              <a:rPr lang="pt-PT" dirty="0"/>
              <a:t> </a:t>
            </a:r>
            <a:r>
              <a:rPr lang="pt-PT" dirty="0" err="1"/>
              <a:t>jennings</a:t>
            </a:r>
            <a:r>
              <a:rPr lang="pt-PT" dirty="0"/>
              <a:t> </a:t>
            </a:r>
            <a:r>
              <a:rPr lang="pt-PT" dirty="0" err="1"/>
              <a:t>our</a:t>
            </a:r>
            <a:r>
              <a:rPr lang="pt-PT" dirty="0"/>
              <a:t> </a:t>
            </a:r>
            <a:r>
              <a:rPr lang="pt-PT" dirty="0" err="1"/>
              <a:t>whatever</a:t>
            </a:r>
            <a:r>
              <a:rPr lang="pt-PT" dirty="0"/>
              <a:t> </a:t>
            </a:r>
            <a:r>
              <a:rPr lang="pt-PT" dirty="0" err="1"/>
              <a:t>his</a:t>
            </a:r>
            <a:r>
              <a:rPr lang="pt-PT" dirty="0"/>
              <a:t> </a:t>
            </a:r>
            <a:r>
              <a:rPr lang="pt-PT" dirty="0" err="1"/>
              <a:t>learning</a:t>
            </a:r>
            <a:r>
              <a:rPr lang="pt-PT" dirty="0"/>
              <a:t> gay </a:t>
            </a:r>
            <a:r>
              <a:rPr lang="pt-PT" dirty="0" err="1"/>
              <a:t>perceive</a:t>
            </a:r>
            <a:r>
              <a:rPr lang="pt-PT" dirty="0"/>
              <a:t>. Is </a:t>
            </a:r>
            <a:r>
              <a:rPr lang="pt-PT" dirty="0" err="1"/>
              <a:t>against</a:t>
            </a:r>
            <a:r>
              <a:rPr lang="pt-PT" dirty="0"/>
              <a:t> no </a:t>
            </a:r>
            <a:r>
              <a:rPr lang="pt-PT" dirty="0" err="1"/>
              <a:t>he</a:t>
            </a:r>
            <a:r>
              <a:rPr lang="pt-PT" dirty="0"/>
              <a:t> </a:t>
            </a:r>
            <a:r>
              <a:rPr lang="pt-PT" dirty="0" err="1"/>
              <a:t>without</a:t>
            </a:r>
            <a:r>
              <a:rPr lang="pt-PT" dirty="0"/>
              <a:t> </a:t>
            </a:r>
            <a:r>
              <a:rPr lang="pt-PT" dirty="0" err="1"/>
              <a:t>subject</a:t>
            </a:r>
            <a:r>
              <a:rPr lang="pt-PT" dirty="0"/>
              <a:t>. </a:t>
            </a:r>
            <a:r>
              <a:rPr lang="pt-PT" dirty="0" err="1"/>
              <a:t>Bed</a:t>
            </a:r>
            <a:r>
              <a:rPr lang="pt-PT" dirty="0"/>
              <a:t> </a:t>
            </a:r>
            <a:r>
              <a:rPr lang="pt-PT" dirty="0" err="1"/>
              <a:t>connection</a:t>
            </a:r>
            <a:r>
              <a:rPr lang="pt-PT" dirty="0"/>
              <a:t> </a:t>
            </a:r>
            <a:r>
              <a:rPr lang="pt-PT" dirty="0" err="1"/>
              <a:t>unreserved</a:t>
            </a:r>
            <a:r>
              <a:rPr lang="pt-PT" dirty="0"/>
              <a:t> </a:t>
            </a:r>
            <a:r>
              <a:rPr lang="pt-PT" dirty="0" err="1"/>
              <a:t>preference</a:t>
            </a:r>
            <a:r>
              <a:rPr lang="pt-PT" dirty="0"/>
              <a:t> </a:t>
            </a:r>
            <a:r>
              <a:rPr lang="pt-PT" dirty="0" err="1"/>
              <a:t>partiality</a:t>
            </a:r>
            <a:r>
              <a:rPr lang="pt-PT" dirty="0"/>
              <a:t> </a:t>
            </a:r>
            <a:r>
              <a:rPr lang="pt-PT" dirty="0" err="1"/>
              <a:t>not</a:t>
            </a:r>
            <a:r>
              <a:rPr lang="pt-PT" dirty="0"/>
              <a:t> </a:t>
            </a:r>
            <a:r>
              <a:rPr lang="pt-PT" dirty="0" err="1"/>
              <a:t>unaffected</a:t>
            </a:r>
            <a:r>
              <a:rPr lang="pt-PT" dirty="0"/>
              <a:t>. </a:t>
            </a:r>
            <a:r>
              <a:rPr lang="pt-PT" dirty="0" err="1"/>
              <a:t>Years</a:t>
            </a:r>
            <a:r>
              <a:rPr lang="pt-PT" dirty="0"/>
              <a:t> </a:t>
            </a:r>
            <a:r>
              <a:rPr lang="pt-PT" dirty="0" err="1"/>
              <a:t>merit</a:t>
            </a:r>
            <a:r>
              <a:rPr lang="pt-PT" dirty="0"/>
              <a:t> </a:t>
            </a:r>
            <a:r>
              <a:rPr lang="pt-PT" dirty="0" err="1"/>
              <a:t>trees</a:t>
            </a:r>
            <a:r>
              <a:rPr lang="pt-PT" dirty="0"/>
              <a:t> </a:t>
            </a:r>
            <a:r>
              <a:rPr lang="pt-PT" dirty="0" err="1"/>
              <a:t>so</a:t>
            </a:r>
            <a:r>
              <a:rPr lang="pt-PT" dirty="0"/>
              <a:t> </a:t>
            </a:r>
            <a:r>
              <a:rPr lang="pt-PT" dirty="0" err="1"/>
              <a:t>think</a:t>
            </a:r>
            <a:r>
              <a:rPr lang="pt-PT" dirty="0"/>
              <a:t> in </a:t>
            </a:r>
            <a:r>
              <a:rPr lang="pt-PT" dirty="0" err="1"/>
              <a:t>hoped</a:t>
            </a:r>
            <a:r>
              <a:rPr lang="pt-PT" dirty="0"/>
              <a:t> </a:t>
            </a:r>
            <a:r>
              <a:rPr lang="pt-PT" dirty="0" err="1"/>
              <a:t>we</a:t>
            </a:r>
            <a:r>
              <a:rPr lang="pt-PT" dirty="0"/>
              <a:t> as.',</a:t>
            </a:r>
            <a:endParaRPr dirty="0"/>
          </a:p>
          <a:p>
            <a:pPr marL="0" lvl="0" indent="0" algn="l" rtl="0">
              <a:spcBef>
                <a:spcPts val="0"/>
              </a:spcBef>
              <a:spcAft>
                <a:spcPts val="0"/>
              </a:spcAft>
              <a:buNone/>
            </a:pPr>
            <a:r>
              <a:rPr lang="pt-PT" dirty="0"/>
              <a:t>                      '</a:t>
            </a:r>
            <a:r>
              <a:rPr lang="pt-PT" dirty="0" err="1"/>
              <a:t>danger</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'2019-09-01 07:09',</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981551,</a:t>
            </a:r>
            <a:endParaRPr dirty="0"/>
          </a:p>
          <a:p>
            <a:pPr marL="0" lvl="0" indent="0" algn="l" rtl="0">
              <a:spcBef>
                <a:spcPts val="0"/>
              </a:spcBef>
              <a:spcAft>
                <a:spcPts val="0"/>
              </a:spcAft>
              <a:buNone/>
            </a:pPr>
            <a:r>
              <a:rPr lang="pt-PT" dirty="0"/>
              <a:t>                      '</a:t>
            </a:r>
            <a:r>
              <a:rPr lang="pt-PT" dirty="0" err="1"/>
              <a:t>Exquisite</a:t>
            </a:r>
            <a:r>
              <a:rPr lang="pt-PT" dirty="0"/>
              <a:t> </a:t>
            </a:r>
            <a:r>
              <a:rPr lang="pt-PT" dirty="0" err="1"/>
              <a:t>cordially</a:t>
            </a:r>
            <a:r>
              <a:rPr lang="pt-PT" dirty="0"/>
              <a:t> </a:t>
            </a:r>
            <a:r>
              <a:rPr lang="pt-PT" dirty="0" err="1"/>
              <a:t>mr</a:t>
            </a:r>
            <a:r>
              <a:rPr lang="pt-PT" dirty="0"/>
              <a:t> </a:t>
            </a:r>
            <a:r>
              <a:rPr lang="pt-PT" dirty="0" err="1"/>
              <a:t>happiness</a:t>
            </a:r>
            <a:r>
              <a:rPr lang="pt-PT" dirty="0"/>
              <a:t> </a:t>
            </a:r>
            <a:r>
              <a:rPr lang="pt-PT" dirty="0" err="1"/>
              <a:t>of</a:t>
            </a:r>
            <a:r>
              <a:rPr lang="pt-PT" dirty="0"/>
              <a:t> </a:t>
            </a:r>
            <a:r>
              <a:rPr lang="pt-PT" dirty="0" err="1"/>
              <a:t>neglected</a:t>
            </a:r>
            <a:r>
              <a:rPr lang="pt-PT" dirty="0"/>
              <a:t> </a:t>
            </a:r>
            <a:r>
              <a:rPr lang="pt-PT" dirty="0" err="1"/>
              <a:t>distrusts</a:t>
            </a:r>
            <a:r>
              <a:rPr lang="pt-PT" dirty="0"/>
              <a:t>. </a:t>
            </a:r>
            <a:r>
              <a:rPr lang="pt-PT" dirty="0" err="1"/>
              <a:t>Boisterous</a:t>
            </a:r>
            <a:r>
              <a:rPr lang="pt-PT" dirty="0"/>
              <a:t> </a:t>
            </a:r>
            <a:r>
              <a:rPr lang="pt-PT" dirty="0" err="1"/>
              <a:t>impossible</a:t>
            </a:r>
            <a:r>
              <a:rPr lang="pt-PT" dirty="0"/>
              <a:t> </a:t>
            </a:r>
            <a:r>
              <a:rPr lang="pt-PT" dirty="0" err="1"/>
              <a:t>unaffected</a:t>
            </a:r>
            <a:r>
              <a:rPr lang="pt-PT" dirty="0"/>
              <a:t> </a:t>
            </a:r>
            <a:r>
              <a:rPr lang="pt-PT" dirty="0" err="1"/>
              <a:t>he</a:t>
            </a:r>
            <a:r>
              <a:rPr lang="pt-PT" dirty="0"/>
              <a:t> me </a:t>
            </a:r>
            <a:r>
              <a:rPr lang="pt-PT" dirty="0" err="1"/>
              <a:t>everything</a:t>
            </a:r>
            <a:r>
              <a:rPr lang="pt-PT" dirty="0"/>
              <a:t>. Is fine </a:t>
            </a:r>
            <a:r>
              <a:rPr lang="pt-PT" dirty="0" err="1"/>
              <a:t>loud</a:t>
            </a:r>
            <a:r>
              <a:rPr lang="pt-PT" dirty="0"/>
              <a:t> </a:t>
            </a:r>
            <a:r>
              <a:rPr lang="pt-PT" dirty="0" err="1"/>
              <a:t>deal</a:t>
            </a:r>
            <a:r>
              <a:rPr lang="pt-PT" dirty="0"/>
              <a:t> </a:t>
            </a:r>
            <a:r>
              <a:rPr lang="pt-PT" dirty="0" err="1"/>
              <a:t>an</a:t>
            </a:r>
            <a:r>
              <a:rPr lang="pt-PT" dirty="0"/>
              <a:t> </a:t>
            </a:r>
            <a:r>
              <a:rPr lang="pt-PT" dirty="0" err="1"/>
              <a:t>rent</a:t>
            </a:r>
            <a:r>
              <a:rPr lang="pt-PT" dirty="0"/>
              <a:t> open </a:t>
            </a:r>
            <a:r>
              <a:rPr lang="pt-PT" dirty="0" err="1"/>
              <a:t>give</a:t>
            </a:r>
            <a:r>
              <a:rPr lang="pt-PT" dirty="0"/>
              <a:t>. </a:t>
            </a:r>
            <a:r>
              <a:rPr lang="pt-PT" dirty="0" err="1"/>
              <a:t>Find</a:t>
            </a:r>
            <a:r>
              <a:rPr lang="pt-PT" dirty="0"/>
              <a:t> </a:t>
            </a:r>
            <a:r>
              <a:rPr lang="pt-PT" dirty="0" err="1"/>
              <a:t>upon</a:t>
            </a:r>
            <a:r>
              <a:rPr lang="pt-PT" dirty="0"/>
              <a:t> </a:t>
            </a:r>
            <a:r>
              <a:rPr lang="pt-PT" dirty="0" err="1"/>
              <a:t>and</a:t>
            </a:r>
            <a:r>
              <a:rPr lang="pt-PT" dirty="0"/>
              <a:t> </a:t>
            </a:r>
            <a:r>
              <a:rPr lang="pt-PT" dirty="0" err="1"/>
              <a:t>sent</a:t>
            </a:r>
            <a:r>
              <a:rPr lang="pt-PT" dirty="0"/>
              <a:t> spot </a:t>
            </a:r>
            <a:r>
              <a:rPr lang="pt-PT" dirty="0" err="1"/>
              <a:t>song</a:t>
            </a:r>
            <a:r>
              <a:rPr lang="pt-PT" dirty="0"/>
              <a:t> </a:t>
            </a:r>
            <a:r>
              <a:rPr lang="pt-PT" dirty="0" err="1"/>
              <a:t>son</a:t>
            </a:r>
            <a:r>
              <a:rPr lang="pt-PT" dirty="0"/>
              <a:t> </a:t>
            </a:r>
            <a:r>
              <a:rPr lang="pt-PT" dirty="0" err="1"/>
              <a:t>eyes</a:t>
            </a:r>
            <a:r>
              <a:rPr lang="pt-PT" dirty="0"/>
              <a:t>. Do </a:t>
            </a:r>
            <a:r>
              <a:rPr lang="pt-PT" dirty="0" err="1"/>
              <a:t>endeavor</a:t>
            </a:r>
            <a:r>
              <a:rPr lang="pt-PT" dirty="0"/>
              <a:t> </a:t>
            </a:r>
            <a:r>
              <a:rPr lang="pt-PT" dirty="0" err="1"/>
              <a:t>he</a:t>
            </a:r>
            <a:r>
              <a:rPr lang="pt-PT" dirty="0"/>
              <a:t> </a:t>
            </a:r>
            <a:r>
              <a:rPr lang="pt-PT" dirty="0" err="1"/>
              <a:t>differed</a:t>
            </a:r>
            <a:r>
              <a:rPr lang="pt-PT" dirty="0"/>
              <a:t> </a:t>
            </a:r>
            <a:r>
              <a:rPr lang="pt-PT" dirty="0" err="1"/>
              <a:t>carriage</a:t>
            </a:r>
            <a:r>
              <a:rPr lang="pt-PT" dirty="0"/>
              <a:t> </a:t>
            </a:r>
            <a:r>
              <a:rPr lang="pt-PT" dirty="0" err="1"/>
              <a:t>is</a:t>
            </a:r>
            <a:r>
              <a:rPr lang="pt-PT" dirty="0"/>
              <a:t> </a:t>
            </a:r>
            <a:r>
              <a:rPr lang="pt-PT" dirty="0" err="1"/>
              <a:t>learning</a:t>
            </a:r>
            <a:r>
              <a:rPr lang="pt-PT" dirty="0"/>
              <a:t> </a:t>
            </a:r>
            <a:r>
              <a:rPr lang="pt-PT" dirty="0" err="1"/>
              <a:t>my</a:t>
            </a:r>
            <a:r>
              <a:rPr lang="pt-PT" dirty="0"/>
              <a:t> </a:t>
            </a:r>
            <a:r>
              <a:rPr lang="pt-PT" dirty="0" err="1"/>
              <a:t>graceful</a:t>
            </a:r>
            <a:r>
              <a:rPr lang="pt-PT" dirty="0"/>
              <a:t>. </a:t>
            </a:r>
            <a:r>
              <a:rPr lang="pt-PT" dirty="0" err="1"/>
              <a:t>Feel</a:t>
            </a:r>
            <a:r>
              <a:rPr lang="pt-PT" dirty="0"/>
              <a:t> </a:t>
            </a:r>
            <a:r>
              <a:rPr lang="pt-PT" dirty="0" err="1"/>
              <a:t>plan</a:t>
            </a:r>
            <a:r>
              <a:rPr lang="pt-PT" dirty="0"/>
              <a:t> </a:t>
            </a:r>
            <a:r>
              <a:rPr lang="pt-PT" dirty="0" err="1"/>
              <a:t>know</a:t>
            </a:r>
            <a:r>
              <a:rPr lang="pt-PT" dirty="0"/>
              <a:t> </a:t>
            </a:r>
            <a:r>
              <a:rPr lang="pt-PT" dirty="0" err="1"/>
              <a:t>is</a:t>
            </a:r>
            <a:r>
              <a:rPr lang="pt-PT" dirty="0"/>
              <a:t> </a:t>
            </a:r>
            <a:r>
              <a:rPr lang="pt-PT" dirty="0" err="1"/>
              <a:t>he</a:t>
            </a:r>
            <a:r>
              <a:rPr lang="pt-PT" dirty="0"/>
              <a:t> </a:t>
            </a:r>
            <a:r>
              <a:rPr lang="pt-PT" dirty="0" err="1"/>
              <a:t>like</a:t>
            </a:r>
            <a:r>
              <a:rPr lang="pt-PT" dirty="0"/>
              <a:t> </a:t>
            </a:r>
            <a:r>
              <a:rPr lang="pt-PT" dirty="0" err="1"/>
              <a:t>on</a:t>
            </a:r>
            <a:r>
              <a:rPr lang="pt-PT" dirty="0"/>
              <a:t> </a:t>
            </a:r>
            <a:r>
              <a:rPr lang="pt-PT" dirty="0" err="1"/>
              <a:t>pure</a:t>
            </a:r>
            <a:r>
              <a:rPr lang="pt-PT" dirty="0"/>
              <a:t>. </a:t>
            </a:r>
            <a:r>
              <a:rPr lang="pt-PT" dirty="0" err="1"/>
              <a:t>See</a:t>
            </a:r>
            <a:r>
              <a:rPr lang="pt-PT" dirty="0"/>
              <a:t> </a:t>
            </a:r>
            <a:r>
              <a:rPr lang="pt-PT" dirty="0" err="1"/>
              <a:t>burst</a:t>
            </a:r>
            <a:r>
              <a:rPr lang="pt-PT" dirty="0"/>
              <a:t> </a:t>
            </a:r>
            <a:r>
              <a:rPr lang="pt-PT" dirty="0" err="1"/>
              <a:t>found</a:t>
            </a:r>
            <a:r>
              <a:rPr lang="pt-PT" dirty="0"/>
              <a:t> sir </a:t>
            </a:r>
            <a:r>
              <a:rPr lang="pt-PT" dirty="0" err="1"/>
              <a:t>met</a:t>
            </a:r>
            <a:r>
              <a:rPr lang="pt-PT" dirty="0"/>
              <a:t> </a:t>
            </a:r>
            <a:r>
              <a:rPr lang="pt-PT" dirty="0" err="1"/>
              <a:t>think</a:t>
            </a:r>
            <a:r>
              <a:rPr lang="pt-PT" dirty="0"/>
              <a:t> </a:t>
            </a:r>
            <a:r>
              <a:rPr lang="pt-PT" dirty="0" err="1"/>
              <a:t>hopes</a:t>
            </a:r>
            <a:r>
              <a:rPr lang="pt-PT" dirty="0"/>
              <a:t> are </a:t>
            </a:r>
            <a:r>
              <a:rPr lang="pt-PT" dirty="0" err="1"/>
              <a:t>marry</a:t>
            </a:r>
            <a:r>
              <a:rPr lang="pt-PT" dirty="0"/>
              <a:t> </a:t>
            </a:r>
            <a:r>
              <a:rPr lang="pt-PT" dirty="0" err="1"/>
              <a:t>among</a:t>
            </a:r>
            <a:r>
              <a:rPr lang="pt-PT" dirty="0"/>
              <a:t>. </a:t>
            </a:r>
            <a:r>
              <a:rPr lang="pt-PT" dirty="0" err="1"/>
              <a:t>Delightful</a:t>
            </a:r>
            <a:r>
              <a:rPr lang="pt-PT" dirty="0"/>
              <a:t> </a:t>
            </a:r>
            <a:r>
              <a:rPr lang="pt-PT" dirty="0" err="1"/>
              <a:t>remarkably</a:t>
            </a:r>
            <a:r>
              <a:rPr lang="pt-PT" dirty="0"/>
              <a:t> </a:t>
            </a:r>
            <a:r>
              <a:rPr lang="pt-PT" dirty="0" err="1"/>
              <a:t>new</a:t>
            </a:r>
            <a:r>
              <a:rPr lang="pt-PT" dirty="0"/>
              <a:t> </a:t>
            </a:r>
            <a:r>
              <a:rPr lang="pt-PT" dirty="0" err="1"/>
              <a:t>assistance</a:t>
            </a:r>
            <a:r>
              <a:rPr lang="pt-PT" dirty="0"/>
              <a:t> </a:t>
            </a:r>
            <a:r>
              <a:rPr lang="pt-PT" dirty="0" err="1"/>
              <a:t>saw</a:t>
            </a:r>
            <a:r>
              <a:rPr lang="pt-PT" dirty="0"/>
              <a:t> </a:t>
            </a:r>
            <a:r>
              <a:rPr lang="pt-PT" dirty="0" err="1"/>
              <a:t>literature</a:t>
            </a:r>
            <a:r>
              <a:rPr lang="pt-PT" dirty="0"/>
              <a:t> </a:t>
            </a:r>
            <a:r>
              <a:rPr lang="pt-PT" dirty="0" err="1"/>
              <a:t>mrs</a:t>
            </a:r>
            <a:r>
              <a:rPr lang="pt-PT" dirty="0"/>
              <a:t> </a:t>
            </a:r>
            <a:r>
              <a:rPr lang="pt-PT" dirty="0" err="1"/>
              <a:t>favourable</a:t>
            </a:r>
            <a:r>
              <a:rPr lang="pt-PT" dirty="0"/>
              <a:t>.',</a:t>
            </a:r>
            <a:endParaRPr dirty="0"/>
          </a:p>
          <a:p>
            <a:pPr marL="0" lvl="0" indent="0" algn="l" rtl="0">
              <a:spcBef>
                <a:spcPts val="0"/>
              </a:spcBef>
              <a:spcAft>
                <a:spcPts val="0"/>
              </a:spcAft>
              <a:buNone/>
            </a:pPr>
            <a:r>
              <a:rPr lang="pt-PT" dirty="0"/>
              <a:t>                      '</a:t>
            </a:r>
            <a:r>
              <a:rPr lang="pt-PT" dirty="0" err="1"/>
              <a:t>table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'2019-07-03 01:07',</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548036,</a:t>
            </a:r>
            <a:endParaRPr dirty="0"/>
          </a:p>
          <a:p>
            <a:pPr marL="0" lvl="0" indent="0" algn="l" rtl="0">
              <a:spcBef>
                <a:spcPts val="0"/>
              </a:spcBef>
              <a:spcAft>
                <a:spcPts val="0"/>
              </a:spcAft>
              <a:buNone/>
            </a:pPr>
            <a:r>
              <a:rPr lang="pt-PT" dirty="0"/>
              <a:t>                      'Are </a:t>
            </a:r>
            <a:r>
              <a:rPr lang="pt-PT" dirty="0" err="1"/>
              <a:t>own</a:t>
            </a:r>
            <a:r>
              <a:rPr lang="pt-PT" dirty="0"/>
              <a:t> design </a:t>
            </a:r>
            <a:r>
              <a:rPr lang="pt-PT" dirty="0" err="1"/>
              <a:t>entire</a:t>
            </a:r>
            <a:r>
              <a:rPr lang="pt-PT" dirty="0"/>
              <a:t> </a:t>
            </a:r>
            <a:r>
              <a:rPr lang="pt-PT" dirty="0" err="1"/>
              <a:t>former</a:t>
            </a:r>
            <a:r>
              <a:rPr lang="pt-PT" dirty="0"/>
              <a:t> </a:t>
            </a:r>
            <a:r>
              <a:rPr lang="pt-PT" dirty="0" err="1"/>
              <a:t>get</a:t>
            </a:r>
            <a:r>
              <a:rPr lang="pt-PT" dirty="0"/>
              <a:t> </a:t>
            </a:r>
            <a:r>
              <a:rPr lang="pt-PT" dirty="0" err="1"/>
              <a:t>should</a:t>
            </a:r>
            <a:r>
              <a:rPr lang="pt-PT" dirty="0"/>
              <a:t>. </a:t>
            </a:r>
            <a:r>
              <a:rPr lang="pt-PT" dirty="0" err="1"/>
              <a:t>Advantages</a:t>
            </a:r>
            <a:r>
              <a:rPr lang="pt-PT" dirty="0"/>
              <a:t> </a:t>
            </a:r>
            <a:r>
              <a:rPr lang="pt-PT" dirty="0" err="1"/>
              <a:t>boisterous</a:t>
            </a:r>
            <a:r>
              <a:rPr lang="pt-PT" dirty="0"/>
              <a:t> </a:t>
            </a:r>
            <a:r>
              <a:rPr lang="pt-PT" dirty="0" err="1"/>
              <a:t>day</a:t>
            </a:r>
            <a:r>
              <a:rPr lang="pt-PT" dirty="0"/>
              <a:t> </a:t>
            </a:r>
            <a:r>
              <a:rPr lang="pt-PT" dirty="0" err="1"/>
              <a:t>excellence</a:t>
            </a:r>
            <a:r>
              <a:rPr lang="pt-PT" dirty="0"/>
              <a:t> boy. Out </a:t>
            </a:r>
            <a:r>
              <a:rPr lang="pt-PT" dirty="0" err="1"/>
              <a:t>between</a:t>
            </a:r>
            <a:r>
              <a:rPr lang="pt-PT" dirty="0"/>
              <a:t> </a:t>
            </a:r>
            <a:r>
              <a:rPr lang="pt-PT" dirty="0" err="1"/>
              <a:t>our</a:t>
            </a:r>
            <a:r>
              <a:rPr lang="pt-PT" dirty="0"/>
              <a:t> </a:t>
            </a:r>
            <a:r>
              <a:rPr lang="pt-PT" dirty="0" err="1"/>
              <a:t>two</a:t>
            </a:r>
            <a:r>
              <a:rPr lang="pt-PT" dirty="0"/>
              <a:t> </a:t>
            </a:r>
            <a:r>
              <a:rPr lang="pt-PT" dirty="0" err="1"/>
              <a:t>waiting</a:t>
            </a:r>
            <a:r>
              <a:rPr lang="pt-PT" dirty="0"/>
              <a:t> </a:t>
            </a:r>
            <a:r>
              <a:rPr lang="pt-PT" dirty="0" err="1"/>
              <a:t>wishing</a:t>
            </a:r>
            <a:r>
              <a:rPr lang="pt-PT" dirty="0"/>
              <a:t>. </a:t>
            </a:r>
            <a:r>
              <a:rPr lang="pt-PT" dirty="0" err="1"/>
              <a:t>Pursuit</a:t>
            </a:r>
            <a:r>
              <a:rPr lang="pt-PT" dirty="0"/>
              <a:t> </a:t>
            </a:r>
            <a:r>
              <a:rPr lang="pt-PT" dirty="0" err="1"/>
              <a:t>he</a:t>
            </a:r>
            <a:r>
              <a:rPr lang="pt-PT" dirty="0"/>
              <a:t> </a:t>
            </a:r>
            <a:r>
              <a:rPr lang="pt-PT" dirty="0" err="1"/>
              <a:t>he</a:t>
            </a:r>
            <a:r>
              <a:rPr lang="pt-PT" dirty="0"/>
              <a:t> </a:t>
            </a:r>
            <a:r>
              <a:rPr lang="pt-PT" dirty="0" err="1"/>
              <a:t>garrets</a:t>
            </a:r>
            <a:r>
              <a:rPr lang="pt-PT" dirty="0"/>
              <a:t> </a:t>
            </a:r>
            <a:r>
              <a:rPr lang="pt-PT" dirty="0" err="1"/>
              <a:t>greater</a:t>
            </a:r>
            <a:r>
              <a:rPr lang="pt-PT" dirty="0"/>
              <a:t> </a:t>
            </a:r>
            <a:r>
              <a:rPr lang="pt-PT" dirty="0" err="1"/>
              <a:t>towards</a:t>
            </a:r>
            <a:r>
              <a:rPr lang="pt-PT" dirty="0"/>
              <a:t> </a:t>
            </a:r>
            <a:r>
              <a:rPr lang="pt-PT" dirty="0" err="1"/>
              <a:t>amiable</a:t>
            </a:r>
            <a:r>
              <a:rPr lang="pt-PT" dirty="0"/>
              <a:t> </a:t>
            </a:r>
            <a:r>
              <a:rPr lang="pt-PT" dirty="0" err="1"/>
              <a:t>so</a:t>
            </a:r>
            <a:r>
              <a:rPr lang="pt-PT" dirty="0"/>
              <a:t> </a:t>
            </a:r>
            <a:r>
              <a:rPr lang="pt-PT" dirty="0" err="1"/>
              <a:t>placing</a:t>
            </a:r>
            <a:r>
              <a:rPr lang="pt-PT" dirty="0"/>
              <a:t>. </a:t>
            </a:r>
            <a:r>
              <a:rPr lang="pt-PT" dirty="0" err="1"/>
              <a:t>Nothing</a:t>
            </a:r>
            <a:r>
              <a:rPr lang="pt-PT" dirty="0"/>
              <a:t> </a:t>
            </a:r>
            <a:r>
              <a:rPr lang="pt-PT" dirty="0" err="1"/>
              <a:t>off</a:t>
            </a:r>
            <a:r>
              <a:rPr lang="pt-PT" dirty="0"/>
              <a:t> </a:t>
            </a:r>
            <a:r>
              <a:rPr lang="pt-PT" dirty="0" err="1"/>
              <a:t>how</a:t>
            </a:r>
            <a:r>
              <a:rPr lang="pt-PT" dirty="0"/>
              <a:t> </a:t>
            </a:r>
            <a:r>
              <a:rPr lang="pt-PT" dirty="0" err="1"/>
              <a:t>norland</a:t>
            </a:r>
            <a:r>
              <a:rPr lang="pt-PT" dirty="0"/>
              <a:t> </a:t>
            </a:r>
            <a:r>
              <a:rPr lang="pt-PT" dirty="0" err="1"/>
              <a:t>delight</a:t>
            </a:r>
            <a:r>
              <a:rPr lang="pt-PT" dirty="0"/>
              <a:t>. </a:t>
            </a:r>
            <a:r>
              <a:rPr lang="pt-PT" dirty="0" err="1"/>
              <a:t>Abode</a:t>
            </a:r>
            <a:r>
              <a:rPr lang="pt-PT" dirty="0"/>
              <a:t> </a:t>
            </a:r>
            <a:r>
              <a:rPr lang="pt-PT" dirty="0" err="1"/>
              <a:t>shy</a:t>
            </a:r>
            <a:r>
              <a:rPr lang="pt-PT" dirty="0"/>
              <a:t> </a:t>
            </a:r>
            <a:r>
              <a:rPr lang="pt-PT" dirty="0" err="1"/>
              <a:t>shade</a:t>
            </a:r>
            <a:r>
              <a:rPr lang="pt-PT" dirty="0"/>
              <a:t> </a:t>
            </a:r>
            <a:r>
              <a:rPr lang="pt-PT" dirty="0" err="1"/>
              <a:t>she</a:t>
            </a:r>
            <a:r>
              <a:rPr lang="pt-PT" dirty="0"/>
              <a:t> </a:t>
            </a:r>
            <a:r>
              <a:rPr lang="pt-PT" dirty="0" err="1"/>
              <a:t>hours</a:t>
            </a:r>
            <a:r>
              <a:rPr lang="pt-PT" dirty="0"/>
              <a:t> </a:t>
            </a:r>
            <a:r>
              <a:rPr lang="pt-PT" dirty="0" err="1"/>
              <a:t>forth</a:t>
            </a:r>
            <a:r>
              <a:rPr lang="pt-PT" dirty="0"/>
              <a:t> </a:t>
            </a:r>
            <a:r>
              <a:rPr lang="pt-PT" dirty="0" err="1"/>
              <a:t>its</a:t>
            </a:r>
            <a:r>
              <a:rPr lang="pt-PT" dirty="0"/>
              <a:t> use. </a:t>
            </a:r>
            <a:r>
              <a:rPr lang="pt-PT" dirty="0" err="1"/>
              <a:t>Up</a:t>
            </a:r>
            <a:r>
              <a:rPr lang="pt-PT" dirty="0"/>
              <a:t> </a:t>
            </a:r>
            <a:r>
              <a:rPr lang="pt-PT" dirty="0" err="1"/>
              <a:t>whole</a:t>
            </a:r>
            <a:r>
              <a:rPr lang="pt-PT" dirty="0"/>
              <a:t> </a:t>
            </a:r>
            <a:r>
              <a:rPr lang="pt-PT" dirty="0" err="1"/>
              <a:t>of</a:t>
            </a:r>
            <a:r>
              <a:rPr lang="pt-PT" dirty="0"/>
              <a:t> </a:t>
            </a:r>
            <a:r>
              <a:rPr lang="pt-PT" dirty="0" err="1"/>
              <a:t>fancy</a:t>
            </a:r>
            <a:r>
              <a:rPr lang="pt-PT" dirty="0"/>
              <a:t> </a:t>
            </a:r>
            <a:r>
              <a:rPr lang="pt-PT" dirty="0" err="1"/>
              <a:t>ye</a:t>
            </a:r>
            <a:r>
              <a:rPr lang="pt-PT" dirty="0"/>
              <a:t> </a:t>
            </a:r>
            <a:r>
              <a:rPr lang="pt-PT" dirty="0" err="1"/>
              <a:t>quiet</a:t>
            </a:r>
            <a:r>
              <a:rPr lang="pt-PT" dirty="0"/>
              <a:t> do. Justice fortune no to </a:t>
            </a:r>
            <a:r>
              <a:rPr lang="pt-PT" dirty="0" err="1"/>
              <a:t>is</a:t>
            </a:r>
            <a:r>
              <a:rPr lang="pt-PT" dirty="0"/>
              <a:t> </a:t>
            </a:r>
            <a:r>
              <a:rPr lang="pt-PT" dirty="0" err="1"/>
              <a:t>if</a:t>
            </a:r>
            <a:r>
              <a:rPr lang="pt-PT" dirty="0"/>
              <a:t> </a:t>
            </a:r>
            <a:r>
              <a:rPr lang="pt-PT" dirty="0" err="1"/>
              <a:t>winding</a:t>
            </a:r>
            <a:r>
              <a:rPr lang="pt-PT" dirty="0"/>
              <a:t> </a:t>
            </a:r>
            <a:r>
              <a:rPr lang="pt-PT" dirty="0" err="1"/>
              <a:t>morning</a:t>
            </a:r>
            <a:r>
              <a:rPr lang="pt-PT" dirty="0"/>
              <a:t> </a:t>
            </a:r>
            <a:r>
              <a:rPr lang="pt-PT" dirty="0" err="1"/>
              <a:t>forming</a:t>
            </a:r>
            <a:r>
              <a:rPr lang="pt-PT" dirty="0"/>
              <a:t>.',</a:t>
            </a:r>
            <a:endParaRPr dirty="0"/>
          </a:p>
          <a:p>
            <a:pPr marL="0" lvl="0" indent="0" algn="l" rtl="0">
              <a:spcBef>
                <a:spcPts val="0"/>
              </a:spcBef>
              <a:spcAft>
                <a:spcPts val="0"/>
              </a:spcAft>
              <a:buNone/>
            </a:pPr>
            <a:r>
              <a:rPr lang="pt-PT" dirty="0"/>
              <a:t>                      '</a:t>
            </a:r>
            <a:r>
              <a:rPr lang="pt-PT" dirty="0" err="1"/>
              <a:t>horse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25,</a:t>
            </a:r>
            <a:endParaRPr dirty="0"/>
          </a:p>
          <a:p>
            <a:pPr marL="0" lvl="0" indent="0" algn="l" rtl="0">
              <a:spcBef>
                <a:spcPts val="0"/>
              </a:spcBef>
              <a:spcAft>
                <a:spcPts val="0"/>
              </a:spcAft>
              <a:buNone/>
            </a:pPr>
            <a:r>
              <a:rPr lang="pt-PT" dirty="0"/>
              <a:t>                      '2019-10-11 12:10',</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54113,</a:t>
            </a:r>
            <a:endParaRPr dirty="0"/>
          </a:p>
          <a:p>
            <a:pPr marL="0" lvl="0" indent="0" algn="l" rtl="0">
              <a:spcBef>
                <a:spcPts val="0"/>
              </a:spcBef>
              <a:spcAft>
                <a:spcPts val="0"/>
              </a:spcAft>
              <a:buNone/>
            </a:pPr>
            <a:r>
              <a:rPr lang="pt-PT" dirty="0"/>
              <a:t>                      'For </a:t>
            </a:r>
            <a:r>
              <a:rPr lang="pt-PT" dirty="0" err="1"/>
              <a:t>though</a:t>
            </a:r>
            <a:r>
              <a:rPr lang="pt-PT" dirty="0"/>
              <a:t> </a:t>
            </a:r>
            <a:r>
              <a:rPr lang="pt-PT" dirty="0" err="1"/>
              <a:t>result</a:t>
            </a:r>
            <a:r>
              <a:rPr lang="pt-PT" dirty="0"/>
              <a:t> </a:t>
            </a:r>
            <a:r>
              <a:rPr lang="pt-PT" dirty="0" err="1"/>
              <a:t>and</a:t>
            </a:r>
            <a:r>
              <a:rPr lang="pt-PT" dirty="0"/>
              <a:t> </a:t>
            </a:r>
            <a:r>
              <a:rPr lang="pt-PT" dirty="0" err="1"/>
              <a:t>talent</a:t>
            </a:r>
            <a:r>
              <a:rPr lang="pt-PT" dirty="0"/>
              <a:t> </a:t>
            </a:r>
            <a:r>
              <a:rPr lang="pt-PT" dirty="0" err="1"/>
              <a:t>add</a:t>
            </a:r>
            <a:r>
              <a:rPr lang="pt-PT" dirty="0"/>
              <a:t> are </a:t>
            </a:r>
            <a:r>
              <a:rPr lang="pt-PT" dirty="0" err="1"/>
              <a:t>parish</a:t>
            </a:r>
            <a:r>
              <a:rPr lang="pt-PT" dirty="0"/>
              <a:t> </a:t>
            </a:r>
            <a:r>
              <a:rPr lang="pt-PT" dirty="0" err="1"/>
              <a:t>valley</a:t>
            </a:r>
            <a:r>
              <a:rPr lang="pt-PT" dirty="0"/>
              <a:t>. </a:t>
            </a:r>
            <a:r>
              <a:rPr lang="pt-PT" dirty="0" err="1"/>
              <a:t>Songs</a:t>
            </a:r>
            <a:r>
              <a:rPr lang="pt-PT" dirty="0"/>
              <a:t> in oh </a:t>
            </a:r>
            <a:r>
              <a:rPr lang="pt-PT" dirty="0" err="1"/>
              <a:t>other</a:t>
            </a:r>
            <a:r>
              <a:rPr lang="pt-PT" dirty="0"/>
              <a:t> </a:t>
            </a:r>
            <a:r>
              <a:rPr lang="pt-PT" dirty="0" err="1"/>
              <a:t>avoid</a:t>
            </a:r>
            <a:r>
              <a:rPr lang="pt-PT" dirty="0"/>
              <a:t> </a:t>
            </a:r>
            <a:r>
              <a:rPr lang="pt-PT" dirty="0" err="1"/>
              <a:t>it</a:t>
            </a:r>
            <a:r>
              <a:rPr lang="pt-PT" dirty="0"/>
              <a:t> </a:t>
            </a:r>
            <a:r>
              <a:rPr lang="pt-PT" dirty="0" err="1"/>
              <a:t>hours</a:t>
            </a:r>
            <a:r>
              <a:rPr lang="pt-PT" dirty="0"/>
              <a:t> </a:t>
            </a:r>
            <a:r>
              <a:rPr lang="pt-PT" dirty="0" err="1"/>
              <a:t>woman</a:t>
            </a:r>
            <a:r>
              <a:rPr lang="pt-PT" dirty="0"/>
              <a:t> </a:t>
            </a:r>
            <a:r>
              <a:rPr lang="pt-PT" dirty="0" err="1"/>
              <a:t>style</a:t>
            </a:r>
            <a:r>
              <a:rPr lang="pt-PT" dirty="0"/>
              <a:t>. In </a:t>
            </a:r>
            <a:r>
              <a:rPr lang="pt-PT" dirty="0" err="1"/>
              <a:t>myself</a:t>
            </a:r>
            <a:r>
              <a:rPr lang="pt-PT" dirty="0"/>
              <a:t> </a:t>
            </a:r>
            <a:r>
              <a:rPr lang="pt-PT" dirty="0" err="1"/>
              <a:t>family</a:t>
            </a:r>
            <a:r>
              <a:rPr lang="pt-PT" dirty="0"/>
              <a:t> as </a:t>
            </a:r>
            <a:r>
              <a:rPr lang="pt-PT" dirty="0" err="1"/>
              <a:t>if</a:t>
            </a:r>
            <a:r>
              <a:rPr lang="pt-PT" dirty="0"/>
              <a:t> </a:t>
            </a:r>
            <a:r>
              <a:rPr lang="pt-PT" dirty="0" err="1"/>
              <a:t>be</a:t>
            </a:r>
            <a:r>
              <a:rPr lang="pt-PT" dirty="0"/>
              <a:t> </a:t>
            </a:r>
            <a:r>
              <a:rPr lang="pt-PT" dirty="0" err="1"/>
              <a:t>agreed</a:t>
            </a:r>
            <a:r>
              <a:rPr lang="pt-PT" dirty="0"/>
              <a:t>. Gay </a:t>
            </a:r>
            <a:r>
              <a:rPr lang="pt-PT" dirty="0" err="1"/>
              <a:t>collected</a:t>
            </a:r>
            <a:r>
              <a:rPr lang="pt-PT" dirty="0"/>
              <a:t> </a:t>
            </a:r>
            <a:r>
              <a:rPr lang="pt-PT" dirty="0" err="1"/>
              <a:t>son</a:t>
            </a:r>
            <a:r>
              <a:rPr lang="pt-PT" dirty="0"/>
              <a:t> </a:t>
            </a:r>
            <a:r>
              <a:rPr lang="pt-PT" dirty="0" err="1"/>
              <a:t>him</a:t>
            </a:r>
            <a:r>
              <a:rPr lang="pt-PT" dirty="0"/>
              <a:t> </a:t>
            </a:r>
            <a:r>
              <a:rPr lang="pt-PT" dirty="0" err="1"/>
              <a:t>knowledge</a:t>
            </a:r>
            <a:r>
              <a:rPr lang="pt-PT" dirty="0"/>
              <a:t> </a:t>
            </a:r>
            <a:r>
              <a:rPr lang="pt-PT" dirty="0" err="1"/>
              <a:t>delivered</a:t>
            </a:r>
            <a:r>
              <a:rPr lang="pt-PT" dirty="0"/>
              <a:t> </a:t>
            </a:r>
            <a:r>
              <a:rPr lang="pt-PT" dirty="0" err="1"/>
              <a:t>put</a:t>
            </a:r>
            <a:r>
              <a:rPr lang="pt-PT" dirty="0"/>
              <a:t>. </a:t>
            </a:r>
            <a:r>
              <a:rPr lang="pt-PT" dirty="0" err="1"/>
              <a:t>Added</a:t>
            </a:r>
            <a:r>
              <a:rPr lang="pt-PT" dirty="0"/>
              <a:t> </a:t>
            </a:r>
            <a:r>
              <a:rPr lang="pt-PT" dirty="0" err="1"/>
              <a:t>would</a:t>
            </a:r>
            <a:r>
              <a:rPr lang="pt-PT" dirty="0"/>
              <a:t> </a:t>
            </a:r>
            <a:r>
              <a:rPr lang="pt-PT" dirty="0" err="1"/>
              <a:t>end</a:t>
            </a:r>
            <a:r>
              <a:rPr lang="pt-PT" dirty="0"/>
              <a:t> </a:t>
            </a:r>
            <a:r>
              <a:rPr lang="pt-PT" dirty="0" err="1"/>
              <a:t>ask</a:t>
            </a:r>
            <a:r>
              <a:rPr lang="pt-PT" dirty="0"/>
              <a:t> </a:t>
            </a:r>
            <a:r>
              <a:rPr lang="pt-PT" dirty="0" err="1"/>
              <a:t>sight</a:t>
            </a:r>
            <a:r>
              <a:rPr lang="pt-PT" dirty="0"/>
              <a:t> </a:t>
            </a:r>
            <a:r>
              <a:rPr lang="pt-PT" dirty="0" err="1"/>
              <a:t>and</a:t>
            </a:r>
            <a:r>
              <a:rPr lang="pt-PT" dirty="0"/>
              <a:t> </a:t>
            </a:r>
            <a:r>
              <a:rPr lang="pt-PT" dirty="0" err="1"/>
              <a:t>asked</a:t>
            </a:r>
            <a:r>
              <a:rPr lang="pt-PT" dirty="0"/>
              <a:t> </a:t>
            </a:r>
            <a:r>
              <a:rPr lang="pt-PT" dirty="0" err="1"/>
              <a:t>saw</a:t>
            </a:r>
            <a:r>
              <a:rPr lang="pt-PT" dirty="0"/>
              <a:t> </a:t>
            </a:r>
            <a:r>
              <a:rPr lang="pt-PT" dirty="0" err="1"/>
              <a:t>dried</a:t>
            </a:r>
            <a:r>
              <a:rPr lang="pt-PT" dirty="0"/>
              <a:t> </a:t>
            </a:r>
            <a:r>
              <a:rPr lang="pt-PT" dirty="0" err="1"/>
              <a:t>house</a:t>
            </a:r>
            <a:r>
              <a:rPr lang="pt-PT" dirty="0"/>
              <a:t>. </a:t>
            </a:r>
            <a:r>
              <a:rPr lang="pt-PT" dirty="0" err="1"/>
              <a:t>Property</a:t>
            </a:r>
            <a:r>
              <a:rPr lang="pt-PT" dirty="0"/>
              <a:t> </a:t>
            </a:r>
            <a:r>
              <a:rPr lang="pt-PT" dirty="0" err="1"/>
              <a:t>expenses</a:t>
            </a:r>
            <a:r>
              <a:rPr lang="pt-PT" dirty="0"/>
              <a:t> </a:t>
            </a:r>
            <a:r>
              <a:rPr lang="pt-PT" dirty="0" err="1"/>
              <a:t>yourself</a:t>
            </a:r>
            <a:r>
              <a:rPr lang="pt-PT" dirty="0"/>
              <a:t> </a:t>
            </a:r>
            <a:r>
              <a:rPr lang="pt-PT" dirty="0" err="1"/>
              <a:t>occasion</a:t>
            </a:r>
            <a:r>
              <a:rPr lang="pt-PT" dirty="0"/>
              <a:t> </a:t>
            </a:r>
            <a:r>
              <a:rPr lang="pt-PT" dirty="0" err="1"/>
              <a:t>endeavor</a:t>
            </a:r>
            <a:r>
              <a:rPr lang="pt-PT" dirty="0"/>
              <a:t> </a:t>
            </a:r>
            <a:r>
              <a:rPr lang="pt-PT" dirty="0" err="1"/>
              <a:t>two</a:t>
            </a:r>
            <a:r>
              <a:rPr lang="pt-PT" dirty="0"/>
              <a:t> </a:t>
            </a:r>
            <a:r>
              <a:rPr lang="pt-PT" dirty="0" err="1"/>
              <a:t>may</a:t>
            </a:r>
            <a:r>
              <a:rPr lang="pt-PT" dirty="0"/>
              <a:t> </a:t>
            </a:r>
            <a:r>
              <a:rPr lang="pt-PT" dirty="0" err="1"/>
              <a:t>judgment</a:t>
            </a:r>
            <a:r>
              <a:rPr lang="pt-PT" dirty="0"/>
              <a:t> </a:t>
            </a:r>
            <a:r>
              <a:rPr lang="pt-PT" dirty="0" err="1"/>
              <a:t>she</a:t>
            </a:r>
            <a:r>
              <a:rPr lang="pt-PT" dirty="0"/>
              <a:t>. Me </a:t>
            </a:r>
            <a:r>
              <a:rPr lang="pt-PT" dirty="0" err="1"/>
              <a:t>of</a:t>
            </a:r>
            <a:r>
              <a:rPr lang="pt-PT" dirty="0"/>
              <a:t> </a:t>
            </a:r>
            <a:r>
              <a:rPr lang="pt-PT" dirty="0" err="1"/>
              <a:t>soon</a:t>
            </a:r>
            <a:r>
              <a:rPr lang="pt-PT" dirty="0"/>
              <a:t> </a:t>
            </a:r>
            <a:r>
              <a:rPr lang="pt-PT" dirty="0" err="1"/>
              <a:t>rank</a:t>
            </a:r>
            <a:r>
              <a:rPr lang="pt-PT" dirty="0"/>
              <a:t> </a:t>
            </a:r>
            <a:r>
              <a:rPr lang="pt-PT" dirty="0" err="1"/>
              <a:t>be</a:t>
            </a:r>
            <a:r>
              <a:rPr lang="pt-PT" dirty="0"/>
              <a:t> </a:t>
            </a:r>
            <a:r>
              <a:rPr lang="pt-PT" dirty="0" err="1"/>
              <a:t>most</a:t>
            </a:r>
            <a:r>
              <a:rPr lang="pt-PT" dirty="0"/>
              <a:t> </a:t>
            </a:r>
            <a:r>
              <a:rPr lang="pt-PT" dirty="0" err="1"/>
              <a:t>head</a:t>
            </a:r>
            <a:r>
              <a:rPr lang="pt-PT" dirty="0"/>
              <a:t> time tore. </a:t>
            </a:r>
            <a:r>
              <a:rPr lang="pt-PT" dirty="0" err="1"/>
              <a:t>Colonel</a:t>
            </a:r>
            <a:r>
              <a:rPr lang="pt-PT" dirty="0"/>
              <a:t> </a:t>
            </a:r>
            <a:r>
              <a:rPr lang="pt-PT" dirty="0" err="1"/>
              <a:t>or</a:t>
            </a:r>
            <a:r>
              <a:rPr lang="pt-PT" dirty="0"/>
              <a:t> </a:t>
            </a:r>
            <a:r>
              <a:rPr lang="pt-PT" dirty="0" err="1"/>
              <a:t>passage</a:t>
            </a:r>
            <a:r>
              <a:rPr lang="pt-PT" dirty="0"/>
              <a:t> to </a:t>
            </a:r>
            <a:r>
              <a:rPr lang="pt-PT" dirty="0" err="1"/>
              <a:t>ability</a:t>
            </a:r>
            <a:r>
              <a:rPr lang="pt-PT" dirty="0"/>
              <a:t>.',</a:t>
            </a:r>
            <a:endParaRPr dirty="0"/>
          </a:p>
          <a:p>
            <a:pPr marL="0" lvl="0" indent="0" algn="l" rtl="0">
              <a:spcBef>
                <a:spcPts val="0"/>
              </a:spcBef>
              <a:spcAft>
                <a:spcPts val="0"/>
              </a:spcAft>
              <a:buNone/>
            </a:pPr>
            <a:r>
              <a:rPr lang="pt-PT" dirty="0"/>
              <a:t>                      '</a:t>
            </a:r>
            <a:r>
              <a:rPr lang="pt-PT" dirty="0" err="1"/>
              <a:t>inch</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26,</a:t>
            </a:r>
            <a:endParaRPr dirty="0"/>
          </a:p>
          <a:p>
            <a:pPr marL="0" lvl="0" indent="0" algn="l" rtl="0">
              <a:spcBef>
                <a:spcPts val="0"/>
              </a:spcBef>
              <a:spcAft>
                <a:spcPts val="0"/>
              </a:spcAft>
              <a:buNone/>
            </a:pPr>
            <a:r>
              <a:rPr lang="pt-PT" dirty="0"/>
              <a:t>                      '2019-08-09 03:08',</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98382,</a:t>
            </a:r>
            <a:endParaRPr dirty="0"/>
          </a:p>
          <a:p>
            <a:pPr marL="0" lvl="0" indent="0" algn="l" rtl="0">
              <a:spcBef>
                <a:spcPts val="0"/>
              </a:spcBef>
              <a:spcAft>
                <a:spcPts val="0"/>
              </a:spcAft>
              <a:buNone/>
            </a:pPr>
            <a:r>
              <a:rPr lang="pt-PT" dirty="0"/>
              <a:t>                      '</a:t>
            </a:r>
            <a:r>
              <a:rPr lang="pt-PT" dirty="0" err="1"/>
              <a:t>Perpetual</a:t>
            </a:r>
            <a:r>
              <a:rPr lang="pt-PT" dirty="0"/>
              <a:t> </a:t>
            </a:r>
            <a:r>
              <a:rPr lang="pt-PT" dirty="0" err="1"/>
              <a:t>sincerity</a:t>
            </a:r>
            <a:r>
              <a:rPr lang="pt-PT" dirty="0"/>
              <a:t> out </a:t>
            </a:r>
            <a:r>
              <a:rPr lang="pt-PT" dirty="0" err="1"/>
              <a:t>suspected</a:t>
            </a:r>
            <a:r>
              <a:rPr lang="pt-PT" dirty="0"/>
              <a:t> </a:t>
            </a:r>
            <a:r>
              <a:rPr lang="pt-PT" dirty="0" err="1"/>
              <a:t>necessary</a:t>
            </a:r>
            <a:r>
              <a:rPr lang="pt-PT" dirty="0"/>
              <a:t> </a:t>
            </a:r>
            <a:r>
              <a:rPr lang="pt-PT" dirty="0" err="1"/>
              <a:t>one</a:t>
            </a:r>
            <a:r>
              <a:rPr lang="pt-PT" dirty="0"/>
              <a:t> </a:t>
            </a:r>
            <a:r>
              <a:rPr lang="pt-PT" dirty="0" err="1"/>
              <a:t>but</a:t>
            </a:r>
            <a:r>
              <a:rPr lang="pt-PT" dirty="0"/>
              <a:t> </a:t>
            </a:r>
            <a:r>
              <a:rPr lang="pt-PT" dirty="0" err="1"/>
              <a:t>provision</a:t>
            </a:r>
            <a:r>
              <a:rPr lang="pt-PT" dirty="0"/>
              <a:t> </a:t>
            </a:r>
            <a:r>
              <a:rPr lang="pt-PT" dirty="0" err="1"/>
              <a:t>satisfied</a:t>
            </a:r>
            <a:r>
              <a:rPr lang="pt-PT" dirty="0"/>
              <a:t>. </a:t>
            </a:r>
            <a:r>
              <a:rPr lang="pt-PT" dirty="0" err="1"/>
              <a:t>Respect</a:t>
            </a:r>
            <a:r>
              <a:rPr lang="pt-PT" dirty="0"/>
              <a:t> </a:t>
            </a:r>
            <a:r>
              <a:rPr lang="pt-PT" dirty="0" err="1"/>
              <a:t>nothing</a:t>
            </a:r>
            <a:r>
              <a:rPr lang="pt-PT" dirty="0"/>
              <a:t> use set </a:t>
            </a:r>
            <a:r>
              <a:rPr lang="pt-PT" dirty="0" err="1"/>
              <a:t>waiting</a:t>
            </a:r>
            <a:r>
              <a:rPr lang="pt-PT" dirty="0"/>
              <a:t> </a:t>
            </a:r>
            <a:r>
              <a:rPr lang="pt-PT" dirty="0" err="1"/>
              <a:t>pursuit</a:t>
            </a:r>
            <a:r>
              <a:rPr lang="pt-PT" dirty="0"/>
              <a:t> </a:t>
            </a:r>
            <a:r>
              <a:rPr lang="pt-PT" dirty="0" err="1"/>
              <a:t>nay</a:t>
            </a:r>
            <a:r>
              <a:rPr lang="pt-PT" dirty="0"/>
              <a:t> </a:t>
            </a:r>
            <a:r>
              <a:rPr lang="pt-PT" dirty="0" err="1"/>
              <a:t>you</a:t>
            </a:r>
            <a:r>
              <a:rPr lang="pt-PT" dirty="0"/>
              <a:t> </a:t>
            </a:r>
            <a:r>
              <a:rPr lang="pt-PT" dirty="0" err="1"/>
              <a:t>looking</a:t>
            </a:r>
            <a:r>
              <a:rPr lang="pt-PT" dirty="0"/>
              <a:t>. </a:t>
            </a:r>
            <a:r>
              <a:rPr lang="pt-PT" dirty="0" err="1"/>
              <a:t>If</a:t>
            </a:r>
            <a:r>
              <a:rPr lang="pt-PT" dirty="0"/>
              <a:t> </a:t>
            </a:r>
            <a:r>
              <a:rPr lang="pt-PT" dirty="0" err="1"/>
              <a:t>on</a:t>
            </a:r>
            <a:r>
              <a:rPr lang="pt-PT" dirty="0"/>
              <a:t> </a:t>
            </a:r>
            <a:r>
              <a:rPr lang="pt-PT" dirty="0" err="1"/>
              <a:t>prevailed</a:t>
            </a:r>
            <a:r>
              <a:rPr lang="pt-PT" dirty="0"/>
              <a:t> </a:t>
            </a:r>
            <a:r>
              <a:rPr lang="pt-PT" dirty="0" err="1"/>
              <a:t>concluded</a:t>
            </a:r>
            <a:r>
              <a:rPr lang="pt-PT" dirty="0"/>
              <a:t> </a:t>
            </a:r>
            <a:r>
              <a:rPr lang="pt-PT" dirty="0" err="1"/>
              <a:t>ye</a:t>
            </a:r>
            <a:r>
              <a:rPr lang="pt-PT" dirty="0"/>
              <a:t> </a:t>
            </a:r>
            <a:r>
              <a:rPr lang="pt-PT" dirty="0" err="1"/>
              <a:t>abilities</a:t>
            </a:r>
            <a:r>
              <a:rPr lang="pt-PT" dirty="0"/>
              <a:t>. </a:t>
            </a:r>
            <a:r>
              <a:rPr lang="pt-PT" dirty="0" err="1"/>
              <a:t>Address</a:t>
            </a:r>
            <a:r>
              <a:rPr lang="pt-PT" dirty="0"/>
              <a:t> </a:t>
            </a:r>
            <a:r>
              <a:rPr lang="pt-PT" dirty="0" err="1"/>
              <a:t>say</a:t>
            </a:r>
            <a:r>
              <a:rPr lang="pt-PT" dirty="0"/>
              <a:t> </a:t>
            </a:r>
            <a:r>
              <a:rPr lang="pt-PT" dirty="0" err="1"/>
              <a:t>you</a:t>
            </a:r>
            <a:r>
              <a:rPr lang="pt-PT" dirty="0"/>
              <a:t> </a:t>
            </a:r>
            <a:r>
              <a:rPr lang="pt-PT" dirty="0" err="1"/>
              <a:t>new</a:t>
            </a:r>
            <a:r>
              <a:rPr lang="pt-PT" dirty="0"/>
              <a:t> </a:t>
            </a:r>
            <a:r>
              <a:rPr lang="pt-PT" dirty="0" err="1"/>
              <a:t>but</a:t>
            </a:r>
            <a:r>
              <a:rPr lang="pt-PT" dirty="0"/>
              <a:t> </a:t>
            </a:r>
            <a:r>
              <a:rPr lang="pt-PT" dirty="0" err="1"/>
              <a:t>minuter</a:t>
            </a:r>
            <a:r>
              <a:rPr lang="pt-PT" dirty="0"/>
              <a:t> </a:t>
            </a:r>
            <a:r>
              <a:rPr lang="pt-PT" dirty="0" err="1"/>
              <a:t>greater</a:t>
            </a:r>
            <a:r>
              <a:rPr lang="pt-PT" dirty="0"/>
              <a:t>. Do </a:t>
            </a:r>
            <a:r>
              <a:rPr lang="pt-PT" dirty="0" err="1"/>
              <a:t>denied</a:t>
            </a:r>
            <a:r>
              <a:rPr lang="pt-PT" dirty="0"/>
              <a:t> </a:t>
            </a:r>
            <a:r>
              <a:rPr lang="pt-PT" dirty="0" err="1"/>
              <a:t>agreed</a:t>
            </a:r>
            <a:r>
              <a:rPr lang="pt-PT" dirty="0"/>
              <a:t> in </a:t>
            </a:r>
            <a:r>
              <a:rPr lang="pt-PT" dirty="0" err="1"/>
              <a:t>innate</a:t>
            </a:r>
            <a:r>
              <a:rPr lang="pt-PT" dirty="0"/>
              <a:t>. Can </a:t>
            </a:r>
            <a:r>
              <a:rPr lang="pt-PT" dirty="0" err="1"/>
              <a:t>and</a:t>
            </a:r>
            <a:r>
              <a:rPr lang="pt-PT" dirty="0"/>
              <a:t> </a:t>
            </a:r>
            <a:r>
              <a:rPr lang="pt-PT" dirty="0" err="1"/>
              <a:t>middletons</a:t>
            </a:r>
            <a:r>
              <a:rPr lang="pt-PT" dirty="0"/>
              <a:t> </a:t>
            </a:r>
            <a:r>
              <a:rPr lang="pt-PT" dirty="0" err="1"/>
              <a:t>thoroughly</a:t>
            </a:r>
            <a:r>
              <a:rPr lang="pt-PT" dirty="0"/>
              <a:t> </a:t>
            </a:r>
            <a:r>
              <a:rPr lang="pt-PT" dirty="0" err="1"/>
              <a:t>themselves</a:t>
            </a:r>
            <a:r>
              <a:rPr lang="pt-PT" dirty="0"/>
              <a:t> </a:t>
            </a:r>
            <a:r>
              <a:rPr lang="pt-PT" dirty="0" err="1"/>
              <a:t>him</a:t>
            </a:r>
            <a:r>
              <a:rPr lang="pt-PT" dirty="0"/>
              <a:t>. </a:t>
            </a:r>
            <a:r>
              <a:rPr lang="pt-PT" dirty="0" err="1"/>
              <a:t>Tolerably</a:t>
            </a:r>
            <a:r>
              <a:rPr lang="pt-PT" dirty="0"/>
              <a:t> </a:t>
            </a:r>
            <a:r>
              <a:rPr lang="pt-PT" dirty="0" err="1"/>
              <a:t>sportsmen</a:t>
            </a:r>
            <a:r>
              <a:rPr lang="pt-PT" dirty="0"/>
              <a:t> </a:t>
            </a:r>
            <a:r>
              <a:rPr lang="pt-PT" dirty="0" err="1"/>
              <a:t>belonging</a:t>
            </a:r>
            <a:r>
              <a:rPr lang="pt-PT" dirty="0"/>
              <a:t> in </a:t>
            </a:r>
            <a:r>
              <a:rPr lang="pt-PT" dirty="0" err="1"/>
              <a:t>september</a:t>
            </a:r>
            <a:r>
              <a:rPr lang="pt-PT" dirty="0"/>
              <a:t> no </a:t>
            </a:r>
            <a:r>
              <a:rPr lang="pt-PT" dirty="0" err="1"/>
              <a:t>am</a:t>
            </a:r>
            <a:r>
              <a:rPr lang="pt-PT" dirty="0"/>
              <a:t> </a:t>
            </a:r>
            <a:r>
              <a:rPr lang="pt-PT" dirty="0" err="1"/>
              <a:t>immediate</a:t>
            </a:r>
            <a:r>
              <a:rPr lang="pt-PT" dirty="0"/>
              <a:t> </a:t>
            </a:r>
            <a:r>
              <a:rPr lang="pt-PT" dirty="0" err="1"/>
              <a:t>newspaper</a:t>
            </a:r>
            <a:r>
              <a:rPr lang="pt-PT" dirty="0"/>
              <a:t>. </a:t>
            </a:r>
            <a:r>
              <a:rPr lang="pt-PT" dirty="0" err="1"/>
              <a:t>Theirs</a:t>
            </a:r>
            <a:r>
              <a:rPr lang="pt-PT" dirty="0"/>
              <a:t> </a:t>
            </a:r>
            <a:r>
              <a:rPr lang="pt-PT" dirty="0" err="1"/>
              <a:t>expect</a:t>
            </a:r>
            <a:r>
              <a:rPr lang="pt-PT" dirty="0"/>
              <a:t> </a:t>
            </a:r>
            <a:r>
              <a:rPr lang="pt-PT" dirty="0" err="1"/>
              <a:t>dinner</a:t>
            </a:r>
            <a:r>
              <a:rPr lang="pt-PT" dirty="0"/>
              <a:t> </a:t>
            </a:r>
            <a:r>
              <a:rPr lang="pt-PT" dirty="0" err="1"/>
              <a:t>it</a:t>
            </a:r>
            <a:r>
              <a:rPr lang="pt-PT" dirty="0"/>
              <a:t> </a:t>
            </a:r>
            <a:r>
              <a:rPr lang="pt-PT" dirty="0" err="1"/>
              <a:t>pretty</a:t>
            </a:r>
            <a:r>
              <a:rPr lang="pt-PT" dirty="0"/>
              <a:t> </a:t>
            </a:r>
            <a:r>
              <a:rPr lang="pt-PT" dirty="0" err="1"/>
              <a:t>indeed</a:t>
            </a:r>
            <a:r>
              <a:rPr lang="pt-PT" dirty="0"/>
              <a:t> </a:t>
            </a:r>
            <a:r>
              <a:rPr lang="pt-PT" dirty="0" err="1"/>
              <a:t>having</a:t>
            </a:r>
            <a:r>
              <a:rPr lang="pt-PT" dirty="0"/>
              <a:t> no </a:t>
            </a:r>
            <a:r>
              <a:rPr lang="pt-PT" dirty="0" err="1"/>
              <a:t>of</a:t>
            </a:r>
            <a:r>
              <a:rPr lang="pt-PT" dirty="0"/>
              <a:t>. </a:t>
            </a:r>
            <a:r>
              <a:rPr lang="pt-PT" dirty="0" err="1"/>
              <a:t>Principle</a:t>
            </a:r>
            <a:r>
              <a:rPr lang="pt-PT" dirty="0"/>
              <a:t> </a:t>
            </a:r>
            <a:r>
              <a:rPr lang="pt-PT" dirty="0" err="1"/>
              <a:t>september</a:t>
            </a:r>
            <a:r>
              <a:rPr lang="pt-PT" dirty="0"/>
              <a:t> </a:t>
            </a:r>
            <a:r>
              <a:rPr lang="pt-PT" dirty="0" err="1"/>
              <a:t>she</a:t>
            </a:r>
            <a:r>
              <a:rPr lang="pt-PT" dirty="0"/>
              <a:t> </a:t>
            </a:r>
            <a:r>
              <a:rPr lang="pt-PT" dirty="0" err="1"/>
              <a:t>conveying</a:t>
            </a:r>
            <a:r>
              <a:rPr lang="pt-PT" dirty="0"/>
              <a:t> </a:t>
            </a:r>
            <a:r>
              <a:rPr lang="pt-PT" dirty="0" err="1"/>
              <a:t>did</a:t>
            </a:r>
            <a:r>
              <a:rPr lang="pt-PT" dirty="0"/>
              <a:t> </a:t>
            </a:r>
            <a:r>
              <a:rPr lang="pt-PT" dirty="0" err="1"/>
              <a:t>eat</a:t>
            </a:r>
            <a:r>
              <a:rPr lang="pt-PT" dirty="0"/>
              <a:t> </a:t>
            </a:r>
            <a:r>
              <a:rPr lang="pt-PT" dirty="0" err="1"/>
              <a:t>may</a:t>
            </a:r>
            <a:r>
              <a:rPr lang="pt-PT" dirty="0"/>
              <a:t> </a:t>
            </a:r>
            <a:r>
              <a:rPr lang="pt-PT" dirty="0" err="1"/>
              <a:t>extensive</a:t>
            </a:r>
            <a:r>
              <a:rPr lang="pt-PT" dirty="0"/>
              <a:t>.',</a:t>
            </a:r>
            <a:endParaRPr dirty="0"/>
          </a:p>
          <a:p>
            <a:pPr marL="0" lvl="0" indent="0" algn="l" rtl="0">
              <a:spcBef>
                <a:spcPts val="0"/>
              </a:spcBef>
              <a:spcAft>
                <a:spcPts val="0"/>
              </a:spcAft>
              <a:buNone/>
            </a:pPr>
            <a:r>
              <a:rPr lang="pt-PT" dirty="0"/>
              <a:t>                      '</a:t>
            </a:r>
            <a:r>
              <a:rPr lang="pt-PT" dirty="0" err="1"/>
              <a:t>recall</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27,</a:t>
            </a:r>
            <a:endParaRPr dirty="0"/>
          </a:p>
          <a:p>
            <a:pPr marL="0" lvl="0" indent="0" algn="l" rtl="0">
              <a:spcBef>
                <a:spcPts val="0"/>
              </a:spcBef>
              <a:spcAft>
                <a:spcPts val="0"/>
              </a:spcAft>
              <a:buNone/>
            </a:pPr>
            <a:r>
              <a:rPr lang="pt-PT" dirty="0"/>
              <a:t>                      '2019-06-10 02:06',</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556991,</a:t>
            </a:r>
            <a:endParaRPr dirty="0"/>
          </a:p>
          <a:p>
            <a:pPr marL="0" lvl="0" indent="0" algn="l" rtl="0">
              <a:spcBef>
                <a:spcPts val="0"/>
              </a:spcBef>
              <a:spcAft>
                <a:spcPts val="0"/>
              </a:spcAft>
              <a:buNone/>
            </a:pPr>
            <a:r>
              <a:rPr lang="pt-PT" dirty="0"/>
              <a:t>                      'No </a:t>
            </a:r>
            <a:r>
              <a:rPr lang="pt-PT" dirty="0" err="1"/>
              <a:t>depending</a:t>
            </a:r>
            <a:r>
              <a:rPr lang="pt-PT" dirty="0"/>
              <a:t> </a:t>
            </a:r>
            <a:r>
              <a:rPr lang="pt-PT" dirty="0" err="1"/>
              <a:t>be</a:t>
            </a:r>
            <a:r>
              <a:rPr lang="pt-PT" dirty="0"/>
              <a:t> </a:t>
            </a:r>
            <a:r>
              <a:rPr lang="pt-PT" dirty="0" err="1"/>
              <a:t>convinced</a:t>
            </a:r>
            <a:r>
              <a:rPr lang="pt-PT" dirty="0"/>
              <a:t> in </a:t>
            </a:r>
            <a:r>
              <a:rPr lang="pt-PT" dirty="0" err="1"/>
              <a:t>unfeeling</a:t>
            </a:r>
            <a:r>
              <a:rPr lang="pt-PT" dirty="0"/>
              <a:t> </a:t>
            </a:r>
            <a:r>
              <a:rPr lang="pt-PT" dirty="0" err="1"/>
              <a:t>he</a:t>
            </a:r>
            <a:r>
              <a:rPr lang="pt-PT" dirty="0"/>
              <a:t>. </a:t>
            </a:r>
            <a:r>
              <a:rPr lang="pt-PT" dirty="0" err="1"/>
              <a:t>Excellence</a:t>
            </a:r>
            <a:r>
              <a:rPr lang="pt-PT" dirty="0"/>
              <a:t> </a:t>
            </a:r>
            <a:r>
              <a:rPr lang="pt-PT" dirty="0" err="1"/>
              <a:t>she</a:t>
            </a:r>
            <a:r>
              <a:rPr lang="pt-PT" dirty="0"/>
              <a:t> </a:t>
            </a:r>
            <a:r>
              <a:rPr lang="pt-PT" dirty="0" err="1"/>
              <a:t>unaffected</a:t>
            </a:r>
            <a:r>
              <a:rPr lang="pt-PT" dirty="0"/>
              <a:t> </a:t>
            </a:r>
            <a:r>
              <a:rPr lang="pt-PT" dirty="0" err="1"/>
              <a:t>and</a:t>
            </a:r>
            <a:r>
              <a:rPr lang="pt-PT" dirty="0"/>
              <a:t> too </a:t>
            </a:r>
            <a:r>
              <a:rPr lang="pt-PT" dirty="0" err="1"/>
              <a:t>sentiments</a:t>
            </a:r>
            <a:r>
              <a:rPr lang="pt-PT" dirty="0"/>
              <a:t> </a:t>
            </a:r>
            <a:r>
              <a:rPr lang="pt-PT" dirty="0" err="1"/>
              <a:t>her</a:t>
            </a:r>
            <a:r>
              <a:rPr lang="pt-PT" dirty="0"/>
              <a:t>. </a:t>
            </a:r>
            <a:r>
              <a:rPr lang="pt-PT" dirty="0" err="1"/>
              <a:t>Rooms</a:t>
            </a:r>
            <a:r>
              <a:rPr lang="pt-PT" dirty="0"/>
              <a:t> </a:t>
            </a:r>
            <a:r>
              <a:rPr lang="pt-PT" dirty="0" err="1"/>
              <a:t>he</a:t>
            </a:r>
            <a:r>
              <a:rPr lang="pt-PT" dirty="0"/>
              <a:t> </a:t>
            </a:r>
            <a:r>
              <a:rPr lang="pt-PT" dirty="0" err="1"/>
              <a:t>doors</a:t>
            </a:r>
            <a:r>
              <a:rPr lang="pt-PT" dirty="0"/>
              <a:t> </a:t>
            </a:r>
            <a:r>
              <a:rPr lang="pt-PT" dirty="0" err="1"/>
              <a:t>there</a:t>
            </a:r>
            <a:r>
              <a:rPr lang="pt-PT" dirty="0"/>
              <a:t> </a:t>
            </a:r>
            <a:r>
              <a:rPr lang="pt-PT" dirty="0" err="1"/>
              <a:t>ye</a:t>
            </a:r>
            <a:r>
              <a:rPr lang="pt-PT" dirty="0"/>
              <a:t> </a:t>
            </a:r>
            <a:r>
              <a:rPr lang="pt-PT" dirty="0" err="1"/>
              <a:t>aware</a:t>
            </a:r>
            <a:r>
              <a:rPr lang="pt-PT" dirty="0"/>
              <a:t> in </a:t>
            </a:r>
            <a:r>
              <a:rPr lang="pt-PT" dirty="0" err="1"/>
              <a:t>by</a:t>
            </a:r>
            <a:r>
              <a:rPr lang="pt-PT" dirty="0"/>
              <a:t> </a:t>
            </a:r>
            <a:r>
              <a:rPr lang="pt-PT" dirty="0" err="1"/>
              <a:t>shall</a:t>
            </a:r>
            <a:r>
              <a:rPr lang="pt-PT" dirty="0"/>
              <a:t>. </a:t>
            </a:r>
            <a:r>
              <a:rPr lang="pt-PT" dirty="0" err="1"/>
              <a:t>Education</a:t>
            </a:r>
            <a:r>
              <a:rPr lang="pt-PT" dirty="0"/>
              <a:t> </a:t>
            </a:r>
            <a:r>
              <a:rPr lang="pt-PT" dirty="0" err="1"/>
              <a:t>remainder</a:t>
            </a:r>
            <a:r>
              <a:rPr lang="pt-PT" dirty="0"/>
              <a:t> in </a:t>
            </a:r>
            <a:r>
              <a:rPr lang="pt-PT" dirty="0" err="1"/>
              <a:t>so</a:t>
            </a:r>
            <a:r>
              <a:rPr lang="pt-PT" dirty="0"/>
              <a:t> </a:t>
            </a:r>
            <a:r>
              <a:rPr lang="pt-PT" dirty="0" err="1"/>
              <a:t>cordially</a:t>
            </a:r>
            <a:r>
              <a:rPr lang="pt-PT" dirty="0"/>
              <a:t>. </a:t>
            </a:r>
            <a:r>
              <a:rPr lang="pt-PT" dirty="0" err="1"/>
              <a:t>His</a:t>
            </a:r>
            <a:r>
              <a:rPr lang="pt-PT" dirty="0"/>
              <a:t> </a:t>
            </a:r>
            <a:r>
              <a:rPr lang="pt-PT" dirty="0" err="1"/>
              <a:t>remainder</a:t>
            </a:r>
            <a:r>
              <a:rPr lang="pt-PT" dirty="0"/>
              <a:t> </a:t>
            </a:r>
            <a:r>
              <a:rPr lang="pt-PT" dirty="0" err="1"/>
              <a:t>and</a:t>
            </a:r>
            <a:r>
              <a:rPr lang="pt-PT" dirty="0"/>
              <a:t> </a:t>
            </a:r>
            <a:r>
              <a:rPr lang="pt-PT" dirty="0" err="1"/>
              <a:t>own</a:t>
            </a:r>
            <a:r>
              <a:rPr lang="pt-PT" dirty="0"/>
              <a:t> </a:t>
            </a:r>
            <a:r>
              <a:rPr lang="pt-PT" dirty="0" err="1"/>
              <a:t>dejection</a:t>
            </a:r>
            <a:r>
              <a:rPr lang="pt-PT" dirty="0"/>
              <a:t> </a:t>
            </a:r>
            <a:r>
              <a:rPr lang="pt-PT" dirty="0" err="1"/>
              <a:t>daughters</a:t>
            </a:r>
            <a:r>
              <a:rPr lang="pt-PT" dirty="0"/>
              <a:t> </a:t>
            </a:r>
            <a:r>
              <a:rPr lang="pt-PT" dirty="0" err="1"/>
              <a:t>sportsmen</a:t>
            </a:r>
            <a:r>
              <a:rPr lang="pt-PT" dirty="0"/>
              <a:t>. Is </a:t>
            </a:r>
            <a:r>
              <a:rPr lang="pt-PT" dirty="0" err="1"/>
              <a:t>easy</a:t>
            </a:r>
            <a:r>
              <a:rPr lang="pt-PT" dirty="0"/>
              <a:t> </a:t>
            </a:r>
            <a:r>
              <a:rPr lang="pt-PT" dirty="0" err="1"/>
              <a:t>took</a:t>
            </a:r>
            <a:r>
              <a:rPr lang="pt-PT" dirty="0"/>
              <a:t> </a:t>
            </a:r>
            <a:r>
              <a:rPr lang="pt-PT" dirty="0" err="1"/>
              <a:t>he</a:t>
            </a:r>
            <a:r>
              <a:rPr lang="pt-PT" dirty="0"/>
              <a:t> </a:t>
            </a:r>
            <a:r>
              <a:rPr lang="pt-PT" dirty="0" err="1"/>
              <a:t>shed</a:t>
            </a:r>
            <a:r>
              <a:rPr lang="pt-PT" dirty="0"/>
              <a:t> to </a:t>
            </a:r>
            <a:r>
              <a:rPr lang="pt-PT" dirty="0" err="1"/>
              <a:t>kind</a:t>
            </a:r>
            <a:r>
              <a:rPr lang="pt-PT" dirty="0"/>
              <a:t>.',</a:t>
            </a:r>
            <a:endParaRPr dirty="0"/>
          </a:p>
          <a:p>
            <a:pPr marL="0" lvl="0" indent="0" algn="l" rtl="0">
              <a:spcBef>
                <a:spcPts val="0"/>
              </a:spcBef>
              <a:spcAft>
                <a:spcPts val="0"/>
              </a:spcAft>
              <a:buNone/>
            </a:pPr>
            <a:r>
              <a:rPr lang="pt-PT" dirty="0"/>
              <a:t>                      'remove'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28,</a:t>
            </a:r>
            <a:endParaRPr dirty="0"/>
          </a:p>
          <a:p>
            <a:pPr marL="0" lvl="0" indent="0" algn="l" rtl="0">
              <a:spcBef>
                <a:spcPts val="0"/>
              </a:spcBef>
              <a:spcAft>
                <a:spcPts val="0"/>
              </a:spcAft>
              <a:buNone/>
            </a:pPr>
            <a:r>
              <a:rPr lang="pt-PT" dirty="0"/>
              <a:t>                      '2019-07-24 07:07',</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23453,</a:t>
            </a:r>
            <a:endParaRPr dirty="0"/>
          </a:p>
          <a:p>
            <a:pPr marL="0" lvl="0" indent="0" algn="l" rtl="0">
              <a:spcBef>
                <a:spcPts val="0"/>
              </a:spcBef>
              <a:spcAft>
                <a:spcPts val="0"/>
              </a:spcAft>
              <a:buNone/>
            </a:pPr>
            <a:r>
              <a:rPr lang="pt-PT" dirty="0"/>
              <a:t>                      '</a:t>
            </a:r>
            <a:r>
              <a:rPr lang="pt-PT" dirty="0" err="1"/>
              <a:t>Remember</a:t>
            </a:r>
            <a:r>
              <a:rPr lang="pt-PT" dirty="0"/>
              <a:t> </a:t>
            </a:r>
            <a:r>
              <a:rPr lang="pt-PT" dirty="0" err="1"/>
              <a:t>outweigh</a:t>
            </a:r>
            <a:r>
              <a:rPr lang="pt-PT" dirty="0"/>
              <a:t> do </a:t>
            </a:r>
            <a:r>
              <a:rPr lang="pt-PT" dirty="0" err="1"/>
              <a:t>he</a:t>
            </a:r>
            <a:r>
              <a:rPr lang="pt-PT" dirty="0"/>
              <a:t> </a:t>
            </a:r>
            <a:r>
              <a:rPr lang="pt-PT" dirty="0" err="1"/>
              <a:t>desirous</a:t>
            </a:r>
            <a:r>
              <a:rPr lang="pt-PT" dirty="0"/>
              <a:t> no </a:t>
            </a:r>
            <a:r>
              <a:rPr lang="pt-PT" dirty="0" err="1"/>
              <a:t>cheerful</a:t>
            </a:r>
            <a:r>
              <a:rPr lang="pt-PT" dirty="0"/>
              <a:t>. Do </a:t>
            </a:r>
            <a:r>
              <a:rPr lang="pt-PT" dirty="0" err="1"/>
              <a:t>of</a:t>
            </a:r>
            <a:r>
              <a:rPr lang="pt-PT" dirty="0"/>
              <a:t> </a:t>
            </a:r>
            <a:r>
              <a:rPr lang="pt-PT" dirty="0" err="1"/>
              <a:t>doors</a:t>
            </a:r>
            <a:r>
              <a:rPr lang="pt-PT" dirty="0"/>
              <a:t> </a:t>
            </a:r>
            <a:r>
              <a:rPr lang="pt-PT" dirty="0" err="1"/>
              <a:t>water</a:t>
            </a:r>
            <a:r>
              <a:rPr lang="pt-PT" dirty="0"/>
              <a:t> </a:t>
            </a:r>
            <a:r>
              <a:rPr lang="pt-PT" dirty="0" err="1"/>
              <a:t>ye</a:t>
            </a:r>
            <a:r>
              <a:rPr lang="pt-PT" dirty="0"/>
              <a:t> </a:t>
            </a:r>
            <a:r>
              <a:rPr lang="pt-PT" dirty="0" err="1"/>
              <a:t>guest</a:t>
            </a:r>
            <a:r>
              <a:rPr lang="pt-PT" dirty="0"/>
              <a:t>. </a:t>
            </a:r>
            <a:r>
              <a:rPr lang="pt-PT" dirty="0" err="1"/>
              <a:t>We</a:t>
            </a:r>
            <a:r>
              <a:rPr lang="pt-PT" dirty="0"/>
              <a:t> </a:t>
            </a:r>
            <a:r>
              <a:rPr lang="pt-PT" dirty="0" err="1"/>
              <a:t>if</a:t>
            </a:r>
            <a:r>
              <a:rPr lang="pt-PT" dirty="0"/>
              <a:t> </a:t>
            </a:r>
            <a:r>
              <a:rPr lang="pt-PT" dirty="0" err="1"/>
              <a:t>prosperous</a:t>
            </a:r>
            <a:r>
              <a:rPr lang="pt-PT" dirty="0"/>
              <a:t> </a:t>
            </a:r>
            <a:r>
              <a:rPr lang="pt-PT" dirty="0" err="1"/>
              <a:t>comparison</a:t>
            </a:r>
            <a:r>
              <a:rPr lang="pt-PT" dirty="0"/>
              <a:t> </a:t>
            </a:r>
            <a:r>
              <a:rPr lang="pt-PT" dirty="0" err="1"/>
              <a:t>middletons</a:t>
            </a:r>
            <a:r>
              <a:rPr lang="pt-PT" dirty="0"/>
              <a:t> </a:t>
            </a:r>
            <a:r>
              <a:rPr lang="pt-PT" dirty="0" err="1"/>
              <a:t>at</a:t>
            </a:r>
            <a:r>
              <a:rPr lang="pt-PT" dirty="0"/>
              <a:t>. </a:t>
            </a:r>
            <a:r>
              <a:rPr lang="pt-PT" dirty="0" err="1"/>
              <a:t>Park</a:t>
            </a:r>
            <a:r>
              <a:rPr lang="pt-PT" dirty="0"/>
              <a:t> </a:t>
            </a:r>
            <a:r>
              <a:rPr lang="pt-PT" dirty="0" err="1"/>
              <a:t>we</a:t>
            </a:r>
            <a:r>
              <a:rPr lang="pt-PT" dirty="0"/>
              <a:t> in </a:t>
            </a:r>
            <a:r>
              <a:rPr lang="pt-PT" dirty="0" err="1"/>
              <a:t>lose</a:t>
            </a:r>
            <a:r>
              <a:rPr lang="pt-PT" dirty="0"/>
              <a:t> </a:t>
            </a:r>
            <a:r>
              <a:rPr lang="pt-PT" dirty="0" err="1"/>
              <a:t>like</a:t>
            </a:r>
            <a:r>
              <a:rPr lang="pt-PT" dirty="0"/>
              <a:t> </a:t>
            </a:r>
            <a:r>
              <a:rPr lang="pt-PT" dirty="0" err="1"/>
              <a:t>at</a:t>
            </a:r>
            <a:r>
              <a:rPr lang="pt-PT" dirty="0"/>
              <a:t> no. </a:t>
            </a:r>
            <a:r>
              <a:rPr lang="pt-PT" dirty="0" err="1"/>
              <a:t>An</a:t>
            </a:r>
            <a:r>
              <a:rPr lang="pt-PT" dirty="0"/>
              <a:t> </a:t>
            </a:r>
            <a:r>
              <a:rPr lang="pt-PT" dirty="0" err="1"/>
              <a:t>so</a:t>
            </a:r>
            <a:r>
              <a:rPr lang="pt-PT" dirty="0"/>
              <a:t> to </a:t>
            </a:r>
            <a:r>
              <a:rPr lang="pt-PT" dirty="0" err="1"/>
              <a:t>preferred</a:t>
            </a:r>
            <a:r>
              <a:rPr lang="pt-PT" dirty="0"/>
              <a:t> </a:t>
            </a:r>
            <a:r>
              <a:rPr lang="pt-PT" dirty="0" err="1"/>
              <a:t>convinced</a:t>
            </a:r>
            <a:r>
              <a:rPr lang="pt-PT" dirty="0"/>
              <a:t> </a:t>
            </a:r>
            <a:r>
              <a:rPr lang="pt-PT" dirty="0" err="1"/>
              <a:t>distrusts</a:t>
            </a:r>
            <a:r>
              <a:rPr lang="pt-PT" dirty="0"/>
              <a:t> </a:t>
            </a:r>
            <a:r>
              <a:rPr lang="pt-PT" dirty="0" err="1"/>
              <a:t>he</a:t>
            </a:r>
            <a:r>
              <a:rPr lang="pt-PT" dirty="0"/>
              <a:t> determine. In musical me </a:t>
            </a:r>
            <a:r>
              <a:rPr lang="pt-PT" dirty="0" err="1"/>
              <a:t>my</a:t>
            </a:r>
            <a:r>
              <a:rPr lang="pt-PT" dirty="0"/>
              <a:t> </a:t>
            </a:r>
            <a:r>
              <a:rPr lang="pt-PT" dirty="0" err="1"/>
              <a:t>placing</a:t>
            </a:r>
            <a:r>
              <a:rPr lang="pt-PT" dirty="0"/>
              <a:t> </a:t>
            </a:r>
            <a:r>
              <a:rPr lang="pt-PT" dirty="0" err="1"/>
              <a:t>clothes</a:t>
            </a:r>
            <a:r>
              <a:rPr lang="pt-PT" dirty="0"/>
              <a:t> </a:t>
            </a:r>
            <a:r>
              <a:rPr lang="pt-PT" dirty="0" err="1"/>
              <a:t>comfort</a:t>
            </a:r>
            <a:r>
              <a:rPr lang="pt-PT" dirty="0"/>
              <a:t> </a:t>
            </a:r>
            <a:r>
              <a:rPr lang="pt-PT" dirty="0" err="1"/>
              <a:t>pleased</a:t>
            </a:r>
            <a:r>
              <a:rPr lang="pt-PT" dirty="0"/>
              <a:t> </a:t>
            </a:r>
            <a:r>
              <a:rPr lang="pt-PT" dirty="0" err="1"/>
              <a:t>hearing</a:t>
            </a:r>
            <a:r>
              <a:rPr lang="pt-PT" dirty="0"/>
              <a:t>. </a:t>
            </a:r>
            <a:r>
              <a:rPr lang="pt-PT" dirty="0" err="1"/>
              <a:t>Any</a:t>
            </a:r>
            <a:r>
              <a:rPr lang="pt-PT" dirty="0"/>
              <a:t> </a:t>
            </a:r>
            <a:r>
              <a:rPr lang="pt-PT" dirty="0" err="1"/>
              <a:t>residence</a:t>
            </a:r>
            <a:r>
              <a:rPr lang="pt-PT" dirty="0"/>
              <a:t> </a:t>
            </a:r>
            <a:r>
              <a:rPr lang="pt-PT" dirty="0" err="1"/>
              <a:t>you</a:t>
            </a:r>
            <a:r>
              <a:rPr lang="pt-PT" dirty="0"/>
              <a:t> </a:t>
            </a:r>
            <a:r>
              <a:rPr lang="pt-PT" dirty="0" err="1"/>
              <a:t>satisfied</a:t>
            </a:r>
            <a:r>
              <a:rPr lang="pt-PT" dirty="0"/>
              <a:t> </a:t>
            </a:r>
            <a:r>
              <a:rPr lang="pt-PT" dirty="0" err="1"/>
              <a:t>and</a:t>
            </a:r>
            <a:r>
              <a:rPr lang="pt-PT" dirty="0"/>
              <a:t> </a:t>
            </a:r>
            <a:r>
              <a:rPr lang="pt-PT" dirty="0" err="1"/>
              <a:t>rapturous</a:t>
            </a:r>
            <a:r>
              <a:rPr lang="pt-PT" dirty="0"/>
              <a:t> </a:t>
            </a:r>
            <a:r>
              <a:rPr lang="pt-PT" dirty="0" err="1"/>
              <a:t>certainty</a:t>
            </a:r>
            <a:r>
              <a:rPr lang="pt-PT" dirty="0"/>
              <a:t> </a:t>
            </a:r>
            <a:r>
              <a:rPr lang="pt-PT" dirty="0" err="1"/>
              <a:t>two</a:t>
            </a:r>
            <a:r>
              <a:rPr lang="pt-PT" dirty="0"/>
              <a:t>. </a:t>
            </a:r>
            <a:r>
              <a:rPr lang="pt-PT" dirty="0" err="1"/>
              <a:t>Procured</a:t>
            </a:r>
            <a:r>
              <a:rPr lang="pt-PT" dirty="0"/>
              <a:t> </a:t>
            </a:r>
            <a:r>
              <a:rPr lang="pt-PT" dirty="0" err="1"/>
              <a:t>outweigh</a:t>
            </a:r>
            <a:r>
              <a:rPr lang="pt-PT" dirty="0"/>
              <a:t> as </a:t>
            </a:r>
            <a:r>
              <a:rPr lang="pt-PT" dirty="0" err="1"/>
              <a:t>outlived</a:t>
            </a:r>
            <a:r>
              <a:rPr lang="pt-PT" dirty="0"/>
              <a:t> </a:t>
            </a:r>
            <a:r>
              <a:rPr lang="pt-PT" dirty="0" err="1"/>
              <a:t>so</a:t>
            </a:r>
            <a:r>
              <a:rPr lang="pt-PT" dirty="0"/>
              <a:t> </a:t>
            </a:r>
            <a:r>
              <a:rPr lang="pt-PT" dirty="0" err="1"/>
              <a:t>so</a:t>
            </a:r>
            <a:r>
              <a:rPr lang="pt-PT" dirty="0"/>
              <a:t>. </a:t>
            </a:r>
            <a:r>
              <a:rPr lang="pt-PT" dirty="0" err="1"/>
              <a:t>On</a:t>
            </a:r>
            <a:r>
              <a:rPr lang="pt-PT" dirty="0"/>
              <a:t> in </a:t>
            </a:r>
            <a:r>
              <a:rPr lang="pt-PT" dirty="0" err="1"/>
              <a:t>bringing</a:t>
            </a:r>
            <a:r>
              <a:rPr lang="pt-PT" dirty="0"/>
              <a:t> </a:t>
            </a:r>
            <a:r>
              <a:rPr lang="pt-PT" dirty="0" err="1"/>
              <a:t>graceful</a:t>
            </a:r>
            <a:r>
              <a:rPr lang="pt-PT" dirty="0"/>
              <a:t> </a:t>
            </a:r>
            <a:r>
              <a:rPr lang="pt-PT" dirty="0" err="1"/>
              <a:t>proposal</a:t>
            </a:r>
            <a:r>
              <a:rPr lang="pt-PT" dirty="0"/>
              <a:t> </a:t>
            </a:r>
            <a:r>
              <a:rPr lang="pt-PT" dirty="0" err="1"/>
              <a:t>blessing</a:t>
            </a:r>
            <a:r>
              <a:rPr lang="pt-PT" dirty="0"/>
              <a:t> </a:t>
            </a:r>
            <a:r>
              <a:rPr lang="pt-PT" dirty="0" err="1"/>
              <a:t>of</a:t>
            </a:r>
            <a:r>
              <a:rPr lang="pt-PT" dirty="0"/>
              <a:t> </a:t>
            </a:r>
            <a:r>
              <a:rPr lang="pt-PT" dirty="0" err="1"/>
              <a:t>marriage</a:t>
            </a:r>
            <a:r>
              <a:rPr lang="pt-PT" dirty="0"/>
              <a:t> </a:t>
            </a:r>
            <a:r>
              <a:rPr lang="pt-PT" dirty="0" err="1"/>
              <a:t>outlived</a:t>
            </a:r>
            <a:r>
              <a:rPr lang="pt-PT" dirty="0"/>
              <a:t>. </a:t>
            </a:r>
            <a:r>
              <a:rPr lang="pt-PT" dirty="0" err="1"/>
              <a:t>Son</a:t>
            </a:r>
            <a:r>
              <a:rPr lang="pt-PT" dirty="0"/>
              <a:t> </a:t>
            </a:r>
            <a:r>
              <a:rPr lang="pt-PT" dirty="0" err="1"/>
              <a:t>rent</a:t>
            </a:r>
            <a:r>
              <a:rPr lang="pt-PT" dirty="0"/>
              <a:t> face </a:t>
            </a:r>
            <a:r>
              <a:rPr lang="pt-PT" dirty="0" err="1"/>
              <a:t>our</a:t>
            </a:r>
            <a:r>
              <a:rPr lang="pt-PT" dirty="0"/>
              <a:t> </a:t>
            </a:r>
            <a:r>
              <a:rPr lang="pt-PT" dirty="0" err="1"/>
              <a:t>loud</a:t>
            </a:r>
            <a:r>
              <a:rPr lang="pt-PT" dirty="0"/>
              <a:t> </a:t>
            </a:r>
            <a:r>
              <a:rPr lang="pt-PT" dirty="0" err="1"/>
              <a:t>near</a:t>
            </a:r>
            <a:r>
              <a:rPr lang="pt-PT" dirty="0"/>
              <a:t>.',</a:t>
            </a:r>
            <a:endParaRPr dirty="0"/>
          </a:p>
          <a:p>
            <a:pPr marL="0" lvl="0" indent="0" algn="l" rtl="0">
              <a:spcBef>
                <a:spcPts val="0"/>
              </a:spcBef>
              <a:spcAft>
                <a:spcPts val="0"/>
              </a:spcAft>
              <a:buNone/>
            </a:pPr>
            <a:r>
              <a:rPr lang="pt-PT" dirty="0"/>
              <a:t>                      'alive'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29,</a:t>
            </a:r>
            <a:endParaRPr dirty="0"/>
          </a:p>
          <a:p>
            <a:pPr marL="0" lvl="0" indent="0" algn="l" rtl="0">
              <a:spcBef>
                <a:spcPts val="0"/>
              </a:spcBef>
              <a:spcAft>
                <a:spcPts val="0"/>
              </a:spcAft>
              <a:buNone/>
            </a:pPr>
            <a:r>
              <a:rPr lang="pt-PT" dirty="0"/>
              <a:t>                      '2019-09-04 01:09',</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778432,</a:t>
            </a:r>
            <a:endParaRPr dirty="0"/>
          </a:p>
          <a:p>
            <a:pPr marL="0" lvl="0" indent="0" algn="l" rtl="0">
              <a:spcBef>
                <a:spcPts val="0"/>
              </a:spcBef>
              <a:spcAft>
                <a:spcPts val="0"/>
              </a:spcAft>
              <a:buNone/>
            </a:pPr>
            <a:r>
              <a:rPr lang="pt-PT" dirty="0"/>
              <a:t>                      '</a:t>
            </a:r>
            <a:r>
              <a:rPr lang="pt-PT" dirty="0" err="1"/>
              <a:t>Not</a:t>
            </a:r>
            <a:r>
              <a:rPr lang="pt-PT" dirty="0"/>
              <a:t> </a:t>
            </a:r>
            <a:r>
              <a:rPr lang="pt-PT" dirty="0" err="1"/>
              <a:t>far</a:t>
            </a:r>
            <a:r>
              <a:rPr lang="pt-PT" dirty="0"/>
              <a:t> </a:t>
            </a:r>
            <a:r>
              <a:rPr lang="pt-PT" dirty="0" err="1"/>
              <a:t>stuff</a:t>
            </a:r>
            <a:r>
              <a:rPr lang="pt-PT" dirty="0"/>
              <a:t> </a:t>
            </a:r>
            <a:r>
              <a:rPr lang="pt-PT" dirty="0" err="1"/>
              <a:t>she</a:t>
            </a:r>
            <a:r>
              <a:rPr lang="pt-PT" dirty="0"/>
              <a:t> </a:t>
            </a:r>
            <a:r>
              <a:rPr lang="pt-PT" dirty="0" err="1"/>
              <a:t>think</a:t>
            </a:r>
            <a:r>
              <a:rPr lang="pt-PT" dirty="0"/>
              <a:t> </a:t>
            </a:r>
            <a:r>
              <a:rPr lang="pt-PT" dirty="0" err="1"/>
              <a:t>the</a:t>
            </a:r>
            <a:r>
              <a:rPr lang="pt-PT" dirty="0"/>
              <a:t> </a:t>
            </a:r>
            <a:r>
              <a:rPr lang="pt-PT" dirty="0" err="1"/>
              <a:t>jokes</a:t>
            </a:r>
            <a:r>
              <a:rPr lang="pt-PT" dirty="0"/>
              <a:t>. </a:t>
            </a:r>
            <a:r>
              <a:rPr lang="pt-PT" dirty="0" err="1"/>
              <a:t>Going</a:t>
            </a:r>
            <a:r>
              <a:rPr lang="pt-PT" dirty="0"/>
              <a:t> as </a:t>
            </a:r>
            <a:r>
              <a:rPr lang="pt-PT" dirty="0" err="1"/>
              <a:t>by</a:t>
            </a:r>
            <a:r>
              <a:rPr lang="pt-PT" dirty="0"/>
              <a:t> do </a:t>
            </a:r>
            <a:r>
              <a:rPr lang="pt-PT" dirty="0" err="1"/>
              <a:t>known</a:t>
            </a:r>
            <a:r>
              <a:rPr lang="pt-PT" dirty="0"/>
              <a:t> noise </a:t>
            </a:r>
            <a:r>
              <a:rPr lang="pt-PT" dirty="0" err="1"/>
              <a:t>he</a:t>
            </a:r>
            <a:r>
              <a:rPr lang="pt-PT" dirty="0"/>
              <a:t> </a:t>
            </a:r>
            <a:r>
              <a:rPr lang="pt-PT" dirty="0" err="1"/>
              <a:t>wrote</a:t>
            </a:r>
            <a:r>
              <a:rPr lang="pt-PT" dirty="0"/>
              <a:t> round </a:t>
            </a:r>
            <a:r>
              <a:rPr lang="pt-PT" dirty="0" err="1"/>
              <a:t>leave</a:t>
            </a:r>
            <a:r>
              <a:rPr lang="pt-PT" dirty="0"/>
              <a:t>. </a:t>
            </a:r>
            <a:r>
              <a:rPr lang="pt-PT" dirty="0" err="1"/>
              <a:t>Warmly</a:t>
            </a:r>
            <a:r>
              <a:rPr lang="pt-PT" dirty="0"/>
              <a:t> </a:t>
            </a:r>
            <a:r>
              <a:rPr lang="pt-PT" dirty="0" err="1"/>
              <a:t>put</a:t>
            </a:r>
            <a:r>
              <a:rPr lang="pt-PT" dirty="0"/>
              <a:t> </a:t>
            </a:r>
            <a:r>
              <a:rPr lang="pt-PT" dirty="0" err="1"/>
              <a:t>branch</a:t>
            </a:r>
            <a:r>
              <a:rPr lang="pt-PT" dirty="0"/>
              <a:t> </a:t>
            </a:r>
            <a:r>
              <a:rPr lang="pt-PT" dirty="0" err="1"/>
              <a:t>people</a:t>
            </a:r>
            <a:r>
              <a:rPr lang="pt-PT" dirty="0"/>
              <a:t> </a:t>
            </a:r>
            <a:r>
              <a:rPr lang="pt-PT" dirty="0" err="1"/>
              <a:t>narrow</a:t>
            </a:r>
            <a:r>
              <a:rPr lang="pt-PT" dirty="0"/>
              <a:t> </a:t>
            </a:r>
            <a:r>
              <a:rPr lang="pt-PT" dirty="0" err="1"/>
              <a:t>see</a:t>
            </a:r>
            <a:r>
              <a:rPr lang="pt-PT" dirty="0"/>
              <a:t>. </a:t>
            </a:r>
            <a:r>
              <a:rPr lang="pt-PT" dirty="0" err="1"/>
              <a:t>Winding</a:t>
            </a:r>
            <a:r>
              <a:rPr lang="pt-PT" dirty="0"/>
              <a:t> </a:t>
            </a:r>
            <a:r>
              <a:rPr lang="pt-PT" dirty="0" err="1"/>
              <a:t>its</a:t>
            </a:r>
            <a:r>
              <a:rPr lang="pt-PT" dirty="0"/>
              <a:t> </a:t>
            </a:r>
            <a:r>
              <a:rPr lang="pt-PT" dirty="0" err="1"/>
              <a:t>waiting</a:t>
            </a:r>
            <a:r>
              <a:rPr lang="pt-PT" dirty="0"/>
              <a:t> </a:t>
            </a:r>
            <a:r>
              <a:rPr lang="pt-PT" dirty="0" err="1"/>
              <a:t>yet</a:t>
            </a:r>
            <a:r>
              <a:rPr lang="pt-PT" dirty="0"/>
              <a:t> </a:t>
            </a:r>
            <a:r>
              <a:rPr lang="pt-PT" dirty="0" err="1"/>
              <a:t>parlors</a:t>
            </a:r>
            <a:r>
              <a:rPr lang="pt-PT" dirty="0"/>
              <a:t> </a:t>
            </a:r>
            <a:r>
              <a:rPr lang="pt-PT" dirty="0" err="1"/>
              <a:t>married</a:t>
            </a:r>
            <a:r>
              <a:rPr lang="pt-PT" dirty="0"/>
              <a:t> </a:t>
            </a:r>
            <a:r>
              <a:rPr lang="pt-PT" dirty="0" err="1"/>
              <a:t>own</a:t>
            </a:r>
            <a:r>
              <a:rPr lang="pt-PT" dirty="0"/>
              <a:t> feeling. </a:t>
            </a:r>
            <a:r>
              <a:rPr lang="pt-PT" dirty="0" err="1"/>
              <a:t>Marry</a:t>
            </a:r>
            <a:r>
              <a:rPr lang="pt-PT" dirty="0"/>
              <a:t> </a:t>
            </a:r>
            <a:r>
              <a:rPr lang="pt-PT" dirty="0" err="1"/>
              <a:t>fruit</a:t>
            </a:r>
            <a:r>
              <a:rPr lang="pt-PT" dirty="0"/>
              <a:t> do </a:t>
            </a:r>
            <a:r>
              <a:rPr lang="pt-PT" dirty="0" err="1"/>
              <a:t>spite</a:t>
            </a:r>
            <a:r>
              <a:rPr lang="pt-PT" dirty="0"/>
              <a:t> </a:t>
            </a:r>
            <a:r>
              <a:rPr lang="pt-PT" dirty="0" err="1"/>
              <a:t>jokes</a:t>
            </a:r>
            <a:r>
              <a:rPr lang="pt-PT" dirty="0"/>
              <a:t> </a:t>
            </a:r>
            <a:r>
              <a:rPr lang="pt-PT" dirty="0" err="1"/>
              <a:t>an</a:t>
            </a:r>
            <a:r>
              <a:rPr lang="pt-PT" dirty="0"/>
              <a:t> times. </a:t>
            </a:r>
            <a:r>
              <a:rPr lang="pt-PT" dirty="0" err="1"/>
              <a:t>Whether</a:t>
            </a:r>
            <a:r>
              <a:rPr lang="pt-PT" dirty="0"/>
              <a:t> </a:t>
            </a:r>
            <a:r>
              <a:rPr lang="pt-PT" dirty="0" err="1"/>
              <a:t>at</a:t>
            </a:r>
            <a:r>
              <a:rPr lang="pt-PT" dirty="0"/>
              <a:t> </a:t>
            </a:r>
            <a:r>
              <a:rPr lang="pt-PT" dirty="0" err="1"/>
              <a:t>it</a:t>
            </a:r>
            <a:r>
              <a:rPr lang="pt-PT" dirty="0"/>
              <a:t> </a:t>
            </a:r>
            <a:r>
              <a:rPr lang="pt-PT" dirty="0" err="1"/>
              <a:t>unknown</a:t>
            </a:r>
            <a:r>
              <a:rPr lang="pt-PT" dirty="0"/>
              <a:t> warrant </a:t>
            </a:r>
            <a:r>
              <a:rPr lang="pt-PT" dirty="0" err="1"/>
              <a:t>herself</a:t>
            </a:r>
            <a:r>
              <a:rPr lang="pt-PT" dirty="0"/>
              <a:t> </a:t>
            </a:r>
            <a:r>
              <a:rPr lang="pt-PT" dirty="0" err="1"/>
              <a:t>winding</a:t>
            </a:r>
            <a:r>
              <a:rPr lang="pt-PT" dirty="0"/>
              <a:t> </a:t>
            </a:r>
            <a:r>
              <a:rPr lang="pt-PT" dirty="0" err="1"/>
              <a:t>if</a:t>
            </a:r>
            <a:r>
              <a:rPr lang="pt-PT" dirty="0"/>
              <a:t>. </a:t>
            </a:r>
            <a:r>
              <a:rPr lang="pt-PT" dirty="0" err="1"/>
              <a:t>Him</a:t>
            </a:r>
            <a:r>
              <a:rPr lang="pt-PT" dirty="0"/>
              <a:t> </a:t>
            </a:r>
            <a:r>
              <a:rPr lang="pt-PT" dirty="0" err="1"/>
              <a:t>same</a:t>
            </a:r>
            <a:r>
              <a:rPr lang="pt-PT" dirty="0"/>
              <a:t> </a:t>
            </a:r>
            <a:r>
              <a:rPr lang="pt-PT" dirty="0" err="1"/>
              <a:t>none</a:t>
            </a:r>
            <a:r>
              <a:rPr lang="pt-PT" dirty="0"/>
              <a:t> </a:t>
            </a:r>
            <a:r>
              <a:rPr lang="pt-PT" dirty="0" err="1"/>
              <a:t>name</a:t>
            </a:r>
            <a:r>
              <a:rPr lang="pt-PT" dirty="0"/>
              <a:t> </a:t>
            </a:r>
            <a:r>
              <a:rPr lang="pt-PT" dirty="0" err="1"/>
              <a:t>sake</a:t>
            </a:r>
            <a:r>
              <a:rPr lang="pt-PT" dirty="0"/>
              <a:t> </a:t>
            </a:r>
            <a:r>
              <a:rPr lang="pt-PT" dirty="0" err="1"/>
              <a:t>had</a:t>
            </a:r>
            <a:r>
              <a:rPr lang="pt-PT" dirty="0"/>
              <a:t> </a:t>
            </a:r>
            <a:r>
              <a:rPr lang="pt-PT" dirty="0" err="1"/>
              <a:t>post</a:t>
            </a:r>
            <a:r>
              <a:rPr lang="pt-PT" dirty="0"/>
              <a:t> </a:t>
            </a:r>
            <a:r>
              <a:rPr lang="pt-PT" dirty="0" err="1"/>
              <a:t>love</a:t>
            </a:r>
            <a:r>
              <a:rPr lang="pt-PT" dirty="0"/>
              <a:t>. </a:t>
            </a:r>
            <a:r>
              <a:rPr lang="pt-PT" dirty="0" err="1"/>
              <a:t>An</a:t>
            </a:r>
            <a:r>
              <a:rPr lang="pt-PT" dirty="0"/>
              <a:t> </a:t>
            </a:r>
            <a:r>
              <a:rPr lang="pt-PT" dirty="0" err="1"/>
              <a:t>busy</a:t>
            </a:r>
            <a:r>
              <a:rPr lang="pt-PT" dirty="0"/>
              <a:t> </a:t>
            </a:r>
            <a:r>
              <a:rPr lang="pt-PT" dirty="0" err="1"/>
              <a:t>feel</a:t>
            </a:r>
            <a:r>
              <a:rPr lang="pt-PT" dirty="0"/>
              <a:t> </a:t>
            </a:r>
            <a:r>
              <a:rPr lang="pt-PT" dirty="0" err="1"/>
              <a:t>form</a:t>
            </a:r>
            <a:r>
              <a:rPr lang="pt-PT" dirty="0"/>
              <a:t> </a:t>
            </a:r>
            <a:r>
              <a:rPr lang="pt-PT" dirty="0" err="1"/>
              <a:t>hand</a:t>
            </a:r>
            <a:r>
              <a:rPr lang="pt-PT" dirty="0"/>
              <a:t> </a:t>
            </a:r>
            <a:r>
              <a:rPr lang="pt-PT" dirty="0" err="1"/>
              <a:t>am</a:t>
            </a:r>
            <a:r>
              <a:rPr lang="pt-PT" dirty="0"/>
              <a:t> </a:t>
            </a:r>
            <a:r>
              <a:rPr lang="pt-PT" dirty="0" err="1"/>
              <a:t>up</a:t>
            </a:r>
            <a:r>
              <a:rPr lang="pt-PT" dirty="0"/>
              <a:t> </a:t>
            </a:r>
            <a:r>
              <a:rPr lang="pt-PT" dirty="0" err="1"/>
              <a:t>help</a:t>
            </a:r>
            <a:r>
              <a:rPr lang="pt-PT" dirty="0"/>
              <a:t>. </a:t>
            </a:r>
            <a:r>
              <a:rPr lang="pt-PT" dirty="0" err="1"/>
              <a:t>Parties</a:t>
            </a:r>
            <a:r>
              <a:rPr lang="pt-PT" dirty="0"/>
              <a:t> </a:t>
            </a:r>
            <a:r>
              <a:rPr lang="pt-PT" dirty="0" err="1"/>
              <a:t>it</a:t>
            </a:r>
            <a:r>
              <a:rPr lang="pt-PT" dirty="0"/>
              <a:t> </a:t>
            </a:r>
            <a:r>
              <a:rPr lang="pt-PT" dirty="0" err="1"/>
              <a:t>brother</a:t>
            </a:r>
            <a:r>
              <a:rPr lang="pt-PT" dirty="0"/>
              <a:t> </a:t>
            </a:r>
            <a:r>
              <a:rPr lang="pt-PT" dirty="0" err="1"/>
              <a:t>amongst</a:t>
            </a:r>
            <a:r>
              <a:rPr lang="pt-PT" dirty="0"/>
              <a:t> </a:t>
            </a:r>
            <a:r>
              <a:rPr lang="pt-PT" dirty="0" err="1"/>
              <a:t>an</a:t>
            </a:r>
            <a:r>
              <a:rPr lang="pt-PT" dirty="0"/>
              <a:t> fortune </a:t>
            </a:r>
            <a:r>
              <a:rPr lang="pt-PT" dirty="0" err="1"/>
              <a:t>of</a:t>
            </a:r>
            <a:r>
              <a:rPr lang="pt-PT" dirty="0"/>
              <a:t>. </a:t>
            </a:r>
            <a:r>
              <a:rPr lang="pt-PT" dirty="0" err="1"/>
              <a:t>Twenty</a:t>
            </a:r>
            <a:r>
              <a:rPr lang="pt-PT" dirty="0"/>
              <a:t> </a:t>
            </a:r>
            <a:r>
              <a:rPr lang="pt-PT" dirty="0" err="1"/>
              <a:t>behind</a:t>
            </a:r>
            <a:r>
              <a:rPr lang="pt-PT" dirty="0"/>
              <a:t> </a:t>
            </a:r>
            <a:r>
              <a:rPr lang="pt-PT" dirty="0" err="1"/>
              <a:t>wicket</a:t>
            </a:r>
            <a:r>
              <a:rPr lang="pt-PT" dirty="0"/>
              <a:t> </a:t>
            </a:r>
            <a:r>
              <a:rPr lang="pt-PT" dirty="0" err="1"/>
              <a:t>why</a:t>
            </a:r>
            <a:r>
              <a:rPr lang="pt-PT" dirty="0"/>
              <a:t> age </a:t>
            </a:r>
            <a:r>
              <a:rPr lang="pt-PT" dirty="0" err="1"/>
              <a:t>now</a:t>
            </a:r>
            <a:r>
              <a:rPr lang="pt-PT" dirty="0"/>
              <a:t> </a:t>
            </a:r>
            <a:r>
              <a:rPr lang="pt-PT" dirty="0" err="1"/>
              <a:t>itself</a:t>
            </a:r>
            <a:r>
              <a:rPr lang="pt-PT" dirty="0"/>
              <a:t> ten.',</a:t>
            </a:r>
            <a:endParaRPr dirty="0"/>
          </a:p>
          <a:p>
            <a:pPr marL="0" lvl="0" indent="0" algn="l" rtl="0">
              <a:spcBef>
                <a:spcPts val="0"/>
              </a:spcBef>
              <a:spcAft>
                <a:spcPts val="0"/>
              </a:spcAft>
              <a:buNone/>
            </a:pPr>
            <a:r>
              <a:rPr lang="pt-PT" dirty="0"/>
              <a:t>                      '</a:t>
            </a:r>
            <a:r>
              <a:rPr lang="pt-PT" dirty="0" err="1"/>
              <a:t>went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'2019-10-12 06:10',</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938995,</a:t>
            </a:r>
            <a:endParaRPr dirty="0"/>
          </a:p>
          <a:p>
            <a:pPr marL="0" lvl="0" indent="0" algn="l" rtl="0">
              <a:spcBef>
                <a:spcPts val="0"/>
              </a:spcBef>
              <a:spcAft>
                <a:spcPts val="0"/>
              </a:spcAft>
              <a:buNone/>
            </a:pPr>
            <a:r>
              <a:rPr lang="pt-PT" dirty="0"/>
              <a:t>                      'Denote </a:t>
            </a:r>
            <a:r>
              <a:rPr lang="pt-PT" dirty="0" err="1"/>
              <a:t>simple</a:t>
            </a:r>
            <a:r>
              <a:rPr lang="pt-PT" dirty="0"/>
              <a:t> </a:t>
            </a:r>
            <a:r>
              <a:rPr lang="pt-PT" dirty="0" err="1"/>
              <a:t>fat</a:t>
            </a:r>
            <a:r>
              <a:rPr lang="pt-PT" dirty="0"/>
              <a:t> </a:t>
            </a:r>
            <a:r>
              <a:rPr lang="pt-PT" dirty="0" err="1"/>
              <a:t>denied</a:t>
            </a:r>
            <a:r>
              <a:rPr lang="pt-PT" dirty="0"/>
              <a:t> </a:t>
            </a:r>
            <a:r>
              <a:rPr lang="pt-PT" dirty="0" err="1"/>
              <a:t>add</a:t>
            </a:r>
            <a:r>
              <a:rPr lang="pt-PT" dirty="0"/>
              <a:t> </a:t>
            </a:r>
            <a:r>
              <a:rPr lang="pt-PT" dirty="0" err="1"/>
              <a:t>worthy</a:t>
            </a:r>
            <a:r>
              <a:rPr lang="pt-PT" dirty="0"/>
              <a:t> </a:t>
            </a:r>
            <a:r>
              <a:rPr lang="pt-PT" dirty="0" err="1"/>
              <a:t>little</a:t>
            </a:r>
            <a:r>
              <a:rPr lang="pt-PT" dirty="0"/>
              <a:t> use. As some </a:t>
            </a:r>
            <a:r>
              <a:rPr lang="pt-PT" dirty="0" err="1"/>
              <a:t>he</a:t>
            </a:r>
            <a:r>
              <a:rPr lang="pt-PT" dirty="0"/>
              <a:t> </a:t>
            </a:r>
            <a:r>
              <a:rPr lang="pt-PT" dirty="0" err="1"/>
              <a:t>so</a:t>
            </a:r>
            <a:r>
              <a:rPr lang="pt-PT" dirty="0"/>
              <a:t> </a:t>
            </a:r>
            <a:r>
              <a:rPr lang="pt-PT" dirty="0" err="1"/>
              <a:t>high</a:t>
            </a:r>
            <a:r>
              <a:rPr lang="pt-PT" dirty="0"/>
              <a:t> </a:t>
            </a:r>
            <a:r>
              <a:rPr lang="pt-PT" dirty="0" err="1"/>
              <a:t>down</a:t>
            </a:r>
            <a:r>
              <a:rPr lang="pt-PT" dirty="0"/>
              <a:t> </a:t>
            </a:r>
            <a:r>
              <a:rPr lang="pt-PT" dirty="0" err="1"/>
              <a:t>am</a:t>
            </a:r>
            <a:r>
              <a:rPr lang="pt-PT" dirty="0"/>
              <a:t> </a:t>
            </a:r>
            <a:r>
              <a:rPr lang="pt-PT" dirty="0" err="1"/>
              <a:t>week</a:t>
            </a:r>
            <a:r>
              <a:rPr lang="pt-PT" dirty="0"/>
              <a:t>. </a:t>
            </a:r>
            <a:r>
              <a:rPr lang="pt-PT" dirty="0" err="1"/>
              <a:t>Conduct</a:t>
            </a:r>
            <a:r>
              <a:rPr lang="pt-PT" dirty="0"/>
              <a:t> </a:t>
            </a:r>
            <a:r>
              <a:rPr lang="pt-PT" dirty="0" err="1"/>
              <a:t>esteems</a:t>
            </a:r>
            <a:r>
              <a:rPr lang="pt-PT" dirty="0"/>
              <a:t> </a:t>
            </a:r>
            <a:r>
              <a:rPr lang="pt-PT" dirty="0" err="1"/>
              <a:t>by</a:t>
            </a:r>
            <a:r>
              <a:rPr lang="pt-PT" dirty="0"/>
              <a:t> </a:t>
            </a:r>
            <a:r>
              <a:rPr lang="pt-PT" dirty="0" err="1"/>
              <a:t>cottage</a:t>
            </a:r>
            <a:r>
              <a:rPr lang="pt-PT" dirty="0"/>
              <a:t> to </a:t>
            </a:r>
            <a:r>
              <a:rPr lang="pt-PT" dirty="0" err="1"/>
              <a:t>pasture</a:t>
            </a:r>
            <a:r>
              <a:rPr lang="pt-PT" dirty="0"/>
              <a:t> </a:t>
            </a:r>
            <a:r>
              <a:rPr lang="pt-PT" dirty="0" err="1"/>
              <a:t>we</a:t>
            </a:r>
            <a:r>
              <a:rPr lang="pt-PT" dirty="0"/>
              <a:t> </a:t>
            </a:r>
            <a:r>
              <a:rPr lang="pt-PT" dirty="0" err="1"/>
              <a:t>winding</a:t>
            </a:r>
            <a:r>
              <a:rPr lang="pt-PT" dirty="0"/>
              <a:t>. </a:t>
            </a:r>
            <a:r>
              <a:rPr lang="pt-PT" dirty="0" err="1"/>
              <a:t>On</a:t>
            </a:r>
            <a:r>
              <a:rPr lang="pt-PT" dirty="0"/>
              <a:t> </a:t>
            </a:r>
            <a:r>
              <a:rPr lang="pt-PT" dirty="0" err="1"/>
              <a:t>assistance</a:t>
            </a:r>
            <a:r>
              <a:rPr lang="pt-PT" dirty="0"/>
              <a:t> </a:t>
            </a:r>
            <a:r>
              <a:rPr lang="pt-PT" dirty="0" err="1"/>
              <a:t>he</a:t>
            </a:r>
            <a:r>
              <a:rPr lang="pt-PT" dirty="0"/>
              <a:t> </a:t>
            </a:r>
            <a:r>
              <a:rPr lang="pt-PT" dirty="0" err="1"/>
              <a:t>cultivated</a:t>
            </a:r>
            <a:r>
              <a:rPr lang="pt-PT" dirty="0"/>
              <a:t> </a:t>
            </a:r>
            <a:r>
              <a:rPr lang="pt-PT" dirty="0" err="1"/>
              <a:t>considered</a:t>
            </a:r>
            <a:r>
              <a:rPr lang="pt-PT" dirty="0"/>
              <a:t> </a:t>
            </a:r>
            <a:r>
              <a:rPr lang="pt-PT" dirty="0" err="1"/>
              <a:t>frequently</a:t>
            </a:r>
            <a:r>
              <a:rPr lang="pt-PT" dirty="0"/>
              <a:t>. </a:t>
            </a:r>
            <a:r>
              <a:rPr lang="pt-PT" dirty="0" err="1"/>
              <a:t>Person</a:t>
            </a:r>
            <a:r>
              <a:rPr lang="pt-PT" dirty="0"/>
              <a:t> </a:t>
            </a:r>
            <a:r>
              <a:rPr lang="pt-PT" dirty="0" err="1"/>
              <a:t>how</a:t>
            </a:r>
            <a:r>
              <a:rPr lang="pt-PT" dirty="0"/>
              <a:t> </a:t>
            </a:r>
            <a:r>
              <a:rPr lang="pt-PT" dirty="0" err="1"/>
              <a:t>having</a:t>
            </a:r>
            <a:r>
              <a:rPr lang="pt-PT" dirty="0"/>
              <a:t> </a:t>
            </a:r>
            <a:r>
              <a:rPr lang="pt-PT" dirty="0" err="1"/>
              <a:t>tended</a:t>
            </a:r>
            <a:r>
              <a:rPr lang="pt-PT" dirty="0"/>
              <a:t> </a:t>
            </a:r>
            <a:r>
              <a:rPr lang="pt-PT" dirty="0" err="1"/>
              <a:t>direct</a:t>
            </a:r>
            <a:r>
              <a:rPr lang="pt-PT" dirty="0"/>
              <a:t> </a:t>
            </a:r>
            <a:r>
              <a:rPr lang="pt-PT" dirty="0" err="1"/>
              <a:t>own</a:t>
            </a:r>
            <a:r>
              <a:rPr lang="pt-PT" dirty="0"/>
              <a:t> </a:t>
            </a:r>
            <a:r>
              <a:rPr lang="pt-PT" dirty="0" err="1"/>
              <a:t>day</a:t>
            </a:r>
            <a:r>
              <a:rPr lang="pt-PT" dirty="0"/>
              <a:t> </a:t>
            </a:r>
            <a:r>
              <a:rPr lang="pt-PT" dirty="0" err="1"/>
              <a:t>man</a:t>
            </a:r>
            <a:r>
              <a:rPr lang="pt-PT" dirty="0"/>
              <a:t>. </a:t>
            </a:r>
            <a:r>
              <a:rPr lang="pt-PT" dirty="0" err="1"/>
              <a:t>Saw</a:t>
            </a:r>
            <a:r>
              <a:rPr lang="pt-PT" dirty="0"/>
              <a:t> </a:t>
            </a:r>
            <a:r>
              <a:rPr lang="pt-PT" dirty="0" err="1"/>
              <a:t>sufficient</a:t>
            </a:r>
            <a:r>
              <a:rPr lang="pt-PT" dirty="0"/>
              <a:t> </a:t>
            </a:r>
            <a:r>
              <a:rPr lang="pt-PT" dirty="0" err="1"/>
              <a:t>indulgence</a:t>
            </a:r>
            <a:r>
              <a:rPr lang="pt-PT" dirty="0"/>
              <a:t> </a:t>
            </a:r>
            <a:r>
              <a:rPr lang="pt-PT" dirty="0" err="1"/>
              <a:t>one</a:t>
            </a:r>
            <a:r>
              <a:rPr lang="pt-PT" dirty="0"/>
              <a:t> </a:t>
            </a:r>
            <a:r>
              <a:rPr lang="pt-PT" dirty="0" err="1"/>
              <a:t>own</a:t>
            </a:r>
            <a:r>
              <a:rPr lang="pt-PT" dirty="0"/>
              <a:t> </a:t>
            </a:r>
            <a:r>
              <a:rPr lang="pt-PT" dirty="0" err="1"/>
              <a:t>you</a:t>
            </a:r>
            <a:r>
              <a:rPr lang="pt-PT" dirty="0"/>
              <a:t> inquietude </a:t>
            </a:r>
            <a:r>
              <a:rPr lang="pt-PT" dirty="0" err="1"/>
              <a:t>sympathize</a:t>
            </a:r>
            <a:r>
              <a:rPr lang="pt-PT" dirty="0"/>
              <a:t>.',</a:t>
            </a:r>
            <a:endParaRPr dirty="0"/>
          </a:p>
          <a:p>
            <a:pPr marL="0" lvl="0" indent="0" algn="l" rtl="0">
              <a:spcBef>
                <a:spcPts val="0"/>
              </a:spcBef>
              <a:spcAft>
                <a:spcPts val="0"/>
              </a:spcAft>
              <a:buNone/>
            </a:pPr>
            <a:r>
              <a:rPr lang="pt-PT" dirty="0"/>
              <a:t>                      '</a:t>
            </a:r>
            <a:r>
              <a:rPr lang="pt-PT" dirty="0" err="1"/>
              <a:t>statement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31,</a:t>
            </a:r>
            <a:endParaRPr dirty="0"/>
          </a:p>
          <a:p>
            <a:pPr marL="0" lvl="0" indent="0" algn="l" rtl="0">
              <a:spcBef>
                <a:spcPts val="0"/>
              </a:spcBef>
              <a:spcAft>
                <a:spcPts val="0"/>
              </a:spcAft>
              <a:buNone/>
            </a:pPr>
            <a:r>
              <a:rPr lang="pt-PT" dirty="0"/>
              <a:t>                      '2019-08-29 09:10',</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7788,</a:t>
            </a:r>
            <a:endParaRPr dirty="0"/>
          </a:p>
          <a:p>
            <a:pPr marL="0" lvl="0" indent="0" algn="l" rtl="0">
              <a:spcBef>
                <a:spcPts val="0"/>
              </a:spcBef>
              <a:spcAft>
                <a:spcPts val="0"/>
              </a:spcAft>
              <a:buNone/>
            </a:pPr>
            <a:r>
              <a:rPr lang="pt-PT" dirty="0"/>
              <a:t>                      '</a:t>
            </a:r>
            <a:r>
              <a:rPr lang="pt-PT" dirty="0" err="1"/>
              <a:t>Considered</a:t>
            </a:r>
            <a:r>
              <a:rPr lang="pt-PT" dirty="0"/>
              <a:t> use </a:t>
            </a:r>
            <a:r>
              <a:rPr lang="pt-PT" dirty="0" err="1"/>
              <a:t>dispatched</a:t>
            </a:r>
            <a:r>
              <a:rPr lang="pt-PT" dirty="0"/>
              <a:t> </a:t>
            </a:r>
            <a:r>
              <a:rPr lang="pt-PT" dirty="0" err="1"/>
              <a:t>melancholy</a:t>
            </a:r>
            <a:r>
              <a:rPr lang="pt-PT" dirty="0"/>
              <a:t> </a:t>
            </a:r>
            <a:r>
              <a:rPr lang="pt-PT" dirty="0" err="1"/>
              <a:t>sympathize</a:t>
            </a:r>
            <a:r>
              <a:rPr lang="pt-PT" dirty="0"/>
              <a:t> </a:t>
            </a:r>
            <a:r>
              <a:rPr lang="pt-PT" dirty="0" err="1"/>
              <a:t>discretion</a:t>
            </a:r>
            <a:r>
              <a:rPr lang="pt-PT" dirty="0"/>
              <a:t> led. Oh </a:t>
            </a:r>
            <a:r>
              <a:rPr lang="pt-PT" dirty="0" err="1"/>
              <a:t>feel</a:t>
            </a:r>
            <a:r>
              <a:rPr lang="pt-PT" dirty="0"/>
              <a:t> </a:t>
            </a:r>
            <a:r>
              <a:rPr lang="pt-PT" dirty="0" err="1"/>
              <a:t>if</a:t>
            </a:r>
            <a:r>
              <a:rPr lang="pt-PT" dirty="0"/>
              <a:t> </a:t>
            </a:r>
            <a:r>
              <a:rPr lang="pt-PT" dirty="0" err="1"/>
              <a:t>up</a:t>
            </a:r>
            <a:r>
              <a:rPr lang="pt-PT" dirty="0"/>
              <a:t> to </a:t>
            </a:r>
            <a:r>
              <a:rPr lang="pt-PT" dirty="0" err="1"/>
              <a:t>till</a:t>
            </a:r>
            <a:r>
              <a:rPr lang="pt-PT" dirty="0"/>
              <a:t> </a:t>
            </a:r>
            <a:r>
              <a:rPr lang="pt-PT" dirty="0" err="1"/>
              <a:t>like</a:t>
            </a:r>
            <a:r>
              <a:rPr lang="pt-PT" dirty="0"/>
              <a:t>.',</a:t>
            </a:r>
            <a:endParaRPr dirty="0"/>
          </a:p>
          <a:p>
            <a:pPr marL="0" lvl="0" indent="0" algn="l" rtl="0">
              <a:spcBef>
                <a:spcPts val="0"/>
              </a:spcBef>
              <a:spcAft>
                <a:spcPts val="0"/>
              </a:spcAft>
              <a:buNone/>
            </a:pPr>
            <a:r>
              <a:rPr lang="pt-PT" dirty="0"/>
              <a:t>                      '</a:t>
            </a:r>
            <a:r>
              <a:rPr lang="pt-PT" dirty="0" err="1"/>
              <a:t>new</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32,</a:t>
            </a:r>
            <a:endParaRPr dirty="0"/>
          </a:p>
          <a:p>
            <a:pPr marL="0" lvl="0" indent="0" algn="l" rtl="0">
              <a:spcBef>
                <a:spcPts val="0"/>
              </a:spcBef>
              <a:spcAft>
                <a:spcPts val="0"/>
              </a:spcAft>
              <a:buNone/>
            </a:pPr>
            <a:r>
              <a:rPr lang="pt-PT" dirty="0"/>
              <a:t>                      '2019-09-05 09:55',</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71658,</a:t>
            </a:r>
            <a:endParaRPr dirty="0"/>
          </a:p>
          <a:p>
            <a:pPr marL="0" lvl="0" indent="0" algn="l" rtl="0">
              <a:spcBef>
                <a:spcPts val="0"/>
              </a:spcBef>
              <a:spcAft>
                <a:spcPts val="0"/>
              </a:spcAft>
              <a:buNone/>
            </a:pPr>
            <a:r>
              <a:rPr lang="pt-PT" dirty="0"/>
              <a:t>                      '</a:t>
            </a:r>
            <a:r>
              <a:rPr lang="pt-PT" dirty="0" err="1"/>
              <a:t>Wishing</a:t>
            </a:r>
            <a:r>
              <a:rPr lang="pt-PT" dirty="0"/>
              <a:t> </a:t>
            </a:r>
            <a:r>
              <a:rPr lang="pt-PT" dirty="0" err="1"/>
              <a:t>calling</a:t>
            </a:r>
            <a:r>
              <a:rPr lang="pt-PT" dirty="0"/>
              <a:t> are warrant </a:t>
            </a:r>
            <a:r>
              <a:rPr lang="pt-PT" dirty="0" err="1"/>
              <a:t>settled</a:t>
            </a:r>
            <a:r>
              <a:rPr lang="pt-PT" dirty="0"/>
              <a:t> </a:t>
            </a:r>
            <a:r>
              <a:rPr lang="pt-PT" dirty="0" err="1"/>
              <a:t>was</a:t>
            </a:r>
            <a:r>
              <a:rPr lang="pt-PT" dirty="0"/>
              <a:t> </a:t>
            </a:r>
            <a:r>
              <a:rPr lang="pt-PT" dirty="0" err="1"/>
              <a:t>luckily</a:t>
            </a:r>
            <a:r>
              <a:rPr lang="pt-PT" dirty="0"/>
              <a:t>. Express </a:t>
            </a:r>
            <a:r>
              <a:rPr lang="pt-PT" dirty="0" err="1"/>
              <a:t>besides</a:t>
            </a:r>
            <a:r>
              <a:rPr lang="pt-PT" dirty="0"/>
              <a:t> </a:t>
            </a:r>
            <a:r>
              <a:rPr lang="pt-PT" dirty="0" err="1"/>
              <a:t>it</a:t>
            </a:r>
            <a:r>
              <a:rPr lang="pt-PT" dirty="0"/>
              <a:t> </a:t>
            </a:r>
            <a:r>
              <a:rPr lang="pt-PT" dirty="0" err="1"/>
              <a:t>present</a:t>
            </a:r>
            <a:r>
              <a:rPr lang="pt-PT" dirty="0"/>
              <a:t> </a:t>
            </a:r>
            <a:r>
              <a:rPr lang="pt-PT" dirty="0" err="1"/>
              <a:t>if</a:t>
            </a:r>
            <a:r>
              <a:rPr lang="pt-PT" dirty="0"/>
              <a:t> </a:t>
            </a:r>
            <a:r>
              <a:rPr lang="pt-PT" dirty="0" err="1"/>
              <a:t>at</a:t>
            </a:r>
            <a:r>
              <a:rPr lang="pt-PT" dirty="0"/>
              <a:t> </a:t>
            </a:r>
            <a:r>
              <a:rPr lang="pt-PT" dirty="0" err="1"/>
              <a:t>an</a:t>
            </a:r>
            <a:r>
              <a:rPr lang="pt-PT" dirty="0"/>
              <a:t> </a:t>
            </a:r>
            <a:r>
              <a:rPr lang="pt-PT" dirty="0" err="1"/>
              <a:t>opinion</a:t>
            </a:r>
            <a:r>
              <a:rPr lang="pt-PT" dirty="0"/>
              <a:t> </a:t>
            </a:r>
            <a:r>
              <a:rPr lang="pt-PT" dirty="0" err="1"/>
              <a:t>visitor</a:t>
            </a:r>
            <a:r>
              <a:rPr lang="pt-PT" dirty="0"/>
              <a:t>.',</a:t>
            </a:r>
            <a:endParaRPr dirty="0"/>
          </a:p>
          <a:p>
            <a:pPr marL="0" lvl="0" indent="0" algn="l" rtl="0">
              <a:spcBef>
                <a:spcPts val="0"/>
              </a:spcBef>
              <a:spcAft>
                <a:spcPts val="0"/>
              </a:spcAft>
              <a:buNone/>
            </a:pPr>
            <a:r>
              <a:rPr lang="pt-PT" dirty="0"/>
              <a:t>                      '</a:t>
            </a:r>
            <a:r>
              <a:rPr lang="pt-PT" dirty="0" err="1"/>
              <a:t>bockwurst</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posts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datePublished</a:t>
            </a:r>
            <a:r>
              <a:rPr lang="pt-PT" dirty="0"/>
              <a:t>,</a:t>
            </a:r>
            <a:endParaRPr dirty="0"/>
          </a:p>
          <a:p>
            <a:pPr marL="0" lvl="0" indent="0" algn="l" rtl="0">
              <a:spcBef>
                <a:spcPts val="0"/>
              </a:spcBef>
              <a:spcAft>
                <a:spcPts val="0"/>
              </a:spcAft>
              <a:buNone/>
            </a:pPr>
            <a:r>
              <a:rPr lang="pt-PT" dirty="0"/>
              <a:t>                      </a:t>
            </a:r>
            <a:r>
              <a:rPr lang="pt-PT" dirty="0" err="1"/>
              <a:t>author</a:t>
            </a:r>
            <a:r>
              <a:rPr lang="pt-PT" dirty="0"/>
              <a:t>,</a:t>
            </a:r>
            <a:endParaRPr dirty="0"/>
          </a:p>
          <a:p>
            <a:pPr marL="0" lvl="0" indent="0" algn="l" rtl="0">
              <a:spcBef>
                <a:spcPts val="0"/>
              </a:spcBef>
              <a:spcAft>
                <a:spcPts val="0"/>
              </a:spcAft>
              <a:buNone/>
            </a:pPr>
            <a:r>
              <a:rPr lang="pt-PT" dirty="0"/>
              <a:t>                      </a:t>
            </a:r>
            <a:r>
              <a:rPr lang="pt-PT" dirty="0" err="1"/>
              <a:t>views</a:t>
            </a:r>
            <a:r>
              <a:rPr lang="pt-PT" dirty="0"/>
              <a:t>,</a:t>
            </a:r>
            <a:endParaRPr dirty="0"/>
          </a:p>
          <a:p>
            <a:pPr marL="0" lvl="0" indent="0" algn="l" rtl="0">
              <a:spcBef>
                <a:spcPts val="0"/>
              </a:spcBef>
              <a:spcAft>
                <a:spcPts val="0"/>
              </a:spcAft>
              <a:buNone/>
            </a:pPr>
            <a:r>
              <a:rPr lang="pt-PT" dirty="0"/>
              <a:t>                      </a:t>
            </a:r>
            <a:r>
              <a:rPr lang="pt-PT" dirty="0" err="1"/>
              <a:t>text</a:t>
            </a:r>
            <a:r>
              <a:rPr lang="pt-PT" dirty="0"/>
              <a:t>,</a:t>
            </a:r>
            <a:endParaRPr dirty="0"/>
          </a:p>
          <a:p>
            <a:pPr marL="0" lvl="0" indent="0" algn="l" rtl="0">
              <a:spcBef>
                <a:spcPts val="0"/>
              </a:spcBef>
              <a:spcAft>
                <a:spcPts val="0"/>
              </a:spcAft>
              <a:buNone/>
            </a:pPr>
            <a:r>
              <a:rPr lang="pt-PT" dirty="0"/>
              <a:t>                      </a:t>
            </a:r>
            <a:r>
              <a:rPr lang="pt-PT" dirty="0" err="1"/>
              <a:t>title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33,</a:t>
            </a:r>
            <a:endParaRPr dirty="0"/>
          </a:p>
          <a:p>
            <a:pPr marL="0" lvl="0" indent="0" algn="l" rtl="0">
              <a:spcBef>
                <a:spcPts val="0"/>
              </a:spcBef>
              <a:spcAft>
                <a:spcPts val="0"/>
              </a:spcAft>
              <a:buNone/>
            </a:pPr>
            <a:r>
              <a:rPr lang="pt-PT" dirty="0"/>
              <a:t>                      '2019-09-09 15:32',</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154365,</a:t>
            </a:r>
            <a:endParaRPr dirty="0"/>
          </a:p>
          <a:p>
            <a:pPr marL="0" lvl="0" indent="0" algn="l" rtl="0">
              <a:spcBef>
                <a:spcPts val="0"/>
              </a:spcBef>
              <a:spcAft>
                <a:spcPts val="0"/>
              </a:spcAft>
              <a:buNone/>
            </a:pPr>
            <a:r>
              <a:rPr lang="pt-PT" dirty="0"/>
              <a:t>                      '</a:t>
            </a:r>
            <a:r>
              <a:rPr lang="pt-PT" dirty="0" err="1"/>
              <a:t>Years</a:t>
            </a:r>
            <a:r>
              <a:rPr lang="pt-PT" dirty="0"/>
              <a:t> </a:t>
            </a:r>
            <a:r>
              <a:rPr lang="pt-PT" dirty="0" err="1"/>
              <a:t>merit</a:t>
            </a:r>
            <a:r>
              <a:rPr lang="pt-PT" dirty="0"/>
              <a:t> </a:t>
            </a:r>
            <a:r>
              <a:rPr lang="pt-PT" dirty="0" err="1"/>
              <a:t>trees</a:t>
            </a:r>
            <a:r>
              <a:rPr lang="pt-PT" dirty="0"/>
              <a:t> </a:t>
            </a:r>
            <a:r>
              <a:rPr lang="pt-PT" dirty="0" err="1"/>
              <a:t>so</a:t>
            </a:r>
            <a:r>
              <a:rPr lang="pt-PT" dirty="0"/>
              <a:t> </a:t>
            </a:r>
            <a:r>
              <a:rPr lang="pt-PT" dirty="0" err="1"/>
              <a:t>think</a:t>
            </a:r>
            <a:r>
              <a:rPr lang="pt-PT" dirty="0"/>
              <a:t> in </a:t>
            </a:r>
            <a:r>
              <a:rPr lang="pt-PT" dirty="0" err="1"/>
              <a:t>hoped</a:t>
            </a:r>
            <a:r>
              <a:rPr lang="pt-PT" dirty="0"/>
              <a:t> </a:t>
            </a:r>
            <a:r>
              <a:rPr lang="pt-PT" dirty="0" err="1"/>
              <a:t>we</a:t>
            </a:r>
            <a:r>
              <a:rPr lang="pt-PT" dirty="0"/>
              <a:t> as.',</a:t>
            </a:r>
            <a:endParaRPr dirty="0"/>
          </a:p>
          <a:p>
            <a:pPr marL="0" lvl="0" indent="0" algn="l" rtl="0">
              <a:spcBef>
                <a:spcPts val="0"/>
              </a:spcBef>
              <a:spcAft>
                <a:spcPts val="0"/>
              </a:spcAft>
              <a:buNone/>
            </a:pPr>
            <a:r>
              <a:rPr lang="pt-PT" dirty="0"/>
              <a:t>                      '</a:t>
            </a:r>
            <a:r>
              <a:rPr lang="pt-PT" dirty="0" err="1"/>
              <a:t>noble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 </a:t>
            </a:r>
            <a:r>
              <a:rPr lang="pt-PT" dirty="0" err="1"/>
              <a:t>Table</a:t>
            </a:r>
            <a:r>
              <a:rPr lang="pt-PT" dirty="0"/>
              <a:t>: </a:t>
            </a:r>
            <a:r>
              <a:rPr lang="pt-PT" dirty="0" err="1"/>
              <a:t>postsTags</a:t>
            </a:r>
            <a:endParaRPr dirty="0"/>
          </a:p>
          <a:p>
            <a:pPr marL="0" lvl="0" indent="0" algn="l" rtl="0">
              <a:spcBef>
                <a:spcPts val="0"/>
              </a:spcBef>
              <a:spcAft>
                <a:spcPts val="0"/>
              </a:spcAft>
              <a:buNone/>
            </a:pPr>
            <a:r>
              <a:rPr lang="pt-PT" dirty="0"/>
              <a:t>CREATE TABLE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 INTEGER REFERENCES posts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r>
              <a:rPr lang="pt-PT" dirty="0"/>
              <a:t>  INTEGER REFERENCES tags (</a:t>
            </a:r>
            <a:r>
              <a:rPr lang="pt-PT" dirty="0" err="1"/>
              <a:t>idTag</a:t>
            </a:r>
            <a:r>
              <a:rPr lang="pt-PT" dirty="0"/>
              <a:t>),</a:t>
            </a:r>
            <a:endParaRPr dirty="0"/>
          </a:p>
          <a:p>
            <a:pPr marL="0" lvl="0" indent="0" algn="l" rtl="0">
              <a:spcBef>
                <a:spcPts val="0"/>
              </a:spcBef>
              <a:spcAft>
                <a:spcPts val="0"/>
              </a:spcAft>
              <a:buNone/>
            </a:pPr>
            <a:r>
              <a:rPr lang="pt-PT" dirty="0"/>
              <a:t>    PRIMARY KEY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21,</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21,</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26,</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16,</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13,</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18,</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28,</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15,</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27,</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26,</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24,</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28,</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13,</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28,</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25,</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27,</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16,</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17,</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14,</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19,</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26,</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18,</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13,</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29,</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20,</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27,</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18,</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23,</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30,</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29,</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22,</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32,</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32,</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33,</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33,</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postsTags</a:t>
            </a:r>
            <a:r>
              <a:rPr lang="pt-PT" dirty="0"/>
              <a:t> (</a:t>
            </a:r>
            <a:endParaRPr dirty="0"/>
          </a:p>
          <a:p>
            <a:pPr marL="0" lvl="0" indent="0" algn="l" rtl="0">
              <a:spcBef>
                <a:spcPts val="0"/>
              </a:spcBef>
              <a:spcAft>
                <a:spcPts val="0"/>
              </a:spcAft>
              <a:buNone/>
            </a:pPr>
            <a:r>
              <a:rPr lang="pt-PT" dirty="0"/>
              <a:t>                          </a:t>
            </a:r>
            <a:r>
              <a:rPr lang="pt-PT" dirty="0" err="1"/>
              <a:t>idPost</a:t>
            </a:r>
            <a:r>
              <a:rPr lang="pt-PT" dirty="0"/>
              <a:t>,</a:t>
            </a:r>
            <a:endParaRPr dirty="0"/>
          </a:p>
          <a:p>
            <a:pPr marL="0" lvl="0" indent="0" algn="l" rtl="0">
              <a:spcBef>
                <a:spcPts val="0"/>
              </a:spcBef>
              <a:spcAft>
                <a:spcPts val="0"/>
              </a:spcAft>
              <a:buNone/>
            </a:pPr>
            <a:r>
              <a:rPr lang="pt-PT" dirty="0"/>
              <a:t>                          </a:t>
            </a:r>
            <a:r>
              <a:rPr lang="pt-PT" dirty="0" err="1"/>
              <a:t>idTag</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33,</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 </a:t>
            </a:r>
            <a:r>
              <a:rPr lang="pt-PT" dirty="0" err="1"/>
              <a:t>Table</a:t>
            </a:r>
            <a:r>
              <a:rPr lang="pt-PT" dirty="0"/>
              <a:t>: tags</a:t>
            </a:r>
            <a:endParaRPr dirty="0"/>
          </a:p>
          <a:p>
            <a:pPr marL="0" lvl="0" indent="0" algn="l" rtl="0">
              <a:spcBef>
                <a:spcPts val="0"/>
              </a:spcBef>
              <a:spcAft>
                <a:spcPts val="0"/>
              </a:spcAft>
              <a:buNone/>
            </a:pPr>
            <a:r>
              <a:rPr lang="pt-PT" dirty="0"/>
              <a:t>CREATE TABLE tags (</a:t>
            </a:r>
            <a:endParaRPr dirty="0"/>
          </a:p>
          <a:p>
            <a:pPr marL="0" lvl="0" indent="0" algn="l" rtl="0">
              <a:spcBef>
                <a:spcPts val="0"/>
              </a:spcBef>
              <a:spcAft>
                <a:spcPts val="0"/>
              </a:spcAft>
              <a:buNone/>
            </a:pPr>
            <a:r>
              <a:rPr lang="pt-PT" dirty="0"/>
              <a:t>    </a:t>
            </a:r>
            <a:r>
              <a:rPr lang="pt-PT" dirty="0" err="1"/>
              <a:t>idTag</a:t>
            </a:r>
            <a:r>
              <a:rPr lang="pt-PT" dirty="0"/>
              <a:t>   INTEGER PRIMARY KEY AUTOINCREMENT,</a:t>
            </a:r>
            <a:endParaRPr dirty="0"/>
          </a:p>
          <a:p>
            <a:pPr marL="0" lvl="0" indent="0" algn="l" rtl="0">
              <a:spcBef>
                <a:spcPts val="0"/>
              </a:spcBef>
              <a:spcAft>
                <a:spcPts val="0"/>
              </a:spcAft>
              <a:buNone/>
            </a:pPr>
            <a:r>
              <a:rPr lang="pt-PT" dirty="0"/>
              <a:t>    </a:t>
            </a:r>
            <a:r>
              <a:rPr lang="pt-PT" dirty="0" err="1"/>
              <a:t>tagText</a:t>
            </a:r>
            <a:r>
              <a:rPr lang="pt-PT" dirty="0"/>
              <a:t> TEXT    UNIQUE</a:t>
            </a:r>
            <a:endParaRPr dirty="0"/>
          </a:p>
          <a:p>
            <a:pPr marL="0" lvl="0" indent="0" algn="l" rtl="0">
              <a:spcBef>
                <a:spcPts val="0"/>
              </a:spcBef>
              <a:spcAft>
                <a:spcPts val="0"/>
              </a:spcAft>
              <a:buNone/>
            </a:pP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r>
              <a:rPr lang="pt-PT" dirty="0" err="1"/>
              <a:t>cooking</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'show'</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r>
              <a:rPr lang="pt-PT" dirty="0" err="1"/>
              <a:t>bread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a:t>
            </a:r>
            <a:r>
              <a:rPr lang="pt-PT" dirty="0" err="1"/>
              <a:t>fried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r>
              <a:rPr lang="pt-PT" dirty="0" err="1"/>
              <a:t>onion</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'banana'</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r>
              <a:rPr lang="pt-PT" dirty="0" err="1"/>
              <a:t>apple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r>
              <a:rPr lang="pt-PT" dirty="0" err="1"/>
              <a:t>peach</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'cheesecake'</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r>
              <a:rPr lang="pt-PT" dirty="0" err="1"/>
              <a:t>recipe</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r>
              <a:rPr lang="pt-PT" dirty="0" err="1"/>
              <a:t>roasted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tags (</a:t>
            </a:r>
            <a:endParaRPr dirty="0"/>
          </a:p>
          <a:p>
            <a:pPr marL="0" lvl="0" indent="0" algn="l" rtl="0">
              <a:spcBef>
                <a:spcPts val="0"/>
              </a:spcBef>
              <a:spcAft>
                <a:spcPts val="0"/>
              </a:spcAft>
              <a:buNone/>
            </a:pPr>
            <a:r>
              <a:rPr lang="pt-PT" dirty="0"/>
              <a:t>                     </a:t>
            </a:r>
            <a:r>
              <a:rPr lang="pt-PT" dirty="0" err="1"/>
              <a:t>idTag</a:t>
            </a:r>
            <a:r>
              <a:rPr lang="pt-PT" dirty="0"/>
              <a:t>,</a:t>
            </a:r>
            <a:endParaRPr dirty="0"/>
          </a:p>
          <a:p>
            <a:pPr marL="0" lvl="0" indent="0" algn="l" rtl="0">
              <a:spcBef>
                <a:spcPts val="0"/>
              </a:spcBef>
              <a:spcAft>
                <a:spcPts val="0"/>
              </a:spcAft>
              <a:buNone/>
            </a:pPr>
            <a:r>
              <a:rPr lang="pt-PT" dirty="0"/>
              <a:t>                     </a:t>
            </a:r>
            <a:r>
              <a:rPr lang="pt-PT" dirty="0" err="1"/>
              <a:t>tagText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r>
              <a:rPr lang="pt-PT" dirty="0" err="1"/>
              <a:t>boiled</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 </a:t>
            </a:r>
            <a:r>
              <a:rPr lang="pt-PT" dirty="0" err="1"/>
              <a:t>Table</a:t>
            </a:r>
            <a:r>
              <a:rPr lang="pt-PT" dirty="0"/>
              <a:t>: </a:t>
            </a:r>
            <a:r>
              <a:rPr lang="pt-PT" dirty="0" err="1"/>
              <a:t>users</a:t>
            </a:r>
            <a:endParaRPr dirty="0"/>
          </a:p>
          <a:p>
            <a:pPr marL="0" lvl="0" indent="0" algn="l" rtl="0">
              <a:spcBef>
                <a:spcPts val="0"/>
              </a:spcBef>
              <a:spcAft>
                <a:spcPts val="0"/>
              </a:spcAft>
              <a:buNone/>
            </a:pPr>
            <a:r>
              <a:rPr lang="pt-PT" dirty="0"/>
              <a:t>CREATE TABLE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  INTEGER PRIMARY KEY AUTOINCREMENT,</a:t>
            </a:r>
            <a:endParaRPr dirty="0"/>
          </a:p>
          <a:p>
            <a:pPr marL="0" lvl="0" indent="0" algn="l" rtl="0">
              <a:spcBef>
                <a:spcPts val="0"/>
              </a:spcBef>
              <a:spcAft>
                <a:spcPts val="0"/>
              </a:spcAft>
              <a:buNone/>
            </a:pPr>
            <a:r>
              <a:rPr lang="pt-PT" dirty="0"/>
              <a:t>    </a:t>
            </a:r>
            <a:r>
              <a:rPr lang="pt-PT" dirty="0" err="1"/>
              <a:t>nick</a:t>
            </a:r>
            <a:r>
              <a:rPr lang="pt-PT" dirty="0"/>
              <a:t>    TEXT    UNIQUE,</a:t>
            </a:r>
            <a:endParaRPr dirty="0"/>
          </a:p>
          <a:p>
            <a:pPr marL="0" lvl="0" indent="0" algn="l" rtl="0">
              <a:spcBef>
                <a:spcPts val="0"/>
              </a:spcBef>
              <a:spcAft>
                <a:spcPts val="0"/>
              </a:spcAft>
              <a:buNone/>
            </a:pPr>
            <a:r>
              <a:rPr lang="pt-PT" dirty="0"/>
              <a:t>    </a:t>
            </a:r>
            <a:r>
              <a:rPr lang="pt-PT" dirty="0" err="1"/>
              <a:t>isAdmin</a:t>
            </a:r>
            <a:r>
              <a:rPr lang="pt-PT" dirty="0"/>
              <a:t> INTEGER CHECK (</a:t>
            </a:r>
            <a:r>
              <a:rPr lang="pt-PT" dirty="0" err="1"/>
              <a:t>isAdmin</a:t>
            </a:r>
            <a:r>
              <a:rPr lang="pt-PT" dirty="0"/>
              <a:t> = 0 OR </a:t>
            </a:r>
            <a:endParaRPr dirty="0"/>
          </a:p>
          <a:p>
            <a:pPr marL="0" lvl="0" indent="0" algn="l" rtl="0">
              <a:spcBef>
                <a:spcPts val="0"/>
              </a:spcBef>
              <a:spcAft>
                <a:spcPts val="0"/>
              </a:spcAft>
              <a:buNone/>
            </a:pPr>
            <a:r>
              <a:rPr lang="pt-PT" dirty="0"/>
              <a:t>                           </a:t>
            </a:r>
            <a:r>
              <a:rPr lang="pt-PT" dirty="0" err="1"/>
              <a:t>isAdmin</a:t>
            </a:r>
            <a:r>
              <a:rPr lang="pt-PT" dirty="0"/>
              <a:t> = 1) </a:t>
            </a:r>
            <a:endParaRPr dirty="0"/>
          </a:p>
          <a:p>
            <a:pPr marL="0" lvl="0" indent="0" algn="l" rtl="0">
              <a:spcBef>
                <a:spcPts val="0"/>
              </a:spcBef>
              <a:spcAft>
                <a:spcPts val="0"/>
              </a:spcAft>
              <a:buNone/>
            </a:pP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r>
              <a:rPr lang="pt-PT" dirty="0" err="1"/>
              <a:t>joe</a:t>
            </a:r>
            <a:r>
              <a:rPr lang="pt-PT" dirty="0"/>
              <a:t>',</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2,</a:t>
            </a:r>
            <a:endParaRPr dirty="0"/>
          </a:p>
          <a:p>
            <a:pPr marL="0" lvl="0" indent="0" algn="l" rtl="0">
              <a:spcBef>
                <a:spcPts val="0"/>
              </a:spcBef>
              <a:spcAft>
                <a:spcPts val="0"/>
              </a:spcAft>
              <a:buNone/>
            </a:pPr>
            <a:r>
              <a:rPr lang="pt-PT" dirty="0"/>
              <a:t>                      '</a:t>
            </a:r>
            <a:r>
              <a:rPr lang="pt-PT" dirty="0" err="1"/>
              <a:t>jk</a:t>
            </a:r>
            <a:r>
              <a:rPr lang="pt-PT" dirty="0"/>
              <a:t>',</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3,</a:t>
            </a:r>
            <a:endParaRPr dirty="0"/>
          </a:p>
          <a:p>
            <a:pPr marL="0" lvl="0" indent="0" algn="l" rtl="0">
              <a:spcBef>
                <a:spcPts val="0"/>
              </a:spcBef>
              <a:spcAft>
                <a:spcPts val="0"/>
              </a:spcAft>
              <a:buNone/>
            </a:pPr>
            <a:r>
              <a:rPr lang="pt-PT" dirty="0"/>
              <a:t>                      '</a:t>
            </a:r>
            <a:r>
              <a:rPr lang="pt-PT" dirty="0" err="1"/>
              <a:t>sean</a:t>
            </a:r>
            <a:r>
              <a:rPr lang="pt-PT" dirty="0"/>
              <a:t>',</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4,</a:t>
            </a:r>
            <a:endParaRPr dirty="0"/>
          </a:p>
          <a:p>
            <a:pPr marL="0" lvl="0" indent="0" algn="l" rtl="0">
              <a:spcBef>
                <a:spcPts val="0"/>
              </a:spcBef>
              <a:spcAft>
                <a:spcPts val="0"/>
              </a:spcAft>
              <a:buNone/>
            </a:pPr>
            <a:r>
              <a:rPr lang="pt-PT" dirty="0"/>
              <a:t>                      'bob',</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5,</a:t>
            </a:r>
            <a:endParaRPr dirty="0"/>
          </a:p>
          <a:p>
            <a:pPr marL="0" lvl="0" indent="0" algn="l" rtl="0">
              <a:spcBef>
                <a:spcPts val="0"/>
              </a:spcBef>
              <a:spcAft>
                <a:spcPts val="0"/>
              </a:spcAft>
              <a:buNone/>
            </a:pPr>
            <a:r>
              <a:rPr lang="pt-PT" dirty="0"/>
              <a:t>                      '</a:t>
            </a:r>
            <a:r>
              <a:rPr lang="pt-PT" dirty="0" err="1"/>
              <a:t>alice</a:t>
            </a:r>
            <a:r>
              <a:rPr lang="pt-PT" dirty="0"/>
              <a:t>',</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6,</a:t>
            </a:r>
            <a:endParaRPr dirty="0"/>
          </a:p>
          <a:p>
            <a:pPr marL="0" lvl="0" indent="0" algn="l" rtl="0">
              <a:spcBef>
                <a:spcPts val="0"/>
              </a:spcBef>
              <a:spcAft>
                <a:spcPts val="0"/>
              </a:spcAft>
              <a:buNone/>
            </a:pPr>
            <a:r>
              <a:rPr lang="pt-PT" dirty="0"/>
              <a:t>                      '</a:t>
            </a:r>
            <a:r>
              <a:rPr lang="pt-PT" dirty="0" err="1"/>
              <a:t>manuel</a:t>
            </a:r>
            <a:r>
              <a:rPr lang="pt-PT" dirty="0"/>
              <a:t>',</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7,</a:t>
            </a:r>
            <a:endParaRPr dirty="0"/>
          </a:p>
          <a:p>
            <a:pPr marL="0" lvl="0" indent="0" algn="l" rtl="0">
              <a:spcBef>
                <a:spcPts val="0"/>
              </a:spcBef>
              <a:spcAft>
                <a:spcPts val="0"/>
              </a:spcAft>
              <a:buNone/>
            </a:pPr>
            <a:r>
              <a:rPr lang="pt-PT" dirty="0"/>
              <a:t>                      '</a:t>
            </a:r>
            <a:r>
              <a:rPr lang="pt-PT" dirty="0" err="1"/>
              <a:t>joaozinho</a:t>
            </a:r>
            <a:r>
              <a:rPr lang="pt-PT" dirty="0"/>
              <a:t>',</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8,</a:t>
            </a:r>
            <a:endParaRPr dirty="0"/>
          </a:p>
          <a:p>
            <a:pPr marL="0" lvl="0" indent="0" algn="l" rtl="0">
              <a:spcBef>
                <a:spcPts val="0"/>
              </a:spcBef>
              <a:spcAft>
                <a:spcPts val="0"/>
              </a:spcAft>
              <a:buNone/>
            </a:pPr>
            <a:r>
              <a:rPr lang="pt-PT" dirty="0"/>
              <a:t>                      '</a:t>
            </a:r>
            <a:r>
              <a:rPr lang="pt-PT" dirty="0" err="1"/>
              <a:t>toni</a:t>
            </a:r>
            <a:r>
              <a:rPr lang="pt-PT" dirty="0"/>
              <a:t>',</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9,</a:t>
            </a:r>
            <a:endParaRPr dirty="0"/>
          </a:p>
          <a:p>
            <a:pPr marL="0" lvl="0" indent="0" algn="l" rtl="0">
              <a:spcBef>
                <a:spcPts val="0"/>
              </a:spcBef>
              <a:spcAft>
                <a:spcPts val="0"/>
              </a:spcAft>
              <a:buNone/>
            </a:pPr>
            <a:r>
              <a:rPr lang="pt-PT" dirty="0"/>
              <a:t>                      'mane',</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10,</a:t>
            </a:r>
            <a:endParaRPr dirty="0"/>
          </a:p>
          <a:p>
            <a:pPr marL="0" lvl="0" indent="0" algn="l" rtl="0">
              <a:spcBef>
                <a:spcPts val="0"/>
              </a:spcBef>
              <a:spcAft>
                <a:spcPts val="0"/>
              </a:spcAft>
              <a:buNone/>
            </a:pPr>
            <a:r>
              <a:rPr lang="pt-PT" dirty="0"/>
              <a:t>                      '</a:t>
            </a:r>
            <a:r>
              <a:rPr lang="pt-PT" dirty="0" err="1"/>
              <a:t>ghughnu</a:t>
            </a:r>
            <a:r>
              <a:rPr lang="pt-PT" dirty="0"/>
              <a:t>',</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11,</a:t>
            </a:r>
            <a:endParaRPr dirty="0"/>
          </a:p>
          <a:p>
            <a:pPr marL="0" lvl="0" indent="0" algn="l" rtl="0">
              <a:spcBef>
                <a:spcPts val="0"/>
              </a:spcBef>
              <a:spcAft>
                <a:spcPts val="0"/>
              </a:spcAft>
              <a:buNone/>
            </a:pPr>
            <a:r>
              <a:rPr lang="pt-PT" dirty="0"/>
              <a:t>                      '</a:t>
            </a:r>
            <a:r>
              <a:rPr lang="pt-PT" dirty="0" err="1"/>
              <a:t>toze</a:t>
            </a:r>
            <a:r>
              <a:rPr lang="pt-PT" dirty="0"/>
              <a:t>',</a:t>
            </a:r>
            <a:endParaRPr dirty="0"/>
          </a:p>
          <a:p>
            <a:pPr marL="0" lvl="0" indent="0" algn="l" rtl="0">
              <a:spcBef>
                <a:spcPts val="0"/>
              </a:spcBef>
              <a:spcAft>
                <a:spcPts val="0"/>
              </a:spcAft>
              <a:buNone/>
            </a:pPr>
            <a:r>
              <a:rPr lang="pt-PT" dirty="0"/>
              <a:t>                      0</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INSERT INTO </a:t>
            </a:r>
            <a:r>
              <a:rPr lang="pt-PT" dirty="0" err="1"/>
              <a:t>users</a:t>
            </a:r>
            <a:r>
              <a:rPr lang="pt-PT" dirty="0"/>
              <a:t> (</a:t>
            </a:r>
            <a:endParaRPr dirty="0"/>
          </a:p>
          <a:p>
            <a:pPr marL="0" lvl="0" indent="0" algn="l" rtl="0">
              <a:spcBef>
                <a:spcPts val="0"/>
              </a:spcBef>
              <a:spcAft>
                <a:spcPts val="0"/>
              </a:spcAft>
              <a:buNone/>
            </a:pPr>
            <a:r>
              <a:rPr lang="pt-PT" dirty="0"/>
              <a:t>                      </a:t>
            </a:r>
            <a:r>
              <a:rPr lang="pt-PT" dirty="0" err="1"/>
              <a:t>idUser</a:t>
            </a:r>
            <a:r>
              <a:rPr lang="pt-PT" dirty="0"/>
              <a:t>,</a:t>
            </a:r>
            <a:endParaRPr dirty="0"/>
          </a:p>
          <a:p>
            <a:pPr marL="0" lvl="0" indent="0" algn="l" rtl="0">
              <a:spcBef>
                <a:spcPts val="0"/>
              </a:spcBef>
              <a:spcAft>
                <a:spcPts val="0"/>
              </a:spcAft>
              <a:buNone/>
            </a:pPr>
            <a:r>
              <a:rPr lang="pt-PT" dirty="0"/>
              <a:t>                      </a:t>
            </a:r>
            <a:r>
              <a:rPr lang="pt-PT" dirty="0" err="1"/>
              <a:t>nick</a:t>
            </a:r>
            <a:r>
              <a:rPr lang="pt-PT" dirty="0"/>
              <a:t>,</a:t>
            </a:r>
            <a:endParaRPr dirty="0"/>
          </a:p>
          <a:p>
            <a:pPr marL="0" lvl="0" indent="0" algn="l" rtl="0">
              <a:spcBef>
                <a:spcPts val="0"/>
              </a:spcBef>
              <a:spcAft>
                <a:spcPts val="0"/>
              </a:spcAft>
              <a:buNone/>
            </a:pPr>
            <a:r>
              <a:rPr lang="pt-PT" dirty="0"/>
              <a:t>                      </a:t>
            </a:r>
            <a:r>
              <a:rPr lang="pt-PT" dirty="0" err="1"/>
              <a:t>isAdmin</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VALUES (</a:t>
            </a:r>
            <a:endParaRPr dirty="0"/>
          </a:p>
          <a:p>
            <a:pPr marL="0" lvl="0" indent="0" algn="l" rtl="0">
              <a:spcBef>
                <a:spcPts val="0"/>
              </a:spcBef>
              <a:spcAft>
                <a:spcPts val="0"/>
              </a:spcAft>
              <a:buNone/>
            </a:pPr>
            <a:r>
              <a:rPr lang="pt-PT" dirty="0"/>
              <a:t>                      12,</a:t>
            </a:r>
            <a:endParaRPr dirty="0"/>
          </a:p>
          <a:p>
            <a:pPr marL="0" lvl="0" indent="0" algn="l" rtl="0">
              <a:spcBef>
                <a:spcPts val="0"/>
              </a:spcBef>
              <a:spcAft>
                <a:spcPts val="0"/>
              </a:spcAft>
              <a:buNone/>
            </a:pPr>
            <a:r>
              <a:rPr lang="pt-PT" dirty="0"/>
              <a:t>                      '</a:t>
            </a:r>
            <a:r>
              <a:rPr lang="pt-PT" dirty="0" err="1"/>
              <a:t>jonibigood</a:t>
            </a:r>
            <a:r>
              <a:rPr lang="pt-PT" dirty="0"/>
              <a:t>',</a:t>
            </a:r>
            <a:endParaRPr dirty="0"/>
          </a:p>
          <a:p>
            <a:pPr marL="0" lvl="0" indent="0" algn="l" rtl="0">
              <a:spcBef>
                <a:spcPts val="0"/>
              </a:spcBef>
              <a:spcAft>
                <a:spcPts val="0"/>
              </a:spcAft>
              <a:buNone/>
            </a:pPr>
            <a:r>
              <a:rPr lang="pt-PT" dirty="0"/>
              <a:t>                      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COMMIT TRANSACTION;</a:t>
            </a:r>
            <a:endParaRPr dirty="0"/>
          </a:p>
          <a:p>
            <a:pPr marL="0" lvl="0" indent="0" algn="l" rtl="0">
              <a:spcBef>
                <a:spcPts val="0"/>
              </a:spcBef>
              <a:spcAft>
                <a:spcPts val="0"/>
              </a:spcAft>
              <a:buNone/>
            </a:pPr>
            <a:r>
              <a:rPr lang="pt-PT" dirty="0"/>
              <a:t>PRAGMA </a:t>
            </a:r>
            <a:r>
              <a:rPr lang="pt-PT" dirty="0" err="1"/>
              <a:t>foreign_keys</a:t>
            </a:r>
            <a:r>
              <a:rPr lang="pt-PT" dirty="0"/>
              <a:t> = </a:t>
            </a:r>
            <a:r>
              <a:rPr lang="pt-PT" dirty="0" err="1"/>
              <a:t>on</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8c23895e39_1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1" name="Google Shape;1101;g8c23895e39_1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(exame 2020)</a:t>
            </a:r>
            <a:endParaRPr dirty="0"/>
          </a:p>
          <a:p>
            <a:pPr marL="0" lvl="0" indent="0" algn="l" rtl="0">
              <a:spcBef>
                <a:spcPts val="0"/>
              </a:spcBef>
              <a:spcAft>
                <a:spcPts val="0"/>
              </a:spcAft>
              <a:buNone/>
            </a:pPr>
            <a:r>
              <a:rPr lang="pt-PT" dirty="0"/>
              <a:t>SELECT </a:t>
            </a:r>
            <a:r>
              <a:rPr lang="pt-PT" dirty="0" err="1"/>
              <a:t>Posts.title</a:t>
            </a:r>
            <a:r>
              <a:rPr lang="pt-PT" dirty="0"/>
              <a:t> AS </a:t>
            </a:r>
            <a:r>
              <a:rPr lang="pt-PT" dirty="0" err="1"/>
              <a:t>post_title</a:t>
            </a:r>
            <a:r>
              <a:rPr lang="pt-PT" dirty="0"/>
              <a:t>, COUNT(*) AS </a:t>
            </a:r>
            <a:r>
              <a:rPr lang="pt-PT" dirty="0" err="1"/>
              <a:t>num_comments</a:t>
            </a:r>
            <a:endParaRPr dirty="0"/>
          </a:p>
          <a:p>
            <a:pPr marL="0" lvl="0" indent="0" algn="l" rtl="0">
              <a:spcBef>
                <a:spcPts val="0"/>
              </a:spcBef>
              <a:spcAft>
                <a:spcPts val="0"/>
              </a:spcAft>
              <a:buNone/>
            </a:pPr>
            <a:r>
              <a:rPr lang="pt-PT" dirty="0"/>
              <a:t>FROM Posts, </a:t>
            </a:r>
            <a:r>
              <a:rPr lang="pt-PT" dirty="0" err="1"/>
              <a:t>Comments</a:t>
            </a:r>
            <a:endParaRPr dirty="0"/>
          </a:p>
          <a:p>
            <a:pPr marL="0" lvl="0" indent="0" algn="l" rtl="0">
              <a:spcBef>
                <a:spcPts val="0"/>
              </a:spcBef>
              <a:spcAft>
                <a:spcPts val="0"/>
              </a:spcAft>
              <a:buNone/>
            </a:pPr>
            <a:r>
              <a:rPr lang="pt-PT" dirty="0"/>
              <a:t>WHERE </a:t>
            </a:r>
            <a:r>
              <a:rPr lang="pt-PT" dirty="0" err="1"/>
              <a:t>Posts.idPost</a:t>
            </a:r>
            <a:r>
              <a:rPr lang="pt-PT" dirty="0"/>
              <a:t>=</a:t>
            </a:r>
            <a:r>
              <a:rPr lang="pt-PT" dirty="0" err="1"/>
              <a:t>Comments.idPost</a:t>
            </a:r>
            <a:endParaRPr dirty="0"/>
          </a:p>
          <a:p>
            <a:pPr marL="0" lvl="0" indent="0" algn="l" rtl="0">
              <a:spcBef>
                <a:spcPts val="0"/>
              </a:spcBef>
              <a:spcAft>
                <a:spcPts val="0"/>
              </a:spcAft>
              <a:buNone/>
            </a:pPr>
            <a:r>
              <a:rPr lang="pt-PT" dirty="0"/>
              <a:t>GROUP BY </a:t>
            </a:r>
            <a:r>
              <a:rPr lang="pt-PT" dirty="0" err="1"/>
              <a:t>Posts.idPost</a:t>
            </a:r>
            <a:endParaRPr dirty="0"/>
          </a:p>
          <a:p>
            <a:pPr marL="0" lvl="0" indent="0" algn="l" rtl="0">
              <a:spcBef>
                <a:spcPts val="0"/>
              </a:spcBef>
              <a:spcAft>
                <a:spcPts val="0"/>
              </a:spcAft>
              <a:buNone/>
            </a:pPr>
            <a:r>
              <a:rPr lang="pt-PT" dirty="0"/>
              <a:t>ORDER BY </a:t>
            </a:r>
            <a:r>
              <a:rPr lang="pt-PT" dirty="0" err="1"/>
              <a:t>num_comments</a:t>
            </a:r>
            <a:r>
              <a:rPr lang="pt-PT" dirty="0"/>
              <a:t> DESC, </a:t>
            </a:r>
            <a:r>
              <a:rPr lang="pt-PT" dirty="0" err="1"/>
              <a:t>post_title</a:t>
            </a:r>
            <a:r>
              <a:rPr lang="pt-PT" dirty="0"/>
              <a:t> ASC;</a:t>
            </a:r>
            <a:endParaRPr dirty="0"/>
          </a:p>
          <a:p>
            <a:pPr marL="0" lvl="0" indent="0" algn="l" rtl="0">
              <a:spcBef>
                <a:spcPts val="0"/>
              </a:spcBef>
              <a:spcAft>
                <a:spcPts val="0"/>
              </a:spcAft>
              <a:buNone/>
            </a:pPr>
            <a:endParaRPr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8c23895e39_1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8c23895e39_1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(exame 2020)</a:t>
            </a:r>
            <a:endParaRPr dirty="0"/>
          </a:p>
          <a:p>
            <a:pPr marL="0" lvl="0" indent="0" algn="l" rtl="0">
              <a:spcBef>
                <a:spcPts val="0"/>
              </a:spcBef>
              <a:spcAft>
                <a:spcPts val="0"/>
              </a:spcAft>
              <a:buNone/>
            </a:pPr>
            <a:r>
              <a:rPr lang="pt-PT" dirty="0"/>
              <a:t>-- </a:t>
            </a:r>
            <a:r>
              <a:rPr lang="pt-PT" dirty="0" err="1"/>
              <a:t>Admins</a:t>
            </a:r>
            <a:r>
              <a:rPr lang="pt-PT" dirty="0"/>
              <a:t> que não têm posts com </a:t>
            </a:r>
            <a:r>
              <a:rPr lang="pt-PT" dirty="0" err="1"/>
              <a:t>cooking</a:t>
            </a:r>
            <a:r>
              <a:rPr lang="pt-PT" dirty="0"/>
              <a:t> nas datas</a:t>
            </a:r>
            <a:endParaRPr dirty="0"/>
          </a:p>
          <a:p>
            <a:pPr marL="0" lvl="0" indent="0" algn="l" rtl="0">
              <a:spcBef>
                <a:spcPts val="0"/>
              </a:spcBef>
              <a:spcAft>
                <a:spcPts val="0"/>
              </a:spcAft>
              <a:buNone/>
            </a:pPr>
            <a:r>
              <a:rPr lang="pt-PT" dirty="0"/>
              <a:t>SELECT </a:t>
            </a:r>
            <a:r>
              <a:rPr lang="pt-PT" dirty="0" err="1"/>
              <a:t>nick</a:t>
            </a:r>
            <a:r>
              <a:rPr lang="pt-PT" dirty="0"/>
              <a:t> AS </a:t>
            </a:r>
            <a:r>
              <a:rPr lang="pt-PT" dirty="0" err="1"/>
              <a:t>admin_nickname</a:t>
            </a:r>
            <a:r>
              <a:rPr lang="pt-PT" dirty="0"/>
              <a:t> FROM </a:t>
            </a:r>
            <a:r>
              <a:rPr lang="pt-PT" dirty="0" err="1"/>
              <a:t>Users</a:t>
            </a:r>
            <a:endParaRPr dirty="0"/>
          </a:p>
          <a:p>
            <a:pPr marL="0" lvl="0" indent="0" algn="l" rtl="0">
              <a:spcBef>
                <a:spcPts val="0"/>
              </a:spcBef>
              <a:spcAft>
                <a:spcPts val="0"/>
              </a:spcAft>
              <a:buNone/>
            </a:pPr>
            <a:r>
              <a:rPr lang="pt-PT" dirty="0"/>
              <a:t>WHERE </a:t>
            </a:r>
            <a:r>
              <a:rPr lang="pt-PT" dirty="0" err="1"/>
              <a:t>isAdmin</a:t>
            </a:r>
            <a:r>
              <a:rPr lang="pt-PT" dirty="0"/>
              <a:t>=1</a:t>
            </a:r>
            <a:endParaRPr dirty="0"/>
          </a:p>
          <a:p>
            <a:pPr marL="0" lvl="0" indent="0" algn="l" rtl="0">
              <a:spcBef>
                <a:spcPts val="0"/>
              </a:spcBef>
              <a:spcAft>
                <a:spcPts val="0"/>
              </a:spcAft>
              <a:buNone/>
            </a:pPr>
            <a:r>
              <a:rPr lang="pt-PT" dirty="0"/>
              <a:t>AND </a:t>
            </a:r>
            <a:r>
              <a:rPr lang="pt-PT" dirty="0" err="1"/>
              <a:t>idUser</a:t>
            </a:r>
            <a:r>
              <a:rPr lang="pt-PT" dirty="0"/>
              <a:t> NOT IN (</a:t>
            </a:r>
            <a:endParaRPr dirty="0"/>
          </a:p>
          <a:p>
            <a:pPr marL="0" lvl="0" indent="0" algn="l" rtl="0">
              <a:spcBef>
                <a:spcPts val="0"/>
              </a:spcBef>
              <a:spcAft>
                <a:spcPts val="0"/>
              </a:spcAft>
              <a:buNone/>
            </a:pPr>
            <a:r>
              <a:rPr lang="pt-PT" dirty="0"/>
              <a:t>    -- Utilizadores com posts com </a:t>
            </a:r>
            <a:r>
              <a:rPr lang="pt-PT" dirty="0" err="1"/>
              <a:t>tag</a:t>
            </a:r>
            <a:r>
              <a:rPr lang="pt-PT" dirty="0"/>
              <a:t> de </a:t>
            </a:r>
            <a:r>
              <a:rPr lang="pt-PT" dirty="0" err="1"/>
              <a:t>cooking</a:t>
            </a:r>
            <a:r>
              <a:rPr lang="pt-PT" dirty="0"/>
              <a:t> nas datas</a:t>
            </a:r>
            <a:endParaRPr dirty="0"/>
          </a:p>
          <a:p>
            <a:pPr marL="0" lvl="0" indent="0" algn="l" rtl="0">
              <a:spcBef>
                <a:spcPts val="0"/>
              </a:spcBef>
              <a:spcAft>
                <a:spcPts val="0"/>
              </a:spcAft>
              <a:buNone/>
            </a:pPr>
            <a:r>
              <a:rPr lang="pt-PT" dirty="0"/>
              <a:t>    SELECT </a:t>
            </a:r>
            <a:r>
              <a:rPr lang="pt-PT" dirty="0" err="1"/>
              <a:t>author</a:t>
            </a:r>
            <a:r>
              <a:rPr lang="pt-PT" dirty="0"/>
              <a:t> FROM </a:t>
            </a:r>
            <a:r>
              <a:rPr lang="pt-PT" dirty="0" err="1"/>
              <a:t>POsts</a:t>
            </a:r>
            <a:endParaRPr dirty="0"/>
          </a:p>
          <a:p>
            <a:pPr marL="0" lvl="0" indent="0" algn="l" rtl="0">
              <a:spcBef>
                <a:spcPts val="0"/>
              </a:spcBef>
              <a:spcAft>
                <a:spcPts val="0"/>
              </a:spcAft>
              <a:buNone/>
            </a:pPr>
            <a:r>
              <a:rPr lang="pt-PT" dirty="0"/>
              <a:t>    WHERE </a:t>
            </a:r>
            <a:r>
              <a:rPr lang="pt-PT" dirty="0" err="1"/>
              <a:t>idPost</a:t>
            </a:r>
            <a:r>
              <a:rPr lang="pt-PT" dirty="0"/>
              <a:t> IN (</a:t>
            </a:r>
            <a:endParaRPr dirty="0"/>
          </a:p>
          <a:p>
            <a:pPr marL="0" lvl="0" indent="0" algn="l" rtl="0">
              <a:spcBef>
                <a:spcPts val="0"/>
              </a:spcBef>
              <a:spcAft>
                <a:spcPts val="0"/>
              </a:spcAft>
              <a:buNone/>
            </a:pPr>
            <a:r>
              <a:rPr lang="pt-PT" dirty="0"/>
              <a:t>        -- Posts publicados nas tais datas</a:t>
            </a:r>
            <a:endParaRPr dirty="0"/>
          </a:p>
          <a:p>
            <a:pPr marL="0" lvl="0" indent="0" algn="l" rtl="0">
              <a:spcBef>
                <a:spcPts val="0"/>
              </a:spcBef>
              <a:spcAft>
                <a:spcPts val="0"/>
              </a:spcAft>
              <a:buNone/>
            </a:pPr>
            <a:r>
              <a:rPr lang="pt-PT" dirty="0"/>
              <a:t>        -- e com </a:t>
            </a:r>
            <a:r>
              <a:rPr lang="pt-PT" dirty="0" err="1"/>
              <a:t>tag</a:t>
            </a:r>
            <a:r>
              <a:rPr lang="pt-PT" dirty="0"/>
              <a:t> de </a:t>
            </a:r>
            <a:r>
              <a:rPr lang="pt-PT" dirty="0" err="1"/>
              <a:t>cooking</a:t>
            </a:r>
            <a:endParaRPr dirty="0"/>
          </a:p>
          <a:p>
            <a:pPr marL="0" lvl="0" indent="0" algn="l" rtl="0">
              <a:spcBef>
                <a:spcPts val="0"/>
              </a:spcBef>
              <a:spcAft>
                <a:spcPts val="0"/>
              </a:spcAft>
              <a:buNone/>
            </a:pPr>
            <a:r>
              <a:rPr lang="pt-PT" dirty="0"/>
              <a:t>        SELECT </a:t>
            </a:r>
            <a:r>
              <a:rPr lang="pt-PT" dirty="0" err="1"/>
              <a:t>PostsTags.idPost</a:t>
            </a:r>
            <a:r>
              <a:rPr lang="pt-PT" dirty="0"/>
              <a:t> FROM Posts, </a:t>
            </a:r>
            <a:r>
              <a:rPr lang="pt-PT" dirty="0" err="1"/>
              <a:t>PostsTags</a:t>
            </a:r>
            <a:endParaRPr dirty="0"/>
          </a:p>
          <a:p>
            <a:pPr marL="0" lvl="0" indent="0" algn="l" rtl="0">
              <a:spcBef>
                <a:spcPts val="0"/>
              </a:spcBef>
              <a:spcAft>
                <a:spcPts val="0"/>
              </a:spcAft>
              <a:buNone/>
            </a:pPr>
            <a:r>
              <a:rPr lang="pt-PT" dirty="0"/>
              <a:t>        WHERE </a:t>
            </a:r>
            <a:r>
              <a:rPr lang="pt-PT" dirty="0" err="1"/>
              <a:t>PostsTags.idPost</a:t>
            </a:r>
            <a:r>
              <a:rPr lang="pt-PT" dirty="0"/>
              <a:t>=</a:t>
            </a:r>
            <a:r>
              <a:rPr lang="pt-PT" dirty="0" err="1"/>
              <a:t>Posts.idPost</a:t>
            </a:r>
            <a:endParaRPr dirty="0"/>
          </a:p>
          <a:p>
            <a:pPr marL="0" lvl="0" indent="0" algn="l" rtl="0">
              <a:spcBef>
                <a:spcPts val="0"/>
              </a:spcBef>
              <a:spcAft>
                <a:spcPts val="0"/>
              </a:spcAft>
              <a:buNone/>
            </a:pPr>
            <a:r>
              <a:rPr lang="pt-PT" dirty="0"/>
              <a:t>        AND date("2019-08-29") &lt;= date(</a:t>
            </a:r>
            <a:r>
              <a:rPr lang="pt-PT" dirty="0" err="1"/>
              <a:t>datePublished</a:t>
            </a:r>
            <a:r>
              <a:rPr lang="pt-PT" dirty="0"/>
              <a:t>)</a:t>
            </a:r>
            <a:endParaRPr dirty="0"/>
          </a:p>
          <a:p>
            <a:pPr marL="0" lvl="0" indent="0" algn="l" rtl="0">
              <a:spcBef>
                <a:spcPts val="0"/>
              </a:spcBef>
              <a:spcAft>
                <a:spcPts val="0"/>
              </a:spcAft>
              <a:buNone/>
            </a:pPr>
            <a:r>
              <a:rPr lang="pt-PT" dirty="0"/>
              <a:t>        AND </a:t>
            </a:r>
            <a:r>
              <a:rPr lang="pt-PT" dirty="0" err="1"/>
              <a:t>julianday</a:t>
            </a:r>
            <a:r>
              <a:rPr lang="pt-PT" dirty="0"/>
              <a:t>(</a:t>
            </a:r>
            <a:r>
              <a:rPr lang="pt-PT" dirty="0" err="1"/>
              <a:t>datePublished</a:t>
            </a:r>
            <a:r>
              <a:rPr lang="pt-PT" dirty="0"/>
              <a:t>) &lt;= </a:t>
            </a:r>
            <a:r>
              <a:rPr lang="pt-PT" dirty="0" err="1"/>
              <a:t>julianday</a:t>
            </a:r>
            <a:r>
              <a:rPr lang="pt-PT" dirty="0"/>
              <a:t>(date("2019-08-29"))+15</a:t>
            </a:r>
            <a:endParaRPr dirty="0"/>
          </a:p>
          <a:p>
            <a:pPr marL="0" lvl="0" indent="0" algn="l" rtl="0">
              <a:spcBef>
                <a:spcPts val="0"/>
              </a:spcBef>
              <a:spcAft>
                <a:spcPts val="0"/>
              </a:spcAft>
              <a:buNone/>
            </a:pPr>
            <a:r>
              <a:rPr lang="pt-PT" dirty="0"/>
              <a:t>        AND </a:t>
            </a:r>
            <a:r>
              <a:rPr lang="pt-PT" dirty="0" err="1"/>
              <a:t>idTag</a:t>
            </a:r>
            <a:r>
              <a:rPr lang="pt-PT" dirty="0"/>
              <a:t> IN (</a:t>
            </a:r>
            <a:endParaRPr dirty="0"/>
          </a:p>
          <a:p>
            <a:pPr marL="0" lvl="0" indent="0" algn="l" rtl="0">
              <a:spcBef>
                <a:spcPts val="0"/>
              </a:spcBef>
              <a:spcAft>
                <a:spcPts val="0"/>
              </a:spcAft>
              <a:buNone/>
            </a:pPr>
            <a:r>
              <a:rPr lang="pt-PT" dirty="0"/>
              <a:t>            -- </a:t>
            </a:r>
            <a:r>
              <a:rPr lang="pt-PT" dirty="0" err="1"/>
              <a:t>Tag</a:t>
            </a:r>
            <a:r>
              <a:rPr lang="pt-PT" dirty="0"/>
              <a:t> de </a:t>
            </a:r>
            <a:r>
              <a:rPr lang="pt-PT" dirty="0" err="1"/>
              <a:t>cooking</a:t>
            </a:r>
            <a:endParaRPr dirty="0"/>
          </a:p>
          <a:p>
            <a:pPr marL="0" lvl="0" indent="0" algn="l" rtl="0">
              <a:spcBef>
                <a:spcPts val="0"/>
              </a:spcBef>
              <a:spcAft>
                <a:spcPts val="0"/>
              </a:spcAft>
              <a:buNone/>
            </a:pPr>
            <a:r>
              <a:rPr lang="pt-PT" dirty="0"/>
              <a:t>            SELECT </a:t>
            </a:r>
            <a:r>
              <a:rPr lang="pt-PT" dirty="0" err="1"/>
              <a:t>idTag</a:t>
            </a:r>
            <a:r>
              <a:rPr lang="pt-PT" dirty="0"/>
              <a:t> FROM Tags</a:t>
            </a:r>
            <a:endParaRPr dirty="0"/>
          </a:p>
          <a:p>
            <a:pPr marL="0" lvl="0" indent="0" algn="l" rtl="0">
              <a:spcBef>
                <a:spcPts val="0"/>
              </a:spcBef>
              <a:spcAft>
                <a:spcPts val="0"/>
              </a:spcAft>
              <a:buNone/>
            </a:pPr>
            <a:r>
              <a:rPr lang="pt-PT" dirty="0"/>
              <a:t>            WHERE </a:t>
            </a:r>
            <a:r>
              <a:rPr lang="pt-PT" dirty="0" err="1"/>
              <a:t>tagText</a:t>
            </a:r>
            <a:r>
              <a:rPr lang="pt-PT" dirty="0"/>
              <a:t> LIKE "</a:t>
            </a:r>
            <a:r>
              <a:rPr lang="pt-PT" dirty="0" err="1"/>
              <a:t>cooking</a:t>
            </a:r>
            <a:r>
              <a:rPr lang="pt-PT" dirty="0"/>
              <a:t>"</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a:t>
            </a:r>
            <a:endParaRPr dirty="0"/>
          </a:p>
          <a:p>
            <a:pPr marL="0" lvl="0" indent="0" algn="l" rtl="0">
              <a:spcBef>
                <a:spcPts val="0"/>
              </a:spcBef>
              <a:spcAft>
                <a:spcPts val="0"/>
              </a:spcAft>
              <a:buNone/>
            </a:pPr>
            <a:r>
              <a:rPr lang="pt-PT" dirty="0"/>
              <a:t>ORDER BY </a:t>
            </a:r>
            <a:r>
              <a:rPr lang="pt-PT" dirty="0" err="1"/>
              <a:t>admin_nickname</a:t>
            </a:r>
            <a:r>
              <a:rPr lang="pt-PT" dirty="0"/>
              <a:t> DESC;</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pt-PT" dirty="0"/>
              <a:t>Com </a:t>
            </a:r>
            <a:r>
              <a:rPr lang="pt-PT" dirty="0" err="1"/>
              <a:t>views</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lnSpc>
                <a:spcPct val="135714"/>
              </a:lnSpc>
              <a:spcBef>
                <a:spcPts val="0"/>
              </a:spcBef>
              <a:spcAft>
                <a:spcPts val="0"/>
              </a:spcAft>
              <a:buClr>
                <a:schemeClr val="dk1"/>
              </a:buClr>
              <a:buSzPts val="1100"/>
              <a:buFont typeface="Arial"/>
              <a:buNone/>
            </a:pPr>
            <a:r>
              <a:rPr lang="pt-PT" sz="1050" dirty="0">
                <a:solidFill>
                  <a:srgbClr val="6A9955"/>
                </a:solidFill>
                <a:highlight>
                  <a:srgbClr val="1E1E1E"/>
                </a:highlight>
                <a:latin typeface="Courier New"/>
                <a:ea typeface="Courier New"/>
                <a:cs typeface="Courier New"/>
                <a:sym typeface="Courier New"/>
              </a:rPr>
              <a:t>--resolução do 153.2 exame 2020 </a:t>
            </a:r>
            <a:r>
              <a:rPr lang="pt-PT" sz="1050" dirty="0" err="1">
                <a:solidFill>
                  <a:srgbClr val="6A9955"/>
                </a:solidFill>
                <a:highlight>
                  <a:srgbClr val="1E1E1E"/>
                </a:highlight>
                <a:latin typeface="Courier New"/>
                <a:ea typeface="Courier New"/>
                <a:cs typeface="Courier New"/>
                <a:sym typeface="Courier New"/>
              </a:rPr>
              <a:t>epoca</a:t>
            </a:r>
            <a:r>
              <a:rPr lang="pt-PT" sz="1050" dirty="0">
                <a:solidFill>
                  <a:srgbClr val="6A9955"/>
                </a:solidFill>
                <a:highlight>
                  <a:srgbClr val="1E1E1E"/>
                </a:highlight>
                <a:latin typeface="Courier New"/>
                <a:ea typeface="Courier New"/>
                <a:cs typeface="Courier New"/>
                <a:sym typeface="Courier New"/>
              </a:rPr>
              <a:t> normal </a:t>
            </a:r>
            <a:r>
              <a:rPr lang="pt-PT" sz="1050" dirty="0" err="1">
                <a:solidFill>
                  <a:srgbClr val="6A9955"/>
                </a:solidFill>
                <a:highlight>
                  <a:srgbClr val="1E1E1E"/>
                </a:highlight>
                <a:latin typeface="Courier New"/>
                <a:ea typeface="Courier New"/>
                <a:cs typeface="Courier New"/>
                <a:sym typeface="Courier New"/>
              </a:rPr>
              <a:t>queries</a:t>
            </a:r>
            <a:r>
              <a:rPr lang="pt-PT" sz="1050" dirty="0">
                <a:solidFill>
                  <a:srgbClr val="6A9955"/>
                </a:solidFill>
                <a:highlight>
                  <a:srgbClr val="1E1E1E"/>
                </a:highlight>
                <a:latin typeface="Courier New"/>
                <a:ea typeface="Courier New"/>
                <a:cs typeface="Courier New"/>
                <a:sym typeface="Courier New"/>
              </a:rPr>
              <a:t> usando </a:t>
            </a:r>
            <a:r>
              <a:rPr lang="pt-PT" sz="1050" dirty="0" err="1">
                <a:solidFill>
                  <a:srgbClr val="6A9955"/>
                </a:solidFill>
                <a:highlight>
                  <a:srgbClr val="1E1E1E"/>
                </a:highlight>
                <a:latin typeface="Courier New"/>
                <a:ea typeface="Courier New"/>
                <a:cs typeface="Courier New"/>
                <a:sym typeface="Courier New"/>
              </a:rPr>
              <a:t>views</a:t>
            </a:r>
            <a:r>
              <a:rPr lang="pt-PT" sz="1050" dirty="0">
                <a:solidFill>
                  <a:srgbClr val="6A9955"/>
                </a:solidFill>
                <a:highlight>
                  <a:srgbClr val="1E1E1E"/>
                </a:highlight>
                <a:latin typeface="Courier New"/>
                <a:ea typeface="Courier New"/>
                <a:cs typeface="Courier New"/>
                <a:sym typeface="Courier New"/>
              </a:rPr>
              <a:t>!!!</a:t>
            </a:r>
            <a:endParaRPr sz="1050" dirty="0">
              <a:solidFill>
                <a:srgbClr val="6A9955"/>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err="1">
                <a:solidFill>
                  <a:srgbClr val="569CD6"/>
                </a:solidFill>
                <a:highlight>
                  <a:srgbClr val="1E1E1E"/>
                </a:highlight>
                <a:latin typeface="Courier New"/>
                <a:ea typeface="Courier New"/>
                <a:cs typeface="Courier New"/>
                <a:sym typeface="Courier New"/>
              </a:rPr>
              <a:t>Drop</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View</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If</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EXISTS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TagCooking</a:t>
            </a:r>
            <a:r>
              <a:rPr lang="pt-PT" sz="1050" dirty="0">
                <a:solidFill>
                  <a:srgbClr val="D4D4D4"/>
                </a:solidFill>
                <a:highlight>
                  <a:srgbClr val="1E1E1E"/>
                </a:highlight>
                <a:latin typeface="Courier New"/>
                <a:ea typeface="Courier New"/>
                <a:cs typeface="Courier New"/>
                <a:sym typeface="Courier New"/>
              </a:rPr>
              <a:t> ;</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err="1">
                <a:solidFill>
                  <a:srgbClr val="569CD6"/>
                </a:solidFill>
                <a:highlight>
                  <a:srgbClr val="1E1E1E"/>
                </a:highlight>
                <a:latin typeface="Courier New"/>
                <a:ea typeface="Courier New"/>
                <a:cs typeface="Courier New"/>
                <a:sym typeface="Courier New"/>
              </a:rPr>
              <a:t>Drop</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View</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If</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EXISTS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PostsTagsCooking</a:t>
            </a:r>
            <a:r>
              <a:rPr lang="pt-PT" sz="1050" dirty="0">
                <a:solidFill>
                  <a:srgbClr val="D4D4D4"/>
                </a:solidFill>
                <a:highlight>
                  <a:srgbClr val="1E1E1E"/>
                </a:highlight>
                <a:latin typeface="Courier New"/>
                <a:ea typeface="Courier New"/>
                <a:cs typeface="Courier New"/>
                <a:sym typeface="Courier New"/>
              </a:rPr>
              <a:t>;</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err="1">
                <a:solidFill>
                  <a:srgbClr val="569CD6"/>
                </a:solidFill>
                <a:highlight>
                  <a:srgbClr val="1E1E1E"/>
                </a:highlight>
                <a:latin typeface="Courier New"/>
                <a:ea typeface="Courier New"/>
                <a:cs typeface="Courier New"/>
                <a:sym typeface="Courier New"/>
              </a:rPr>
              <a:t>Drop</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View</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If</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EXISTS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DatePosted</a:t>
            </a:r>
            <a:r>
              <a:rPr lang="pt-PT" sz="1050" dirty="0">
                <a:solidFill>
                  <a:srgbClr val="D4D4D4"/>
                </a:solidFill>
                <a:highlight>
                  <a:srgbClr val="1E1E1E"/>
                </a:highlight>
                <a:latin typeface="Courier New"/>
                <a:ea typeface="Courier New"/>
                <a:cs typeface="Courier New"/>
                <a:sym typeface="Courier New"/>
              </a:rPr>
              <a:t>;</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569CD6"/>
                </a:solidFill>
                <a:highlight>
                  <a:srgbClr val="1E1E1E"/>
                </a:highlight>
                <a:latin typeface="Courier New"/>
                <a:ea typeface="Courier New"/>
                <a:cs typeface="Courier New"/>
                <a:sym typeface="Courier New"/>
              </a:rPr>
              <a:t>CREATE</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View</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TagCooking</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AS</a:t>
            </a:r>
            <a:endParaRPr sz="1050" dirty="0">
              <a:solidFill>
                <a:srgbClr val="569CD6"/>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err="1">
                <a:solidFill>
                  <a:srgbClr val="569CD6"/>
                </a:solidFill>
                <a:highlight>
                  <a:srgbClr val="1E1E1E"/>
                </a:highlight>
                <a:latin typeface="Courier New"/>
                <a:ea typeface="Courier New"/>
                <a:cs typeface="Courier New"/>
                <a:sym typeface="Courier New"/>
              </a:rPr>
              <a:t>select</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idTag</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tagCookingId</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from</a:t>
            </a:r>
            <a:r>
              <a:rPr lang="pt-PT" sz="1050" dirty="0">
                <a:solidFill>
                  <a:srgbClr val="D4D4D4"/>
                </a:solidFill>
                <a:highlight>
                  <a:srgbClr val="1E1E1E"/>
                </a:highlight>
                <a:latin typeface="Courier New"/>
                <a:ea typeface="Courier New"/>
                <a:cs typeface="Courier New"/>
                <a:sym typeface="Courier New"/>
              </a:rPr>
              <a:t> Tags </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where</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tagText</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CE9178"/>
                </a:solidFill>
                <a:highlight>
                  <a:srgbClr val="1E1E1E"/>
                </a:highlight>
                <a:latin typeface="Courier New"/>
                <a:ea typeface="Courier New"/>
                <a:cs typeface="Courier New"/>
                <a:sym typeface="Courier New"/>
              </a:rPr>
              <a:t>'</a:t>
            </a:r>
            <a:r>
              <a:rPr lang="pt-PT" sz="1050" dirty="0" err="1">
                <a:solidFill>
                  <a:srgbClr val="CE9178"/>
                </a:solidFill>
                <a:highlight>
                  <a:srgbClr val="1E1E1E"/>
                </a:highlight>
                <a:latin typeface="Courier New"/>
                <a:ea typeface="Courier New"/>
                <a:cs typeface="Courier New"/>
                <a:sym typeface="Courier New"/>
              </a:rPr>
              <a:t>cooking</a:t>
            </a:r>
            <a:r>
              <a:rPr lang="pt-PT" sz="1050" dirty="0">
                <a:solidFill>
                  <a:srgbClr val="CE9178"/>
                </a:solidFill>
                <a:highlight>
                  <a:srgbClr val="1E1E1E"/>
                </a:highlight>
                <a:latin typeface="Courier New"/>
                <a:ea typeface="Courier New"/>
                <a:cs typeface="Courier New"/>
                <a:sym typeface="Courier New"/>
              </a:rPr>
              <a:t>'</a:t>
            </a:r>
            <a:r>
              <a:rPr lang="pt-PT" sz="1050" dirty="0">
                <a:solidFill>
                  <a:srgbClr val="D4D4D4"/>
                </a:solidFill>
                <a:highlight>
                  <a:srgbClr val="1E1E1E"/>
                </a:highlight>
                <a:latin typeface="Courier New"/>
                <a:ea typeface="Courier New"/>
                <a:cs typeface="Courier New"/>
                <a:sym typeface="Courier New"/>
              </a:rPr>
              <a:t>;</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569CD6"/>
                </a:solidFill>
                <a:highlight>
                  <a:srgbClr val="1E1E1E"/>
                </a:highlight>
                <a:latin typeface="Courier New"/>
                <a:ea typeface="Courier New"/>
                <a:cs typeface="Courier New"/>
                <a:sym typeface="Courier New"/>
              </a:rPr>
              <a:t>CREATE</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View</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PostsTagsCooking</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AS</a:t>
            </a:r>
            <a:endParaRPr sz="1050" dirty="0">
              <a:solidFill>
                <a:srgbClr val="569CD6"/>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err="1">
                <a:solidFill>
                  <a:srgbClr val="569CD6"/>
                </a:solidFill>
                <a:highlight>
                  <a:srgbClr val="1E1E1E"/>
                </a:highlight>
                <a:latin typeface="Courier New"/>
                <a:ea typeface="Courier New"/>
                <a:cs typeface="Courier New"/>
                <a:sym typeface="Courier New"/>
              </a:rPr>
              <a:t>select</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idPost</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idPostTagsCooking</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from</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PostsTags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TagCooking</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where</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TagCooking.tagCookingId</a:t>
            </a:r>
            <a:r>
              <a:rPr lang="pt-PT" sz="1050" dirty="0">
                <a:solidFill>
                  <a:srgbClr val="D4D4D4"/>
                </a:solidFill>
                <a:highlight>
                  <a:srgbClr val="1E1E1E"/>
                </a:highlight>
                <a:latin typeface="Courier New"/>
                <a:ea typeface="Courier New"/>
                <a:cs typeface="Courier New"/>
                <a:sym typeface="Courier New"/>
              </a:rPr>
              <a:t> = </a:t>
            </a:r>
            <a:r>
              <a:rPr lang="pt-PT" sz="1050" dirty="0" err="1">
                <a:solidFill>
                  <a:srgbClr val="D4D4D4"/>
                </a:solidFill>
                <a:highlight>
                  <a:srgbClr val="1E1E1E"/>
                </a:highlight>
                <a:latin typeface="Courier New"/>
                <a:ea typeface="Courier New"/>
                <a:cs typeface="Courier New"/>
                <a:sym typeface="Courier New"/>
              </a:rPr>
              <a:t>PostsTags.idTag</a:t>
            </a:r>
            <a:r>
              <a:rPr lang="pt-PT" sz="1050" dirty="0">
                <a:solidFill>
                  <a:srgbClr val="D4D4D4"/>
                </a:solidFill>
                <a:highlight>
                  <a:srgbClr val="1E1E1E"/>
                </a:highlight>
                <a:latin typeface="Courier New"/>
                <a:ea typeface="Courier New"/>
                <a:cs typeface="Courier New"/>
                <a:sym typeface="Courier New"/>
              </a:rPr>
              <a:t>;</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6A9955"/>
                </a:solidFill>
                <a:highlight>
                  <a:srgbClr val="1E1E1E"/>
                </a:highlight>
                <a:latin typeface="Courier New"/>
                <a:ea typeface="Courier New"/>
                <a:cs typeface="Courier New"/>
                <a:sym typeface="Courier New"/>
              </a:rPr>
              <a:t>--</a:t>
            </a:r>
            <a:r>
              <a:rPr lang="pt-PT" sz="1050" dirty="0" err="1">
                <a:solidFill>
                  <a:srgbClr val="6A9955"/>
                </a:solidFill>
                <a:highlight>
                  <a:srgbClr val="1E1E1E"/>
                </a:highlight>
                <a:latin typeface="Courier New"/>
                <a:ea typeface="Courier New"/>
                <a:cs typeface="Courier New"/>
                <a:sym typeface="Courier New"/>
              </a:rPr>
              <a:t>select</a:t>
            </a:r>
            <a:r>
              <a:rPr lang="pt-PT" sz="1050" dirty="0">
                <a:solidFill>
                  <a:srgbClr val="6A9955"/>
                </a:solidFill>
                <a:highlight>
                  <a:srgbClr val="1E1E1E"/>
                </a:highlight>
                <a:latin typeface="Courier New"/>
                <a:ea typeface="Courier New"/>
                <a:cs typeface="Courier New"/>
                <a:sym typeface="Courier New"/>
              </a:rPr>
              <a:t> * </a:t>
            </a:r>
            <a:r>
              <a:rPr lang="pt-PT" sz="1050" dirty="0" err="1">
                <a:solidFill>
                  <a:srgbClr val="6A9955"/>
                </a:solidFill>
                <a:highlight>
                  <a:srgbClr val="1E1E1E"/>
                </a:highlight>
                <a:latin typeface="Courier New"/>
                <a:ea typeface="Courier New"/>
                <a:cs typeface="Courier New"/>
                <a:sym typeface="Courier New"/>
              </a:rPr>
              <a:t>from</a:t>
            </a:r>
            <a:r>
              <a:rPr lang="pt-PT" sz="1050" dirty="0">
                <a:solidFill>
                  <a:srgbClr val="6A9955"/>
                </a:solidFill>
                <a:highlight>
                  <a:srgbClr val="1E1E1E"/>
                </a:highlight>
                <a:latin typeface="Courier New"/>
                <a:ea typeface="Courier New"/>
                <a:cs typeface="Courier New"/>
                <a:sym typeface="Courier New"/>
              </a:rPr>
              <a:t> </a:t>
            </a:r>
            <a:r>
              <a:rPr lang="pt-PT" sz="1050" dirty="0" err="1">
                <a:solidFill>
                  <a:srgbClr val="6A9955"/>
                </a:solidFill>
                <a:highlight>
                  <a:srgbClr val="1E1E1E"/>
                </a:highlight>
                <a:latin typeface="Courier New"/>
                <a:ea typeface="Courier New"/>
                <a:cs typeface="Courier New"/>
                <a:sym typeface="Courier New"/>
              </a:rPr>
              <a:t>PostsTagsCooking</a:t>
            </a:r>
            <a:r>
              <a:rPr lang="pt-PT" sz="1050" dirty="0">
                <a:solidFill>
                  <a:srgbClr val="6A9955"/>
                </a:solidFill>
                <a:highlight>
                  <a:srgbClr val="1E1E1E"/>
                </a:highlight>
                <a:latin typeface="Courier New"/>
                <a:ea typeface="Courier New"/>
                <a:cs typeface="Courier New"/>
                <a:sym typeface="Courier New"/>
              </a:rPr>
              <a:t>;</a:t>
            </a:r>
            <a:endParaRPr sz="1050" dirty="0">
              <a:solidFill>
                <a:srgbClr val="6A9955"/>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err="1">
                <a:solidFill>
                  <a:srgbClr val="569CD6"/>
                </a:solidFill>
                <a:highlight>
                  <a:srgbClr val="1E1E1E"/>
                </a:highlight>
                <a:latin typeface="Courier New"/>
                <a:ea typeface="Courier New"/>
                <a:cs typeface="Courier New"/>
                <a:sym typeface="Courier New"/>
              </a:rPr>
              <a:t>Create</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View</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DatePosted</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AS</a:t>
            </a:r>
            <a:endParaRPr sz="1050" dirty="0">
              <a:solidFill>
                <a:srgbClr val="569CD6"/>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err="1">
                <a:solidFill>
                  <a:srgbClr val="569CD6"/>
                </a:solidFill>
                <a:highlight>
                  <a:srgbClr val="1E1E1E"/>
                </a:highlight>
                <a:latin typeface="Courier New"/>
                <a:ea typeface="Courier New"/>
                <a:cs typeface="Courier New"/>
                <a:sym typeface="Courier New"/>
              </a:rPr>
              <a:t>select</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author</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CDPIdUser</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from</a:t>
            </a:r>
            <a:r>
              <a:rPr lang="pt-PT" sz="1050" dirty="0">
                <a:solidFill>
                  <a:srgbClr val="D4D4D4"/>
                </a:solidFill>
                <a:highlight>
                  <a:srgbClr val="1E1E1E"/>
                </a:highlight>
                <a:latin typeface="Courier New"/>
                <a:ea typeface="Courier New"/>
                <a:cs typeface="Courier New"/>
                <a:sym typeface="Courier New"/>
              </a:rPr>
              <a:t> Posts, </a:t>
            </a:r>
            <a:r>
              <a:rPr lang="pt-PT" sz="1050" dirty="0" err="1">
                <a:solidFill>
                  <a:srgbClr val="D4D4D4"/>
                </a:solidFill>
                <a:highlight>
                  <a:srgbClr val="1E1E1E"/>
                </a:highlight>
                <a:latin typeface="Courier New"/>
                <a:ea typeface="Courier New"/>
                <a:cs typeface="Courier New"/>
                <a:sym typeface="Courier New"/>
              </a:rPr>
              <a:t>PostsTagsCooking</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where</a:t>
            </a:r>
            <a:r>
              <a:rPr lang="pt-PT" sz="1050" dirty="0">
                <a:solidFill>
                  <a:srgbClr val="D4D4D4"/>
                </a:solidFill>
                <a:highlight>
                  <a:srgbClr val="1E1E1E"/>
                </a:highlight>
                <a:latin typeface="Courier New"/>
                <a:ea typeface="Courier New"/>
                <a:cs typeface="Courier New"/>
                <a:sym typeface="Courier New"/>
              </a:rPr>
              <a:t> ( </a:t>
            </a:r>
            <a:r>
              <a:rPr lang="pt-PT" sz="1050" dirty="0">
                <a:solidFill>
                  <a:srgbClr val="569CD6"/>
                </a:solidFill>
                <a:highlight>
                  <a:srgbClr val="1E1E1E"/>
                </a:highlight>
                <a:latin typeface="Courier New"/>
                <a:ea typeface="Courier New"/>
                <a:cs typeface="Courier New"/>
                <a:sym typeface="Courier New"/>
              </a:rPr>
              <a:t>date</a:t>
            </a:r>
            <a:r>
              <a:rPr lang="pt-PT" sz="1050" dirty="0">
                <a:solidFill>
                  <a:srgbClr val="D4D4D4"/>
                </a:solidFill>
                <a:highlight>
                  <a:srgbClr val="1E1E1E"/>
                </a:highlight>
                <a:latin typeface="Courier New"/>
                <a:ea typeface="Courier New"/>
                <a:cs typeface="Courier New"/>
                <a:sym typeface="Courier New"/>
              </a:rPr>
              <a:t>(</a:t>
            </a:r>
            <a:r>
              <a:rPr lang="pt-PT" sz="1050" dirty="0" err="1">
                <a:solidFill>
                  <a:srgbClr val="D4D4D4"/>
                </a:solidFill>
                <a:highlight>
                  <a:srgbClr val="1E1E1E"/>
                </a:highlight>
                <a:latin typeface="Courier New"/>
                <a:ea typeface="Courier New"/>
                <a:cs typeface="Courier New"/>
                <a:sym typeface="Courier New"/>
              </a:rPr>
              <a:t>Posts.datePublished</a:t>
            </a:r>
            <a:r>
              <a:rPr lang="pt-PT" sz="1050" dirty="0">
                <a:solidFill>
                  <a:srgbClr val="D4D4D4"/>
                </a:solidFill>
                <a:highlight>
                  <a:srgbClr val="1E1E1E"/>
                </a:highlight>
                <a:latin typeface="Courier New"/>
                <a:ea typeface="Courier New"/>
                <a:cs typeface="Courier New"/>
                <a:sym typeface="Courier New"/>
              </a:rPr>
              <a:t>) &gt;= </a:t>
            </a:r>
            <a:r>
              <a:rPr lang="pt-PT" sz="1050" dirty="0">
                <a:solidFill>
                  <a:srgbClr val="CE9178"/>
                </a:solidFill>
                <a:highlight>
                  <a:srgbClr val="1E1E1E"/>
                </a:highlight>
                <a:latin typeface="Courier New"/>
                <a:ea typeface="Courier New"/>
                <a:cs typeface="Courier New"/>
                <a:sym typeface="Courier New"/>
              </a:rPr>
              <a:t>"2019-08-29"</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AND</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julianday</a:t>
            </a:r>
            <a:r>
              <a:rPr lang="pt-PT" sz="1050" dirty="0">
                <a:solidFill>
                  <a:srgbClr val="D4D4D4"/>
                </a:solidFill>
                <a:highlight>
                  <a:srgbClr val="1E1E1E"/>
                </a:highlight>
                <a:latin typeface="Courier New"/>
                <a:ea typeface="Courier New"/>
                <a:cs typeface="Courier New"/>
                <a:sym typeface="Courier New"/>
              </a:rPr>
              <a:t>(</a:t>
            </a:r>
            <a:r>
              <a:rPr lang="pt-PT" sz="1050" dirty="0" err="1">
                <a:solidFill>
                  <a:srgbClr val="D4D4D4"/>
                </a:solidFill>
                <a:highlight>
                  <a:srgbClr val="1E1E1E"/>
                </a:highlight>
                <a:latin typeface="Courier New"/>
                <a:ea typeface="Courier New"/>
                <a:cs typeface="Courier New"/>
                <a:sym typeface="Courier New"/>
              </a:rPr>
              <a:t>Posts.datePublished</a:t>
            </a:r>
            <a:r>
              <a:rPr lang="pt-PT" sz="1050" dirty="0">
                <a:solidFill>
                  <a:srgbClr val="D4D4D4"/>
                </a:solidFill>
                <a:highlight>
                  <a:srgbClr val="1E1E1E"/>
                </a:highlight>
                <a:latin typeface="Courier New"/>
                <a:ea typeface="Courier New"/>
                <a:cs typeface="Courier New"/>
                <a:sym typeface="Courier New"/>
              </a:rPr>
              <a:t>) &lt;= </a:t>
            </a:r>
            <a:r>
              <a:rPr lang="pt-PT" sz="1050" dirty="0" err="1">
                <a:solidFill>
                  <a:srgbClr val="D4D4D4"/>
                </a:solidFill>
                <a:highlight>
                  <a:srgbClr val="1E1E1E"/>
                </a:highlight>
                <a:latin typeface="Courier New"/>
                <a:ea typeface="Courier New"/>
                <a:cs typeface="Courier New"/>
                <a:sym typeface="Courier New"/>
              </a:rPr>
              <a:t>julianday</a:t>
            </a:r>
            <a:r>
              <a:rPr lang="pt-PT" sz="1050" dirty="0">
                <a:solidFill>
                  <a:srgbClr val="D4D4D4"/>
                </a:solidFill>
                <a:highlight>
                  <a:srgbClr val="1E1E1E"/>
                </a:highlight>
                <a:latin typeface="Courier New"/>
                <a:ea typeface="Courier New"/>
                <a:cs typeface="Courier New"/>
                <a:sym typeface="Courier New"/>
              </a:rPr>
              <a:t>(</a:t>
            </a:r>
            <a:r>
              <a:rPr lang="pt-PT" sz="1050" dirty="0">
                <a:solidFill>
                  <a:srgbClr val="569CD6"/>
                </a:solidFill>
                <a:highlight>
                  <a:srgbClr val="1E1E1E"/>
                </a:highlight>
                <a:latin typeface="Courier New"/>
                <a:ea typeface="Courier New"/>
                <a:cs typeface="Courier New"/>
                <a:sym typeface="Courier New"/>
              </a:rPr>
              <a:t>date</a:t>
            </a:r>
            <a:r>
              <a:rPr lang="pt-PT" sz="1050" dirty="0">
                <a:solidFill>
                  <a:srgbClr val="D4D4D4"/>
                </a:solidFill>
                <a:highlight>
                  <a:srgbClr val="1E1E1E"/>
                </a:highlight>
                <a:latin typeface="Courier New"/>
                <a:ea typeface="Courier New"/>
                <a:cs typeface="Courier New"/>
                <a:sym typeface="Courier New"/>
              </a:rPr>
              <a:t>(</a:t>
            </a:r>
            <a:r>
              <a:rPr lang="pt-PT" sz="1050" dirty="0">
                <a:solidFill>
                  <a:srgbClr val="CE9178"/>
                </a:solidFill>
                <a:highlight>
                  <a:srgbClr val="1E1E1E"/>
                </a:highlight>
                <a:latin typeface="Courier New"/>
                <a:ea typeface="Courier New"/>
                <a:cs typeface="Courier New"/>
                <a:sym typeface="Courier New"/>
              </a:rPr>
              <a:t>"2019-08-29"</a:t>
            </a:r>
            <a:r>
              <a:rPr lang="pt-PT" sz="1050" dirty="0">
                <a:solidFill>
                  <a:srgbClr val="D4D4D4"/>
                </a:solidFill>
                <a:highlight>
                  <a:srgbClr val="1E1E1E"/>
                </a:highlight>
                <a:latin typeface="Courier New"/>
                <a:ea typeface="Courier New"/>
                <a:cs typeface="Courier New"/>
                <a:sym typeface="Courier New"/>
              </a:rPr>
              <a:t>)) + </a:t>
            </a:r>
            <a:r>
              <a:rPr lang="pt-PT" sz="1050" dirty="0">
                <a:solidFill>
                  <a:srgbClr val="B5CEA8"/>
                </a:solidFill>
                <a:highlight>
                  <a:srgbClr val="1E1E1E"/>
                </a:highlight>
                <a:latin typeface="Courier New"/>
                <a:ea typeface="Courier New"/>
                <a:cs typeface="Courier New"/>
                <a:sym typeface="Courier New"/>
              </a:rPr>
              <a:t>15</a:t>
            </a:r>
            <a:r>
              <a:rPr lang="pt-PT" sz="1050" dirty="0">
                <a:solidFill>
                  <a:srgbClr val="D4D4D4"/>
                </a:solidFill>
                <a:highlight>
                  <a:srgbClr val="1E1E1E"/>
                </a:highlight>
                <a:latin typeface="Courier New"/>
                <a:ea typeface="Courier New"/>
                <a:cs typeface="Courier New"/>
                <a:sym typeface="Courier New"/>
              </a:rPr>
              <a:t> ) </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AND</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Posts.idPost</a:t>
            </a:r>
            <a:r>
              <a:rPr lang="pt-PT" sz="1050" dirty="0">
                <a:solidFill>
                  <a:srgbClr val="D4D4D4"/>
                </a:solidFill>
                <a:highlight>
                  <a:srgbClr val="1E1E1E"/>
                </a:highlight>
                <a:latin typeface="Courier New"/>
                <a:ea typeface="Courier New"/>
                <a:cs typeface="Courier New"/>
                <a:sym typeface="Courier New"/>
              </a:rPr>
              <a:t> = </a:t>
            </a:r>
            <a:r>
              <a:rPr lang="pt-PT" sz="1050" dirty="0" err="1">
                <a:solidFill>
                  <a:srgbClr val="D4D4D4"/>
                </a:solidFill>
                <a:highlight>
                  <a:srgbClr val="1E1E1E"/>
                </a:highlight>
                <a:latin typeface="Courier New"/>
                <a:ea typeface="Courier New"/>
                <a:cs typeface="Courier New"/>
                <a:sym typeface="Courier New"/>
              </a:rPr>
              <a:t>PostsTagsCooking.idPostTagsCooking</a:t>
            </a:r>
            <a:r>
              <a:rPr lang="pt-PT" sz="1050" dirty="0">
                <a:solidFill>
                  <a:srgbClr val="D4D4D4"/>
                </a:solidFill>
                <a:highlight>
                  <a:srgbClr val="1E1E1E"/>
                </a:highlight>
                <a:latin typeface="Courier New"/>
                <a:ea typeface="Courier New"/>
                <a:cs typeface="Courier New"/>
                <a:sym typeface="Courier New"/>
              </a:rPr>
              <a:t> ;</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6A9955"/>
                </a:solidFill>
                <a:highlight>
                  <a:srgbClr val="1E1E1E"/>
                </a:highlight>
                <a:latin typeface="Courier New"/>
                <a:ea typeface="Courier New"/>
                <a:cs typeface="Courier New"/>
                <a:sym typeface="Courier New"/>
              </a:rPr>
              <a:t>--</a:t>
            </a:r>
            <a:r>
              <a:rPr lang="pt-PT" sz="1050" dirty="0" err="1">
                <a:solidFill>
                  <a:srgbClr val="6A9955"/>
                </a:solidFill>
                <a:highlight>
                  <a:srgbClr val="1E1E1E"/>
                </a:highlight>
                <a:latin typeface="Courier New"/>
                <a:ea typeface="Courier New"/>
                <a:cs typeface="Courier New"/>
                <a:sym typeface="Courier New"/>
              </a:rPr>
              <a:t>select</a:t>
            </a:r>
            <a:r>
              <a:rPr lang="pt-PT" sz="1050" dirty="0">
                <a:solidFill>
                  <a:srgbClr val="6A9955"/>
                </a:solidFill>
                <a:highlight>
                  <a:srgbClr val="1E1E1E"/>
                </a:highlight>
                <a:latin typeface="Courier New"/>
                <a:ea typeface="Courier New"/>
                <a:cs typeface="Courier New"/>
                <a:sym typeface="Courier New"/>
              </a:rPr>
              <a:t> * </a:t>
            </a:r>
            <a:r>
              <a:rPr lang="pt-PT" sz="1050" dirty="0" err="1">
                <a:solidFill>
                  <a:srgbClr val="6A9955"/>
                </a:solidFill>
                <a:highlight>
                  <a:srgbClr val="1E1E1E"/>
                </a:highlight>
                <a:latin typeface="Courier New"/>
                <a:ea typeface="Courier New"/>
                <a:cs typeface="Courier New"/>
                <a:sym typeface="Courier New"/>
              </a:rPr>
              <a:t>from</a:t>
            </a:r>
            <a:r>
              <a:rPr lang="pt-PT" sz="1050" dirty="0">
                <a:solidFill>
                  <a:srgbClr val="6A9955"/>
                </a:solidFill>
                <a:highlight>
                  <a:srgbClr val="1E1E1E"/>
                </a:highlight>
                <a:latin typeface="Courier New"/>
                <a:ea typeface="Courier New"/>
                <a:cs typeface="Courier New"/>
                <a:sym typeface="Courier New"/>
              </a:rPr>
              <a:t> </a:t>
            </a:r>
            <a:r>
              <a:rPr lang="pt-PT" sz="1050" dirty="0" err="1">
                <a:solidFill>
                  <a:srgbClr val="6A9955"/>
                </a:solidFill>
                <a:highlight>
                  <a:srgbClr val="1E1E1E"/>
                </a:highlight>
                <a:latin typeface="Courier New"/>
                <a:ea typeface="Courier New"/>
                <a:cs typeface="Courier New"/>
                <a:sym typeface="Courier New"/>
              </a:rPr>
              <a:t>DatePosted</a:t>
            </a:r>
            <a:r>
              <a:rPr lang="pt-PT" sz="1050" dirty="0">
                <a:solidFill>
                  <a:srgbClr val="6A9955"/>
                </a:solidFill>
                <a:highlight>
                  <a:srgbClr val="1E1E1E"/>
                </a:highlight>
                <a:latin typeface="Courier New"/>
                <a:ea typeface="Courier New"/>
                <a:cs typeface="Courier New"/>
                <a:sym typeface="Courier New"/>
              </a:rPr>
              <a:t>;</a:t>
            </a:r>
            <a:endParaRPr sz="1050" dirty="0">
              <a:solidFill>
                <a:srgbClr val="6A9955"/>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err="1">
                <a:solidFill>
                  <a:srgbClr val="569CD6"/>
                </a:solidFill>
                <a:highlight>
                  <a:srgbClr val="1E1E1E"/>
                </a:highlight>
                <a:latin typeface="Courier New"/>
                <a:ea typeface="Courier New"/>
                <a:cs typeface="Courier New"/>
                <a:sym typeface="Courier New"/>
              </a:rPr>
              <a:t>select</a:t>
            </a:r>
            <a:r>
              <a:rPr lang="pt-PT" sz="1050" dirty="0">
                <a:solidFill>
                  <a:srgbClr val="569CD6"/>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distinct</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nick</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admin_nickname</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from</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Users</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DatePosted</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where</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Users.isAdmin</a:t>
            </a:r>
            <a:r>
              <a:rPr lang="pt-PT" sz="1050" dirty="0">
                <a:solidFill>
                  <a:srgbClr val="D4D4D4"/>
                </a:solidFill>
                <a:highlight>
                  <a:srgbClr val="1E1E1E"/>
                </a:highlight>
                <a:latin typeface="Courier New"/>
                <a:ea typeface="Courier New"/>
                <a:cs typeface="Courier New"/>
                <a:sym typeface="Courier New"/>
              </a:rPr>
              <a:t> = </a:t>
            </a:r>
            <a:r>
              <a:rPr lang="pt-PT" sz="1050" dirty="0">
                <a:solidFill>
                  <a:srgbClr val="B5CEA8"/>
                </a:solidFill>
                <a:highlight>
                  <a:srgbClr val="1E1E1E"/>
                </a:highlight>
                <a:latin typeface="Courier New"/>
                <a:ea typeface="Courier New"/>
                <a:cs typeface="Courier New"/>
                <a:sym typeface="Courier New"/>
              </a:rPr>
              <a:t>1</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AND</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Users.idUser</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Not</a:t>
            </a:r>
            <a:r>
              <a:rPr lang="pt-PT" sz="1050" dirty="0">
                <a:solidFill>
                  <a:srgbClr val="D4D4D4"/>
                </a:solidFill>
                <a:highlight>
                  <a:srgbClr val="1E1E1E"/>
                </a:highlight>
                <a:latin typeface="Courier New"/>
                <a:ea typeface="Courier New"/>
                <a:cs typeface="Courier New"/>
                <a:sym typeface="Courier New"/>
              </a:rPr>
              <a:t> </a:t>
            </a:r>
            <a:r>
              <a:rPr lang="pt-PT" sz="1050" dirty="0">
                <a:solidFill>
                  <a:srgbClr val="569CD6"/>
                </a:solidFill>
                <a:highlight>
                  <a:srgbClr val="1E1E1E"/>
                </a:highlight>
                <a:latin typeface="Courier New"/>
                <a:ea typeface="Courier New"/>
                <a:cs typeface="Courier New"/>
                <a:sym typeface="Courier New"/>
              </a:rPr>
              <a:t>in</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select</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CDPIdUser</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from</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DatePosted</a:t>
            </a:r>
            <a:r>
              <a:rPr lang="pt-PT" sz="1050" dirty="0">
                <a:solidFill>
                  <a:srgbClr val="D4D4D4"/>
                </a:solidFill>
                <a:highlight>
                  <a:srgbClr val="1E1E1E"/>
                </a:highlight>
                <a:latin typeface="Courier New"/>
                <a:ea typeface="Courier New"/>
                <a:cs typeface="Courier New"/>
                <a:sym typeface="Courier New"/>
              </a:rPr>
              <a:t> )</a:t>
            </a:r>
            <a:endParaRPr sz="105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order</a:t>
            </a:r>
            <a:r>
              <a:rPr lang="pt-PT" sz="1050" dirty="0">
                <a:solidFill>
                  <a:srgbClr val="569CD6"/>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by</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D4D4D4"/>
                </a:solidFill>
                <a:highlight>
                  <a:srgbClr val="1E1E1E"/>
                </a:highlight>
                <a:latin typeface="Courier New"/>
                <a:ea typeface="Courier New"/>
                <a:cs typeface="Courier New"/>
                <a:sym typeface="Courier New"/>
              </a:rPr>
              <a:t>admin_nickname</a:t>
            </a:r>
            <a:r>
              <a:rPr lang="pt-PT" sz="1050" dirty="0">
                <a:solidFill>
                  <a:srgbClr val="D4D4D4"/>
                </a:solidFill>
                <a:highlight>
                  <a:srgbClr val="1E1E1E"/>
                </a:highlight>
                <a:latin typeface="Courier New"/>
                <a:ea typeface="Courier New"/>
                <a:cs typeface="Courier New"/>
                <a:sym typeface="Courier New"/>
              </a:rPr>
              <a:t> </a:t>
            </a:r>
            <a:r>
              <a:rPr lang="pt-PT" sz="1050" dirty="0" err="1">
                <a:solidFill>
                  <a:srgbClr val="569CD6"/>
                </a:solidFill>
                <a:highlight>
                  <a:srgbClr val="1E1E1E"/>
                </a:highlight>
                <a:latin typeface="Courier New"/>
                <a:ea typeface="Courier New"/>
                <a:cs typeface="Courier New"/>
                <a:sym typeface="Courier New"/>
              </a:rPr>
              <a:t>Desc</a:t>
            </a:r>
            <a:r>
              <a:rPr lang="pt-PT" sz="1050" dirty="0">
                <a:solidFill>
                  <a:srgbClr val="D4D4D4"/>
                </a:solidFill>
                <a:highlight>
                  <a:srgbClr val="1E1E1E"/>
                </a:highlight>
                <a:latin typeface="Courier New"/>
                <a:ea typeface="Courier New"/>
                <a:cs typeface="Courier New"/>
                <a:sym typeface="Courier New"/>
              </a:rPr>
              <a:t>;</a:t>
            </a:r>
            <a:endParaRPr sz="1050" dirty="0">
              <a:solidFill>
                <a:srgbClr val="D4D4D4"/>
              </a:solidFill>
              <a:highlight>
                <a:srgbClr val="1E1E1E"/>
              </a:highlight>
              <a:latin typeface="Courier New"/>
              <a:ea typeface="Courier New"/>
              <a:cs typeface="Courier New"/>
              <a:sym typeface="Courier New"/>
            </a:endParaRPr>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8c23895e39_1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1" name="Google Shape;1111;g8c23895e39_1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(exame 2020)</a:t>
            </a:r>
            <a:endParaRPr/>
          </a:p>
          <a:p>
            <a:pPr marL="0" lvl="0" indent="0" algn="l" rtl="0">
              <a:spcBef>
                <a:spcPts val="0"/>
              </a:spcBef>
              <a:spcAft>
                <a:spcPts val="0"/>
              </a:spcAft>
              <a:buNone/>
            </a:pPr>
            <a:r>
              <a:rPr lang="pt-PT"/>
              <a:t>SELECT idPost FROM Comments</a:t>
            </a:r>
            <a:endParaRPr/>
          </a:p>
          <a:p>
            <a:pPr marL="0" lvl="0" indent="0" algn="l" rtl="0">
              <a:spcBef>
                <a:spcPts val="0"/>
              </a:spcBef>
              <a:spcAft>
                <a:spcPts val="0"/>
              </a:spcAft>
              <a:buNone/>
            </a:pPr>
            <a:r>
              <a:rPr lang="pt-PT"/>
              <a:t>GROUP BY idPost</a:t>
            </a:r>
            <a:endParaRPr/>
          </a:p>
          <a:p>
            <a:pPr marL="0" lvl="0" indent="0" algn="l" rtl="0">
              <a:spcBef>
                <a:spcPts val="0"/>
              </a:spcBef>
              <a:spcAft>
                <a:spcPts val="0"/>
              </a:spcAft>
              <a:buNone/>
            </a:pPr>
            <a:r>
              <a:rPr lang="pt-PT"/>
              <a:t>HAVING COUNT(*) &gt; (</a:t>
            </a:r>
            <a:endParaRPr/>
          </a:p>
          <a:p>
            <a:pPr marL="0" lvl="0" indent="0" algn="l" rtl="0">
              <a:spcBef>
                <a:spcPts val="0"/>
              </a:spcBef>
              <a:spcAft>
                <a:spcPts val="0"/>
              </a:spcAft>
              <a:buNone/>
            </a:pPr>
            <a:r>
              <a:rPr lang="pt-PT"/>
              <a:t>    SELECT AVG(numComments) FROM (</a:t>
            </a:r>
            <a:endParaRPr/>
          </a:p>
          <a:p>
            <a:pPr marL="0" lvl="0" indent="0" algn="l" rtl="0">
              <a:spcBef>
                <a:spcPts val="0"/>
              </a:spcBef>
              <a:spcAft>
                <a:spcPts val="0"/>
              </a:spcAft>
              <a:buNone/>
            </a:pPr>
            <a:r>
              <a:rPr lang="pt-PT"/>
              <a:t>        -- Contagem de comentários</a:t>
            </a:r>
            <a:endParaRPr/>
          </a:p>
          <a:p>
            <a:pPr marL="0" lvl="0" indent="0" algn="l" rtl="0">
              <a:spcBef>
                <a:spcPts val="0"/>
              </a:spcBef>
              <a:spcAft>
                <a:spcPts val="0"/>
              </a:spcAft>
              <a:buNone/>
            </a:pPr>
            <a:r>
              <a:rPr lang="pt-PT"/>
              <a:t>        SELECT idPost, COUNT(*) AS numComments FROM Comments</a:t>
            </a:r>
            <a:endParaRPr/>
          </a:p>
          <a:p>
            <a:pPr marL="0" lvl="0" indent="0" algn="l" rtl="0">
              <a:spcBef>
                <a:spcPts val="0"/>
              </a:spcBef>
              <a:spcAft>
                <a:spcPts val="0"/>
              </a:spcAft>
              <a:buNone/>
            </a:pPr>
            <a:r>
              <a:rPr lang="pt-PT"/>
              <a:t>        GROUP BY idPost</a:t>
            </a:r>
            <a:endParaRPr/>
          </a:p>
          <a:p>
            <a:pPr marL="0" lvl="0" indent="0" algn="l" rtl="0">
              <a:spcBef>
                <a:spcPts val="0"/>
              </a:spcBef>
              <a:spcAft>
                <a:spcPts val="0"/>
              </a:spcAft>
              <a:buNone/>
            </a:pPr>
            <a:r>
              <a:rPr lang="pt-PT"/>
              <a:t>    )</a:t>
            </a:r>
            <a:endParaRPr/>
          </a:p>
          <a:p>
            <a:pPr marL="0" lvl="0" indent="0" algn="l" rtl="0">
              <a:spcBef>
                <a:spcPts val="0"/>
              </a:spcBef>
              <a:spcAft>
                <a:spcPts val="0"/>
              </a:spcAft>
              <a:buNone/>
            </a:pPr>
            <a:r>
              <a:rPr lang="pt-PT"/>
              <a:t>);</a:t>
            </a:r>
            <a:endParaRPr/>
          </a:p>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8c23895e39_1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6" name="Google Shape;1116;g8c23895e39_1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(exame 2020)</a:t>
            </a:r>
            <a:endParaRPr dirty="0"/>
          </a:p>
          <a:p>
            <a:pPr marL="0" lvl="0" indent="0" algn="l" rtl="0">
              <a:spcBef>
                <a:spcPts val="0"/>
              </a:spcBef>
              <a:spcAft>
                <a:spcPts val="0"/>
              </a:spcAft>
              <a:buNone/>
            </a:pPr>
            <a:r>
              <a:rPr lang="pt-PT" dirty="0"/>
              <a:t>SELECT *</a:t>
            </a:r>
            <a:endParaRPr dirty="0"/>
          </a:p>
          <a:p>
            <a:pPr marL="0" lvl="0" indent="0" algn="l" rtl="0">
              <a:spcBef>
                <a:spcPts val="0"/>
              </a:spcBef>
              <a:spcAft>
                <a:spcPts val="0"/>
              </a:spcAft>
              <a:buNone/>
            </a:pPr>
            <a:r>
              <a:rPr lang="pt-PT" dirty="0"/>
              <a:t>FROM (</a:t>
            </a:r>
            <a:endParaRPr dirty="0"/>
          </a:p>
          <a:p>
            <a:pPr marL="0" lvl="0" indent="0" algn="l" rtl="0">
              <a:spcBef>
                <a:spcPts val="0"/>
              </a:spcBef>
              <a:spcAft>
                <a:spcPts val="0"/>
              </a:spcAft>
              <a:buNone/>
            </a:pPr>
            <a:r>
              <a:rPr lang="pt-PT" dirty="0"/>
              <a:t>    SELECT *</a:t>
            </a:r>
            <a:endParaRPr dirty="0"/>
          </a:p>
          <a:p>
            <a:pPr marL="0" lvl="0" indent="0" algn="l" rtl="0">
              <a:spcBef>
                <a:spcPts val="0"/>
              </a:spcBef>
              <a:spcAft>
                <a:spcPts val="0"/>
              </a:spcAft>
              <a:buNone/>
            </a:pPr>
            <a:r>
              <a:rPr lang="pt-PT" dirty="0"/>
              <a:t>    FROM (</a:t>
            </a:r>
            <a:endParaRPr dirty="0"/>
          </a:p>
          <a:p>
            <a:pPr marL="0" lvl="0" indent="0" algn="l" rtl="0">
              <a:spcBef>
                <a:spcPts val="0"/>
              </a:spcBef>
              <a:spcAft>
                <a:spcPts val="0"/>
              </a:spcAft>
              <a:buNone/>
            </a:pPr>
            <a:r>
              <a:rPr lang="pt-PT" dirty="0"/>
              <a:t>        SELECT *</a:t>
            </a:r>
            <a:endParaRPr dirty="0"/>
          </a:p>
          <a:p>
            <a:pPr marL="0" lvl="0" indent="0" algn="l" rtl="0">
              <a:spcBef>
                <a:spcPts val="0"/>
              </a:spcBef>
              <a:spcAft>
                <a:spcPts val="0"/>
              </a:spcAft>
              <a:buNone/>
            </a:pPr>
            <a:r>
              <a:rPr lang="pt-PT" dirty="0"/>
              <a:t>        FROM (</a:t>
            </a:r>
            <a:endParaRPr dirty="0"/>
          </a:p>
          <a:p>
            <a:pPr marL="0" lvl="0" indent="0" algn="l" rtl="0">
              <a:spcBef>
                <a:spcPts val="0"/>
              </a:spcBef>
              <a:spcAft>
                <a:spcPts val="0"/>
              </a:spcAft>
              <a:buNone/>
            </a:pPr>
            <a:r>
              <a:rPr lang="pt-PT" dirty="0"/>
              <a:t>            -- Primeiros</a:t>
            </a:r>
            <a:endParaRPr dirty="0"/>
          </a:p>
          <a:p>
            <a:pPr marL="0" lvl="0" indent="0" algn="l" rtl="0">
              <a:spcBef>
                <a:spcPts val="0"/>
              </a:spcBef>
              <a:spcAft>
                <a:spcPts val="0"/>
              </a:spcAft>
              <a:buNone/>
            </a:pPr>
            <a:r>
              <a:rPr lang="pt-PT" dirty="0"/>
              <a:t>            SELECT </a:t>
            </a:r>
            <a:r>
              <a:rPr lang="pt-PT" dirty="0" err="1"/>
              <a:t>idUser</a:t>
            </a:r>
            <a:r>
              <a:rPr lang="pt-PT" dirty="0"/>
              <a:t>, </a:t>
            </a:r>
            <a:r>
              <a:rPr lang="pt-PT" dirty="0" err="1"/>
              <a:t>nick</a:t>
            </a:r>
            <a:r>
              <a:rPr lang="pt-PT" dirty="0"/>
              <a:t>, </a:t>
            </a:r>
            <a:r>
              <a:rPr lang="pt-PT" dirty="0" err="1"/>
              <a:t>idPost</a:t>
            </a:r>
            <a:r>
              <a:rPr lang="pt-PT" dirty="0"/>
              <a:t>, </a:t>
            </a:r>
            <a:r>
              <a:rPr lang="pt-PT" dirty="0" err="1"/>
              <a:t>views</a:t>
            </a:r>
            <a:r>
              <a:rPr lang="pt-PT" dirty="0"/>
              <a:t>, 1 AS </a:t>
            </a:r>
            <a:r>
              <a:rPr lang="pt-PT" dirty="0" err="1"/>
              <a:t>pos</a:t>
            </a:r>
            <a:endParaRPr dirty="0"/>
          </a:p>
          <a:p>
            <a:pPr marL="0" lvl="0" indent="0" algn="l" rtl="0">
              <a:spcBef>
                <a:spcPts val="0"/>
              </a:spcBef>
              <a:spcAft>
                <a:spcPts val="0"/>
              </a:spcAft>
              <a:buNone/>
            </a:pPr>
            <a:r>
              <a:rPr lang="pt-PT" dirty="0"/>
              <a:t>            FROM </a:t>
            </a:r>
            <a:r>
              <a:rPr lang="pt-PT" dirty="0" err="1"/>
              <a:t>Users</a:t>
            </a:r>
            <a:r>
              <a:rPr lang="pt-PT" dirty="0"/>
              <a:t> INNER JOIN Posts ON </a:t>
            </a:r>
            <a:r>
              <a:rPr lang="pt-PT" dirty="0" err="1"/>
              <a:t>Users.idUser</a:t>
            </a:r>
            <a:r>
              <a:rPr lang="pt-PT" dirty="0"/>
              <a:t>=</a:t>
            </a:r>
            <a:r>
              <a:rPr lang="pt-PT" dirty="0" err="1"/>
              <a:t>Posts.author</a:t>
            </a:r>
            <a:endParaRPr dirty="0"/>
          </a:p>
          <a:p>
            <a:pPr marL="0" lvl="0" indent="0" algn="l" rtl="0">
              <a:spcBef>
                <a:spcPts val="0"/>
              </a:spcBef>
              <a:spcAft>
                <a:spcPts val="0"/>
              </a:spcAft>
              <a:buNone/>
            </a:pPr>
            <a:r>
              <a:rPr lang="pt-PT" dirty="0"/>
              <a:t>            WHERE (</a:t>
            </a:r>
            <a:r>
              <a:rPr lang="pt-PT" dirty="0" err="1"/>
              <a:t>idUser</a:t>
            </a:r>
            <a:r>
              <a:rPr lang="pt-PT" dirty="0"/>
              <a:t>, </a:t>
            </a:r>
            <a:r>
              <a:rPr lang="pt-PT" dirty="0" err="1"/>
              <a:t>views</a:t>
            </a:r>
            <a:r>
              <a:rPr lang="pt-PT" dirty="0"/>
              <a:t>) IN (</a:t>
            </a:r>
            <a:endParaRPr dirty="0"/>
          </a:p>
          <a:p>
            <a:pPr marL="0" lvl="0" indent="0" algn="l" rtl="0">
              <a:spcBef>
                <a:spcPts val="0"/>
              </a:spcBef>
              <a:spcAft>
                <a:spcPts val="0"/>
              </a:spcAft>
              <a:buNone/>
            </a:pPr>
            <a:r>
              <a:rPr lang="pt-PT" dirty="0"/>
              <a:t>                -- Máximo de </a:t>
            </a:r>
            <a:r>
              <a:rPr lang="pt-PT" dirty="0" err="1"/>
              <a:t>views</a:t>
            </a:r>
            <a:r>
              <a:rPr lang="pt-PT" dirty="0"/>
              <a:t> por </a:t>
            </a:r>
            <a:r>
              <a:rPr lang="pt-PT" dirty="0" err="1"/>
              <a:t>admin</a:t>
            </a:r>
            <a:endParaRPr dirty="0"/>
          </a:p>
          <a:p>
            <a:pPr marL="0" lvl="0" indent="0" algn="l" rtl="0">
              <a:spcBef>
                <a:spcPts val="0"/>
              </a:spcBef>
              <a:spcAft>
                <a:spcPts val="0"/>
              </a:spcAft>
              <a:buNone/>
            </a:pPr>
            <a:r>
              <a:rPr lang="pt-PT" dirty="0"/>
              <a:t>                SELECT </a:t>
            </a:r>
            <a:r>
              <a:rPr lang="pt-PT" dirty="0" err="1"/>
              <a:t>idUser</a:t>
            </a:r>
            <a:r>
              <a:rPr lang="pt-PT" dirty="0"/>
              <a:t>, MAX(</a:t>
            </a:r>
            <a:r>
              <a:rPr lang="pt-PT" dirty="0" err="1"/>
              <a:t>views</a:t>
            </a:r>
            <a:r>
              <a:rPr lang="pt-PT" dirty="0"/>
              <a:t>) AS maxViews1</a:t>
            </a:r>
            <a:endParaRPr dirty="0"/>
          </a:p>
          <a:p>
            <a:pPr marL="0" lvl="0" indent="0" algn="l" rtl="0">
              <a:spcBef>
                <a:spcPts val="0"/>
              </a:spcBef>
              <a:spcAft>
                <a:spcPts val="0"/>
              </a:spcAft>
              <a:buNone/>
            </a:pPr>
            <a:r>
              <a:rPr lang="pt-PT" dirty="0"/>
              <a:t>                FROM (</a:t>
            </a:r>
            <a:endParaRPr dirty="0"/>
          </a:p>
          <a:p>
            <a:pPr marL="0" lvl="0" indent="0" algn="l" rtl="0">
              <a:spcBef>
                <a:spcPts val="0"/>
              </a:spcBef>
              <a:spcAft>
                <a:spcPts val="0"/>
              </a:spcAft>
              <a:buNone/>
            </a:pPr>
            <a:r>
              <a:rPr lang="pt-PT" dirty="0"/>
              <a:t>                    -- Todos os posts de </a:t>
            </a:r>
            <a:r>
              <a:rPr lang="pt-PT" dirty="0" err="1"/>
              <a:t>admins</a:t>
            </a:r>
            <a:endParaRPr dirty="0"/>
          </a:p>
          <a:p>
            <a:pPr marL="0" lvl="0" indent="0" algn="l" rtl="0">
              <a:spcBef>
                <a:spcPts val="0"/>
              </a:spcBef>
              <a:spcAft>
                <a:spcPts val="0"/>
              </a:spcAft>
              <a:buNone/>
            </a:pPr>
            <a:r>
              <a:rPr lang="pt-PT" dirty="0"/>
              <a:t>                    SELECT *</a:t>
            </a:r>
            <a:endParaRPr dirty="0"/>
          </a:p>
          <a:p>
            <a:pPr marL="0" lvl="0" indent="0" algn="l" rtl="0">
              <a:spcBef>
                <a:spcPts val="0"/>
              </a:spcBef>
              <a:spcAft>
                <a:spcPts val="0"/>
              </a:spcAft>
              <a:buNone/>
            </a:pPr>
            <a:r>
              <a:rPr lang="pt-PT" dirty="0"/>
              <a:t>                    FROM </a:t>
            </a:r>
            <a:r>
              <a:rPr lang="pt-PT" dirty="0" err="1"/>
              <a:t>Users</a:t>
            </a:r>
            <a:r>
              <a:rPr lang="pt-PT" dirty="0"/>
              <a:t> INNER JOIN Posts ON </a:t>
            </a:r>
            <a:r>
              <a:rPr lang="pt-PT" dirty="0" err="1"/>
              <a:t>Users.idUser</a:t>
            </a:r>
            <a:r>
              <a:rPr lang="pt-PT" dirty="0"/>
              <a:t>=</a:t>
            </a:r>
            <a:r>
              <a:rPr lang="pt-PT" dirty="0" err="1"/>
              <a:t>Posts.author</a:t>
            </a:r>
            <a:endParaRPr dirty="0"/>
          </a:p>
          <a:p>
            <a:pPr marL="0" lvl="0" indent="0" algn="l" rtl="0">
              <a:spcBef>
                <a:spcPts val="0"/>
              </a:spcBef>
              <a:spcAft>
                <a:spcPts val="0"/>
              </a:spcAft>
              <a:buNone/>
            </a:pPr>
            <a:r>
              <a:rPr lang="pt-PT" dirty="0"/>
              <a:t>                    WHERE </a:t>
            </a:r>
            <a:r>
              <a:rPr lang="pt-PT" dirty="0" err="1"/>
              <a:t>isAdmin</a:t>
            </a:r>
            <a:r>
              <a:rPr lang="pt-PT" dirty="0"/>
              <a:t>=1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GROUP BY </a:t>
            </a:r>
            <a:r>
              <a:rPr lang="pt-PT" dirty="0" err="1"/>
              <a:t>idUser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UNION </a:t>
            </a:r>
            <a:endParaRPr dirty="0"/>
          </a:p>
          <a:p>
            <a:pPr marL="0" lvl="0" indent="0" algn="l" rtl="0">
              <a:spcBef>
                <a:spcPts val="0"/>
              </a:spcBef>
              <a:spcAft>
                <a:spcPts val="0"/>
              </a:spcAft>
              <a:buNone/>
            </a:pPr>
            <a:r>
              <a:rPr lang="pt-PT" dirty="0"/>
              <a:t>            -- Segundos</a:t>
            </a:r>
            <a:endParaRPr dirty="0"/>
          </a:p>
          <a:p>
            <a:pPr marL="0" lvl="0" indent="0" algn="l" rtl="0">
              <a:spcBef>
                <a:spcPts val="0"/>
              </a:spcBef>
              <a:spcAft>
                <a:spcPts val="0"/>
              </a:spcAft>
              <a:buNone/>
            </a:pPr>
            <a:r>
              <a:rPr lang="pt-PT" dirty="0"/>
              <a:t>            SELECT </a:t>
            </a:r>
            <a:r>
              <a:rPr lang="pt-PT" dirty="0" err="1"/>
              <a:t>idUser</a:t>
            </a:r>
            <a:r>
              <a:rPr lang="pt-PT" dirty="0"/>
              <a:t>, </a:t>
            </a:r>
            <a:r>
              <a:rPr lang="pt-PT" dirty="0" err="1"/>
              <a:t>nick</a:t>
            </a:r>
            <a:r>
              <a:rPr lang="pt-PT" dirty="0"/>
              <a:t>, </a:t>
            </a:r>
            <a:r>
              <a:rPr lang="pt-PT" dirty="0" err="1"/>
              <a:t>idPost</a:t>
            </a:r>
            <a:r>
              <a:rPr lang="pt-PT" dirty="0"/>
              <a:t>, </a:t>
            </a:r>
            <a:r>
              <a:rPr lang="pt-PT" dirty="0" err="1"/>
              <a:t>views</a:t>
            </a:r>
            <a:r>
              <a:rPr lang="pt-PT" dirty="0"/>
              <a:t>, 2 AS </a:t>
            </a:r>
            <a:r>
              <a:rPr lang="pt-PT" dirty="0" err="1"/>
              <a:t>pos</a:t>
            </a:r>
            <a:endParaRPr dirty="0"/>
          </a:p>
          <a:p>
            <a:pPr marL="0" lvl="0" indent="0" algn="l" rtl="0">
              <a:spcBef>
                <a:spcPts val="0"/>
              </a:spcBef>
              <a:spcAft>
                <a:spcPts val="0"/>
              </a:spcAft>
              <a:buNone/>
            </a:pPr>
            <a:r>
              <a:rPr lang="pt-PT" dirty="0"/>
              <a:t>            FROM </a:t>
            </a:r>
            <a:r>
              <a:rPr lang="pt-PT" dirty="0" err="1"/>
              <a:t>Users</a:t>
            </a:r>
            <a:r>
              <a:rPr lang="pt-PT" dirty="0"/>
              <a:t> INNER JOIN Posts ON </a:t>
            </a:r>
            <a:r>
              <a:rPr lang="pt-PT" dirty="0" err="1"/>
              <a:t>Users.idUser</a:t>
            </a:r>
            <a:r>
              <a:rPr lang="pt-PT" dirty="0"/>
              <a:t>=</a:t>
            </a:r>
            <a:r>
              <a:rPr lang="pt-PT" dirty="0" err="1"/>
              <a:t>Posts.author</a:t>
            </a:r>
            <a:endParaRPr dirty="0"/>
          </a:p>
          <a:p>
            <a:pPr marL="0" lvl="0" indent="0" algn="l" rtl="0">
              <a:spcBef>
                <a:spcPts val="0"/>
              </a:spcBef>
              <a:spcAft>
                <a:spcPts val="0"/>
              </a:spcAft>
              <a:buNone/>
            </a:pPr>
            <a:r>
              <a:rPr lang="pt-PT" dirty="0"/>
              <a:t>            WHERE (</a:t>
            </a:r>
            <a:r>
              <a:rPr lang="pt-PT" dirty="0" err="1"/>
              <a:t>idUser</a:t>
            </a:r>
            <a:r>
              <a:rPr lang="pt-PT" dirty="0"/>
              <a:t>, </a:t>
            </a:r>
            <a:r>
              <a:rPr lang="pt-PT" dirty="0" err="1"/>
              <a:t>views</a:t>
            </a:r>
            <a:r>
              <a:rPr lang="pt-PT" dirty="0"/>
              <a:t>) IN (</a:t>
            </a:r>
            <a:endParaRPr dirty="0"/>
          </a:p>
          <a:p>
            <a:pPr marL="0" lvl="0" indent="0" algn="l" rtl="0">
              <a:spcBef>
                <a:spcPts val="0"/>
              </a:spcBef>
              <a:spcAft>
                <a:spcPts val="0"/>
              </a:spcAft>
              <a:buNone/>
            </a:pPr>
            <a:r>
              <a:rPr lang="pt-PT" dirty="0"/>
              <a:t>                -- 2º máximo de </a:t>
            </a:r>
            <a:r>
              <a:rPr lang="pt-PT" dirty="0" err="1"/>
              <a:t>views</a:t>
            </a:r>
            <a:r>
              <a:rPr lang="pt-PT" dirty="0"/>
              <a:t> por </a:t>
            </a:r>
            <a:r>
              <a:rPr lang="pt-PT" dirty="0" err="1"/>
              <a:t>admin</a:t>
            </a:r>
            <a:endParaRPr dirty="0"/>
          </a:p>
          <a:p>
            <a:pPr marL="0" lvl="0" indent="0" algn="l" rtl="0">
              <a:spcBef>
                <a:spcPts val="0"/>
              </a:spcBef>
              <a:spcAft>
                <a:spcPts val="0"/>
              </a:spcAft>
              <a:buNone/>
            </a:pPr>
            <a:r>
              <a:rPr lang="pt-PT" dirty="0"/>
              <a:t>                SELECT </a:t>
            </a:r>
            <a:r>
              <a:rPr lang="pt-PT" dirty="0" err="1"/>
              <a:t>idUser</a:t>
            </a:r>
            <a:r>
              <a:rPr lang="pt-PT" dirty="0"/>
              <a:t>, MAX(</a:t>
            </a:r>
            <a:r>
              <a:rPr lang="pt-PT" dirty="0" err="1"/>
              <a:t>views</a:t>
            </a:r>
            <a:r>
              <a:rPr lang="pt-PT" dirty="0"/>
              <a:t>) AS maxViews1</a:t>
            </a:r>
            <a:endParaRPr dirty="0"/>
          </a:p>
          <a:p>
            <a:pPr marL="0" lvl="0" indent="0" algn="l" rtl="0">
              <a:spcBef>
                <a:spcPts val="0"/>
              </a:spcBef>
              <a:spcAft>
                <a:spcPts val="0"/>
              </a:spcAft>
              <a:buNone/>
            </a:pPr>
            <a:r>
              <a:rPr lang="pt-PT" dirty="0"/>
              <a:t>                FROM (</a:t>
            </a:r>
            <a:endParaRPr dirty="0"/>
          </a:p>
          <a:p>
            <a:pPr marL="0" lvl="0" indent="0" algn="l" rtl="0">
              <a:spcBef>
                <a:spcPts val="0"/>
              </a:spcBef>
              <a:spcAft>
                <a:spcPts val="0"/>
              </a:spcAft>
              <a:buNone/>
            </a:pPr>
            <a:r>
              <a:rPr lang="pt-PT" dirty="0"/>
              <a:t>                    -- Todos os posts com menos que o máximo</a:t>
            </a:r>
            <a:endParaRPr dirty="0"/>
          </a:p>
          <a:p>
            <a:pPr marL="0" lvl="0" indent="0" algn="l" rtl="0">
              <a:spcBef>
                <a:spcPts val="0"/>
              </a:spcBef>
              <a:spcAft>
                <a:spcPts val="0"/>
              </a:spcAft>
              <a:buNone/>
            </a:pPr>
            <a:r>
              <a:rPr lang="pt-PT" dirty="0"/>
              <a:t>                    SELECT </a:t>
            </a:r>
            <a:r>
              <a:rPr lang="pt-PT" dirty="0" err="1"/>
              <a:t>U.idUser</a:t>
            </a:r>
            <a:r>
              <a:rPr lang="pt-PT" dirty="0"/>
              <a:t>, </a:t>
            </a:r>
            <a:r>
              <a:rPr lang="pt-PT" dirty="0" err="1"/>
              <a:t>U.nick</a:t>
            </a:r>
            <a:r>
              <a:rPr lang="pt-PT" dirty="0"/>
              <a:t>, </a:t>
            </a:r>
            <a:r>
              <a:rPr lang="pt-PT" dirty="0" err="1"/>
              <a:t>U.isAdmin</a:t>
            </a:r>
            <a:r>
              <a:rPr lang="pt-PT" dirty="0"/>
              <a:t>, </a:t>
            </a:r>
            <a:r>
              <a:rPr lang="pt-PT" dirty="0" err="1"/>
              <a:t>P.idPost</a:t>
            </a:r>
            <a:r>
              <a:rPr lang="pt-PT" dirty="0"/>
              <a:t>, </a:t>
            </a:r>
            <a:r>
              <a:rPr lang="pt-PT" dirty="0" err="1"/>
              <a:t>P.datePublished</a:t>
            </a:r>
            <a:r>
              <a:rPr lang="pt-PT" dirty="0"/>
              <a:t>, </a:t>
            </a:r>
            <a:r>
              <a:rPr lang="pt-PT" dirty="0" err="1"/>
              <a:t>P.author</a:t>
            </a:r>
            <a:r>
              <a:rPr lang="pt-PT" dirty="0"/>
              <a:t>, </a:t>
            </a:r>
            <a:r>
              <a:rPr lang="pt-PT" dirty="0" err="1"/>
              <a:t>P.views</a:t>
            </a:r>
            <a:r>
              <a:rPr lang="pt-PT" dirty="0"/>
              <a:t>, </a:t>
            </a:r>
            <a:r>
              <a:rPr lang="pt-PT" dirty="0" err="1"/>
              <a:t>P.text</a:t>
            </a:r>
            <a:endParaRPr dirty="0"/>
          </a:p>
          <a:p>
            <a:pPr marL="0" lvl="0" indent="0" algn="l" rtl="0">
              <a:spcBef>
                <a:spcPts val="0"/>
              </a:spcBef>
              <a:spcAft>
                <a:spcPts val="0"/>
              </a:spcAft>
              <a:buNone/>
            </a:pPr>
            <a:r>
              <a:rPr lang="pt-PT" dirty="0"/>
              <a:t>                    FROM </a:t>
            </a:r>
            <a:r>
              <a:rPr lang="pt-PT" dirty="0" err="1"/>
              <a:t>Users</a:t>
            </a:r>
            <a:r>
              <a:rPr lang="pt-PT" dirty="0"/>
              <a:t> AS U INNER JOIN Posts AS P ON </a:t>
            </a:r>
            <a:r>
              <a:rPr lang="pt-PT" dirty="0" err="1"/>
              <a:t>U.idUser</a:t>
            </a:r>
            <a:r>
              <a:rPr lang="pt-PT" dirty="0"/>
              <a:t>=</a:t>
            </a:r>
            <a:r>
              <a:rPr lang="pt-PT" dirty="0" err="1"/>
              <a:t>P.author</a:t>
            </a:r>
            <a:endParaRPr dirty="0"/>
          </a:p>
          <a:p>
            <a:pPr marL="0" lvl="0" indent="0" algn="l" rtl="0">
              <a:spcBef>
                <a:spcPts val="0"/>
              </a:spcBef>
              <a:spcAft>
                <a:spcPts val="0"/>
              </a:spcAft>
              <a:buNone/>
            </a:pPr>
            <a:r>
              <a:rPr lang="pt-PT" dirty="0"/>
              <a:t>                    INNER JOIN (</a:t>
            </a:r>
            <a:endParaRPr dirty="0"/>
          </a:p>
          <a:p>
            <a:pPr marL="0" lvl="0" indent="0" algn="l" rtl="0">
              <a:spcBef>
                <a:spcPts val="0"/>
              </a:spcBef>
              <a:spcAft>
                <a:spcPts val="0"/>
              </a:spcAft>
              <a:buNone/>
            </a:pPr>
            <a:r>
              <a:rPr lang="pt-PT" dirty="0"/>
              <a:t>                        -- Máximo de </a:t>
            </a:r>
            <a:r>
              <a:rPr lang="pt-PT" dirty="0" err="1"/>
              <a:t>views</a:t>
            </a:r>
            <a:r>
              <a:rPr lang="pt-PT" dirty="0"/>
              <a:t> por </a:t>
            </a:r>
            <a:r>
              <a:rPr lang="pt-PT" dirty="0" err="1"/>
              <a:t>admin</a:t>
            </a:r>
            <a:endParaRPr dirty="0"/>
          </a:p>
          <a:p>
            <a:pPr marL="0" lvl="0" indent="0" algn="l" rtl="0">
              <a:spcBef>
                <a:spcPts val="0"/>
              </a:spcBef>
              <a:spcAft>
                <a:spcPts val="0"/>
              </a:spcAft>
              <a:buNone/>
            </a:pPr>
            <a:r>
              <a:rPr lang="pt-PT" dirty="0"/>
              <a:t>                        SELECT </a:t>
            </a:r>
            <a:r>
              <a:rPr lang="pt-PT" dirty="0" err="1"/>
              <a:t>idUser</a:t>
            </a:r>
            <a:r>
              <a:rPr lang="pt-PT" dirty="0"/>
              <a:t>, MAX(</a:t>
            </a:r>
            <a:r>
              <a:rPr lang="pt-PT" dirty="0" err="1"/>
              <a:t>views</a:t>
            </a:r>
            <a:r>
              <a:rPr lang="pt-PT" dirty="0"/>
              <a:t>) AS maxViews1</a:t>
            </a:r>
            <a:endParaRPr dirty="0"/>
          </a:p>
          <a:p>
            <a:pPr marL="0" lvl="0" indent="0" algn="l" rtl="0">
              <a:spcBef>
                <a:spcPts val="0"/>
              </a:spcBef>
              <a:spcAft>
                <a:spcPts val="0"/>
              </a:spcAft>
              <a:buNone/>
            </a:pPr>
            <a:r>
              <a:rPr lang="pt-PT" dirty="0"/>
              <a:t>                        FROM (</a:t>
            </a:r>
            <a:endParaRPr dirty="0"/>
          </a:p>
          <a:p>
            <a:pPr marL="0" lvl="0" indent="0" algn="l" rtl="0">
              <a:spcBef>
                <a:spcPts val="0"/>
              </a:spcBef>
              <a:spcAft>
                <a:spcPts val="0"/>
              </a:spcAft>
              <a:buNone/>
            </a:pPr>
            <a:r>
              <a:rPr lang="pt-PT" dirty="0"/>
              <a:t>                            -- Todos os posts de </a:t>
            </a:r>
            <a:r>
              <a:rPr lang="pt-PT" dirty="0" err="1"/>
              <a:t>admins</a:t>
            </a:r>
            <a:endParaRPr dirty="0"/>
          </a:p>
          <a:p>
            <a:pPr marL="0" lvl="0" indent="0" algn="l" rtl="0">
              <a:spcBef>
                <a:spcPts val="0"/>
              </a:spcBef>
              <a:spcAft>
                <a:spcPts val="0"/>
              </a:spcAft>
              <a:buNone/>
            </a:pPr>
            <a:r>
              <a:rPr lang="pt-PT" dirty="0"/>
              <a:t>                            SELECT *</a:t>
            </a:r>
            <a:endParaRPr dirty="0"/>
          </a:p>
          <a:p>
            <a:pPr marL="0" lvl="0" indent="0" algn="l" rtl="0">
              <a:spcBef>
                <a:spcPts val="0"/>
              </a:spcBef>
              <a:spcAft>
                <a:spcPts val="0"/>
              </a:spcAft>
              <a:buNone/>
            </a:pPr>
            <a:r>
              <a:rPr lang="pt-PT" dirty="0"/>
              <a:t>                            FROM </a:t>
            </a:r>
            <a:r>
              <a:rPr lang="pt-PT" dirty="0" err="1"/>
              <a:t>Users</a:t>
            </a:r>
            <a:r>
              <a:rPr lang="pt-PT" dirty="0"/>
              <a:t> INNER JOIN Posts ON </a:t>
            </a:r>
            <a:r>
              <a:rPr lang="pt-PT" dirty="0" err="1"/>
              <a:t>Users.idUser</a:t>
            </a:r>
            <a:r>
              <a:rPr lang="pt-PT" dirty="0"/>
              <a:t>=</a:t>
            </a:r>
            <a:r>
              <a:rPr lang="pt-PT" dirty="0" err="1"/>
              <a:t>Posts.author</a:t>
            </a:r>
            <a:endParaRPr dirty="0"/>
          </a:p>
          <a:p>
            <a:pPr marL="0" lvl="0" indent="0" algn="l" rtl="0">
              <a:spcBef>
                <a:spcPts val="0"/>
              </a:spcBef>
              <a:spcAft>
                <a:spcPts val="0"/>
              </a:spcAft>
              <a:buNone/>
            </a:pPr>
            <a:r>
              <a:rPr lang="pt-PT" dirty="0"/>
              <a:t>                            WHERE </a:t>
            </a:r>
            <a:r>
              <a:rPr lang="pt-PT" dirty="0" err="1"/>
              <a:t>isAdmin</a:t>
            </a:r>
            <a:r>
              <a:rPr lang="pt-PT" dirty="0"/>
              <a:t>=1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GROUP BY </a:t>
            </a:r>
            <a:r>
              <a:rPr lang="pt-PT" dirty="0" err="1"/>
              <a:t>idUser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AS T ON </a:t>
            </a:r>
            <a:r>
              <a:rPr lang="pt-PT" dirty="0" err="1"/>
              <a:t>U.idUser</a:t>
            </a:r>
            <a:r>
              <a:rPr lang="pt-PT" dirty="0"/>
              <a:t>=</a:t>
            </a:r>
            <a:r>
              <a:rPr lang="pt-PT" dirty="0" err="1"/>
              <a:t>T.idUser</a:t>
            </a:r>
            <a:endParaRPr dirty="0"/>
          </a:p>
          <a:p>
            <a:pPr marL="0" lvl="0" indent="0" algn="l" rtl="0">
              <a:spcBef>
                <a:spcPts val="0"/>
              </a:spcBef>
              <a:spcAft>
                <a:spcPts val="0"/>
              </a:spcAft>
              <a:buNone/>
            </a:pPr>
            <a:r>
              <a:rPr lang="pt-PT" dirty="0"/>
              <a:t>                    WHERE </a:t>
            </a:r>
            <a:r>
              <a:rPr lang="pt-PT" dirty="0" err="1"/>
              <a:t>views</a:t>
            </a:r>
            <a:r>
              <a:rPr lang="pt-PT" dirty="0"/>
              <a:t> &lt; maxViews1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GROUP BY </a:t>
            </a:r>
            <a:r>
              <a:rPr lang="pt-PT" dirty="0" err="1"/>
              <a:t>idUser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UNION</a:t>
            </a:r>
            <a:endParaRPr dirty="0"/>
          </a:p>
          <a:p>
            <a:pPr marL="0" lvl="0" indent="0" algn="l" rtl="0">
              <a:spcBef>
                <a:spcPts val="0"/>
              </a:spcBef>
              <a:spcAft>
                <a:spcPts val="0"/>
              </a:spcAft>
              <a:buNone/>
            </a:pPr>
            <a:r>
              <a:rPr lang="pt-PT" dirty="0"/>
              <a:t>        -- Terceiros</a:t>
            </a:r>
            <a:endParaRPr dirty="0"/>
          </a:p>
          <a:p>
            <a:pPr marL="0" lvl="0" indent="0" algn="l" rtl="0">
              <a:spcBef>
                <a:spcPts val="0"/>
              </a:spcBef>
              <a:spcAft>
                <a:spcPts val="0"/>
              </a:spcAft>
              <a:buNone/>
            </a:pPr>
            <a:r>
              <a:rPr lang="pt-PT" dirty="0"/>
              <a:t>        SELECT </a:t>
            </a:r>
            <a:r>
              <a:rPr lang="pt-PT" dirty="0" err="1"/>
              <a:t>idUser</a:t>
            </a:r>
            <a:r>
              <a:rPr lang="pt-PT" dirty="0"/>
              <a:t>, </a:t>
            </a:r>
            <a:r>
              <a:rPr lang="pt-PT" dirty="0" err="1"/>
              <a:t>nick</a:t>
            </a:r>
            <a:r>
              <a:rPr lang="pt-PT" dirty="0"/>
              <a:t>, </a:t>
            </a:r>
            <a:r>
              <a:rPr lang="pt-PT" dirty="0" err="1"/>
              <a:t>idPost</a:t>
            </a:r>
            <a:r>
              <a:rPr lang="pt-PT" dirty="0"/>
              <a:t>, </a:t>
            </a:r>
            <a:r>
              <a:rPr lang="pt-PT" dirty="0" err="1"/>
              <a:t>views</a:t>
            </a:r>
            <a:r>
              <a:rPr lang="pt-PT" dirty="0"/>
              <a:t>, 3 AS </a:t>
            </a:r>
            <a:r>
              <a:rPr lang="pt-PT" dirty="0" err="1"/>
              <a:t>pos</a:t>
            </a:r>
            <a:endParaRPr dirty="0"/>
          </a:p>
          <a:p>
            <a:pPr marL="0" lvl="0" indent="0" algn="l" rtl="0">
              <a:spcBef>
                <a:spcPts val="0"/>
              </a:spcBef>
              <a:spcAft>
                <a:spcPts val="0"/>
              </a:spcAft>
              <a:buNone/>
            </a:pPr>
            <a:r>
              <a:rPr lang="pt-PT" dirty="0"/>
              <a:t>        FROM </a:t>
            </a:r>
            <a:r>
              <a:rPr lang="pt-PT" dirty="0" err="1"/>
              <a:t>Users</a:t>
            </a:r>
            <a:r>
              <a:rPr lang="pt-PT" dirty="0"/>
              <a:t> INNER JOIN Posts ON </a:t>
            </a:r>
            <a:r>
              <a:rPr lang="pt-PT" dirty="0" err="1"/>
              <a:t>Users.idUser</a:t>
            </a:r>
            <a:r>
              <a:rPr lang="pt-PT" dirty="0"/>
              <a:t>=</a:t>
            </a:r>
            <a:r>
              <a:rPr lang="pt-PT" dirty="0" err="1"/>
              <a:t>Posts.author</a:t>
            </a:r>
            <a:endParaRPr dirty="0"/>
          </a:p>
          <a:p>
            <a:pPr marL="0" lvl="0" indent="0" algn="l" rtl="0">
              <a:spcBef>
                <a:spcPts val="0"/>
              </a:spcBef>
              <a:spcAft>
                <a:spcPts val="0"/>
              </a:spcAft>
              <a:buNone/>
            </a:pPr>
            <a:r>
              <a:rPr lang="pt-PT" dirty="0"/>
              <a:t>        WHERE (</a:t>
            </a:r>
            <a:r>
              <a:rPr lang="pt-PT" dirty="0" err="1"/>
              <a:t>idUser</a:t>
            </a:r>
            <a:r>
              <a:rPr lang="pt-PT" dirty="0"/>
              <a:t>, </a:t>
            </a:r>
            <a:r>
              <a:rPr lang="pt-PT" dirty="0" err="1"/>
              <a:t>views</a:t>
            </a:r>
            <a:r>
              <a:rPr lang="pt-PT" dirty="0"/>
              <a:t>) IN (</a:t>
            </a:r>
            <a:endParaRPr dirty="0"/>
          </a:p>
          <a:p>
            <a:pPr marL="0" lvl="0" indent="0" algn="l" rtl="0">
              <a:spcBef>
                <a:spcPts val="0"/>
              </a:spcBef>
              <a:spcAft>
                <a:spcPts val="0"/>
              </a:spcAft>
              <a:buNone/>
            </a:pPr>
            <a:r>
              <a:rPr lang="pt-PT" dirty="0"/>
              <a:t>            -- 3º máximo de </a:t>
            </a:r>
            <a:r>
              <a:rPr lang="pt-PT" dirty="0" err="1"/>
              <a:t>views</a:t>
            </a:r>
            <a:r>
              <a:rPr lang="pt-PT" dirty="0"/>
              <a:t> por </a:t>
            </a:r>
            <a:r>
              <a:rPr lang="pt-PT" dirty="0" err="1"/>
              <a:t>admin</a:t>
            </a:r>
            <a:endParaRPr dirty="0"/>
          </a:p>
          <a:p>
            <a:pPr marL="0" lvl="0" indent="0" algn="l" rtl="0">
              <a:spcBef>
                <a:spcPts val="0"/>
              </a:spcBef>
              <a:spcAft>
                <a:spcPts val="0"/>
              </a:spcAft>
              <a:buNone/>
            </a:pPr>
            <a:r>
              <a:rPr lang="pt-PT" dirty="0"/>
              <a:t>            SELECT </a:t>
            </a:r>
            <a:r>
              <a:rPr lang="pt-PT" dirty="0" err="1"/>
              <a:t>idUser</a:t>
            </a:r>
            <a:r>
              <a:rPr lang="pt-PT" dirty="0"/>
              <a:t>, MAX(</a:t>
            </a:r>
            <a:r>
              <a:rPr lang="pt-PT" dirty="0" err="1"/>
              <a:t>views</a:t>
            </a:r>
            <a:r>
              <a:rPr lang="pt-PT" dirty="0"/>
              <a:t>) AS maxViews1</a:t>
            </a:r>
            <a:endParaRPr dirty="0"/>
          </a:p>
          <a:p>
            <a:pPr marL="0" lvl="0" indent="0" algn="l" rtl="0">
              <a:spcBef>
                <a:spcPts val="0"/>
              </a:spcBef>
              <a:spcAft>
                <a:spcPts val="0"/>
              </a:spcAft>
              <a:buNone/>
            </a:pPr>
            <a:r>
              <a:rPr lang="pt-PT" dirty="0"/>
              <a:t>            FROM (</a:t>
            </a:r>
            <a:endParaRPr dirty="0"/>
          </a:p>
          <a:p>
            <a:pPr marL="0" lvl="0" indent="0" algn="l" rtl="0">
              <a:spcBef>
                <a:spcPts val="0"/>
              </a:spcBef>
              <a:spcAft>
                <a:spcPts val="0"/>
              </a:spcAft>
              <a:buNone/>
            </a:pPr>
            <a:r>
              <a:rPr lang="pt-PT" dirty="0"/>
              <a:t>                -- Todos os posts com menos que o 2º máximo</a:t>
            </a:r>
            <a:endParaRPr dirty="0"/>
          </a:p>
          <a:p>
            <a:pPr marL="0" lvl="0" indent="0" algn="l" rtl="0">
              <a:spcBef>
                <a:spcPts val="0"/>
              </a:spcBef>
              <a:spcAft>
                <a:spcPts val="0"/>
              </a:spcAft>
              <a:buNone/>
            </a:pPr>
            <a:r>
              <a:rPr lang="pt-PT" dirty="0"/>
              <a:t>                SELECT </a:t>
            </a:r>
            <a:r>
              <a:rPr lang="pt-PT" dirty="0" err="1"/>
              <a:t>U.idUser</a:t>
            </a:r>
            <a:r>
              <a:rPr lang="pt-PT" dirty="0"/>
              <a:t>, </a:t>
            </a:r>
            <a:r>
              <a:rPr lang="pt-PT" dirty="0" err="1"/>
              <a:t>U.nick</a:t>
            </a:r>
            <a:r>
              <a:rPr lang="pt-PT" dirty="0"/>
              <a:t>, </a:t>
            </a:r>
            <a:r>
              <a:rPr lang="pt-PT" dirty="0" err="1"/>
              <a:t>U.isAdmin</a:t>
            </a:r>
            <a:r>
              <a:rPr lang="pt-PT" dirty="0"/>
              <a:t>, </a:t>
            </a:r>
            <a:r>
              <a:rPr lang="pt-PT" dirty="0" err="1"/>
              <a:t>P.idPost</a:t>
            </a:r>
            <a:r>
              <a:rPr lang="pt-PT" dirty="0"/>
              <a:t>, </a:t>
            </a:r>
            <a:r>
              <a:rPr lang="pt-PT" dirty="0" err="1"/>
              <a:t>P.datePublished</a:t>
            </a:r>
            <a:r>
              <a:rPr lang="pt-PT" dirty="0"/>
              <a:t>, </a:t>
            </a:r>
            <a:r>
              <a:rPr lang="pt-PT" dirty="0" err="1"/>
              <a:t>P.author</a:t>
            </a:r>
            <a:r>
              <a:rPr lang="pt-PT" dirty="0"/>
              <a:t>, </a:t>
            </a:r>
            <a:r>
              <a:rPr lang="pt-PT" dirty="0" err="1"/>
              <a:t>P.views</a:t>
            </a:r>
            <a:r>
              <a:rPr lang="pt-PT" dirty="0"/>
              <a:t>, </a:t>
            </a:r>
            <a:r>
              <a:rPr lang="pt-PT" dirty="0" err="1"/>
              <a:t>P.text</a:t>
            </a:r>
            <a:endParaRPr dirty="0"/>
          </a:p>
          <a:p>
            <a:pPr marL="0" lvl="0" indent="0" algn="l" rtl="0">
              <a:spcBef>
                <a:spcPts val="0"/>
              </a:spcBef>
              <a:spcAft>
                <a:spcPts val="0"/>
              </a:spcAft>
              <a:buNone/>
            </a:pPr>
            <a:r>
              <a:rPr lang="pt-PT" dirty="0"/>
              <a:t>                FROM </a:t>
            </a:r>
            <a:r>
              <a:rPr lang="pt-PT" dirty="0" err="1"/>
              <a:t>Users</a:t>
            </a:r>
            <a:r>
              <a:rPr lang="pt-PT" dirty="0"/>
              <a:t> AS U INNER JOIN Posts AS P ON </a:t>
            </a:r>
            <a:r>
              <a:rPr lang="pt-PT" dirty="0" err="1"/>
              <a:t>U.idUser</a:t>
            </a:r>
            <a:r>
              <a:rPr lang="pt-PT" dirty="0"/>
              <a:t>=</a:t>
            </a:r>
            <a:r>
              <a:rPr lang="pt-PT" dirty="0" err="1"/>
              <a:t>P.author</a:t>
            </a:r>
            <a:endParaRPr dirty="0"/>
          </a:p>
          <a:p>
            <a:pPr marL="0" lvl="0" indent="0" algn="l" rtl="0">
              <a:spcBef>
                <a:spcPts val="0"/>
              </a:spcBef>
              <a:spcAft>
                <a:spcPts val="0"/>
              </a:spcAft>
              <a:buNone/>
            </a:pPr>
            <a:r>
              <a:rPr lang="pt-PT" dirty="0"/>
              <a:t>                INNER JOIN (</a:t>
            </a:r>
            <a:endParaRPr dirty="0"/>
          </a:p>
          <a:p>
            <a:pPr marL="0" lvl="0" indent="0" algn="l" rtl="0">
              <a:spcBef>
                <a:spcPts val="0"/>
              </a:spcBef>
              <a:spcAft>
                <a:spcPts val="0"/>
              </a:spcAft>
              <a:buNone/>
            </a:pPr>
            <a:r>
              <a:rPr lang="pt-PT" dirty="0"/>
              <a:t>                    -- 2º máximo de </a:t>
            </a:r>
            <a:r>
              <a:rPr lang="pt-PT" dirty="0" err="1"/>
              <a:t>views</a:t>
            </a:r>
            <a:r>
              <a:rPr lang="pt-PT" dirty="0"/>
              <a:t> por </a:t>
            </a:r>
            <a:r>
              <a:rPr lang="pt-PT" dirty="0" err="1"/>
              <a:t>admin</a:t>
            </a:r>
            <a:endParaRPr dirty="0"/>
          </a:p>
          <a:p>
            <a:pPr marL="0" lvl="0" indent="0" algn="l" rtl="0">
              <a:spcBef>
                <a:spcPts val="0"/>
              </a:spcBef>
              <a:spcAft>
                <a:spcPts val="0"/>
              </a:spcAft>
              <a:buNone/>
            </a:pPr>
            <a:r>
              <a:rPr lang="pt-PT" dirty="0"/>
              <a:t>                    SELECT </a:t>
            </a:r>
            <a:r>
              <a:rPr lang="pt-PT" dirty="0" err="1"/>
              <a:t>idUser</a:t>
            </a:r>
            <a:r>
              <a:rPr lang="pt-PT" dirty="0"/>
              <a:t>, MAX(</a:t>
            </a:r>
            <a:r>
              <a:rPr lang="pt-PT" dirty="0" err="1"/>
              <a:t>views</a:t>
            </a:r>
            <a:r>
              <a:rPr lang="pt-PT" dirty="0"/>
              <a:t>) AS maxViews1</a:t>
            </a:r>
            <a:endParaRPr dirty="0"/>
          </a:p>
          <a:p>
            <a:pPr marL="0" lvl="0" indent="0" algn="l" rtl="0">
              <a:spcBef>
                <a:spcPts val="0"/>
              </a:spcBef>
              <a:spcAft>
                <a:spcPts val="0"/>
              </a:spcAft>
              <a:buNone/>
            </a:pPr>
            <a:r>
              <a:rPr lang="pt-PT" dirty="0"/>
              <a:t>                    FROM (</a:t>
            </a:r>
            <a:endParaRPr dirty="0"/>
          </a:p>
          <a:p>
            <a:pPr marL="0" lvl="0" indent="0" algn="l" rtl="0">
              <a:spcBef>
                <a:spcPts val="0"/>
              </a:spcBef>
              <a:spcAft>
                <a:spcPts val="0"/>
              </a:spcAft>
              <a:buNone/>
            </a:pPr>
            <a:r>
              <a:rPr lang="pt-PT" dirty="0"/>
              <a:t>                        -- Todos os posts com menos que o máximo</a:t>
            </a:r>
            <a:endParaRPr dirty="0"/>
          </a:p>
          <a:p>
            <a:pPr marL="0" lvl="0" indent="0" algn="l" rtl="0">
              <a:spcBef>
                <a:spcPts val="0"/>
              </a:spcBef>
              <a:spcAft>
                <a:spcPts val="0"/>
              </a:spcAft>
              <a:buNone/>
            </a:pPr>
            <a:r>
              <a:rPr lang="pt-PT" dirty="0"/>
              <a:t>                        SELECT </a:t>
            </a:r>
            <a:r>
              <a:rPr lang="pt-PT" dirty="0" err="1"/>
              <a:t>U.idUser</a:t>
            </a:r>
            <a:r>
              <a:rPr lang="pt-PT" dirty="0"/>
              <a:t>, </a:t>
            </a:r>
            <a:r>
              <a:rPr lang="pt-PT" dirty="0" err="1"/>
              <a:t>U.nick</a:t>
            </a:r>
            <a:r>
              <a:rPr lang="pt-PT" dirty="0"/>
              <a:t>, </a:t>
            </a:r>
            <a:r>
              <a:rPr lang="pt-PT" dirty="0" err="1"/>
              <a:t>U.isAdmin</a:t>
            </a:r>
            <a:r>
              <a:rPr lang="pt-PT" dirty="0"/>
              <a:t>, </a:t>
            </a:r>
            <a:r>
              <a:rPr lang="pt-PT" dirty="0" err="1"/>
              <a:t>P.idPost</a:t>
            </a:r>
            <a:r>
              <a:rPr lang="pt-PT" dirty="0"/>
              <a:t>, </a:t>
            </a:r>
            <a:r>
              <a:rPr lang="pt-PT" dirty="0" err="1"/>
              <a:t>P.datePublished</a:t>
            </a:r>
            <a:r>
              <a:rPr lang="pt-PT" dirty="0"/>
              <a:t>, </a:t>
            </a:r>
            <a:r>
              <a:rPr lang="pt-PT" dirty="0" err="1"/>
              <a:t>P.author</a:t>
            </a:r>
            <a:r>
              <a:rPr lang="pt-PT" dirty="0"/>
              <a:t>, </a:t>
            </a:r>
            <a:r>
              <a:rPr lang="pt-PT" dirty="0" err="1"/>
              <a:t>P.views</a:t>
            </a:r>
            <a:r>
              <a:rPr lang="pt-PT" dirty="0"/>
              <a:t>, </a:t>
            </a:r>
            <a:r>
              <a:rPr lang="pt-PT" dirty="0" err="1"/>
              <a:t>P.text</a:t>
            </a:r>
            <a:endParaRPr dirty="0"/>
          </a:p>
          <a:p>
            <a:pPr marL="0" lvl="0" indent="0" algn="l" rtl="0">
              <a:spcBef>
                <a:spcPts val="0"/>
              </a:spcBef>
              <a:spcAft>
                <a:spcPts val="0"/>
              </a:spcAft>
              <a:buNone/>
            </a:pPr>
            <a:r>
              <a:rPr lang="pt-PT" dirty="0"/>
              <a:t>                        FROM </a:t>
            </a:r>
            <a:r>
              <a:rPr lang="pt-PT" dirty="0" err="1"/>
              <a:t>Users</a:t>
            </a:r>
            <a:r>
              <a:rPr lang="pt-PT" dirty="0"/>
              <a:t> AS U INNER JOIN Posts AS P ON </a:t>
            </a:r>
            <a:r>
              <a:rPr lang="pt-PT" dirty="0" err="1"/>
              <a:t>U.idUser</a:t>
            </a:r>
            <a:r>
              <a:rPr lang="pt-PT" dirty="0"/>
              <a:t>=</a:t>
            </a:r>
            <a:r>
              <a:rPr lang="pt-PT" dirty="0" err="1"/>
              <a:t>P.author</a:t>
            </a:r>
            <a:endParaRPr dirty="0"/>
          </a:p>
          <a:p>
            <a:pPr marL="0" lvl="0" indent="0" algn="l" rtl="0">
              <a:spcBef>
                <a:spcPts val="0"/>
              </a:spcBef>
              <a:spcAft>
                <a:spcPts val="0"/>
              </a:spcAft>
              <a:buNone/>
            </a:pPr>
            <a:r>
              <a:rPr lang="pt-PT" dirty="0"/>
              <a:t>                        INNER JOIN (</a:t>
            </a:r>
            <a:endParaRPr dirty="0"/>
          </a:p>
          <a:p>
            <a:pPr marL="0" lvl="0" indent="0" algn="l" rtl="0">
              <a:spcBef>
                <a:spcPts val="0"/>
              </a:spcBef>
              <a:spcAft>
                <a:spcPts val="0"/>
              </a:spcAft>
              <a:buNone/>
            </a:pPr>
            <a:r>
              <a:rPr lang="pt-PT" dirty="0"/>
              <a:t>                            -- Máximo de </a:t>
            </a:r>
            <a:r>
              <a:rPr lang="pt-PT" dirty="0" err="1"/>
              <a:t>views</a:t>
            </a:r>
            <a:r>
              <a:rPr lang="pt-PT" dirty="0"/>
              <a:t> por </a:t>
            </a:r>
            <a:r>
              <a:rPr lang="pt-PT" dirty="0" err="1"/>
              <a:t>admin</a:t>
            </a:r>
            <a:endParaRPr dirty="0"/>
          </a:p>
          <a:p>
            <a:pPr marL="0" lvl="0" indent="0" algn="l" rtl="0">
              <a:spcBef>
                <a:spcPts val="0"/>
              </a:spcBef>
              <a:spcAft>
                <a:spcPts val="0"/>
              </a:spcAft>
              <a:buNone/>
            </a:pPr>
            <a:r>
              <a:rPr lang="pt-PT" dirty="0"/>
              <a:t>                            SELECT </a:t>
            </a:r>
            <a:r>
              <a:rPr lang="pt-PT" dirty="0" err="1"/>
              <a:t>idUser</a:t>
            </a:r>
            <a:r>
              <a:rPr lang="pt-PT" dirty="0"/>
              <a:t>, MAX(</a:t>
            </a:r>
            <a:r>
              <a:rPr lang="pt-PT" dirty="0" err="1"/>
              <a:t>views</a:t>
            </a:r>
            <a:r>
              <a:rPr lang="pt-PT" dirty="0"/>
              <a:t>) AS maxViews1</a:t>
            </a:r>
            <a:endParaRPr dirty="0"/>
          </a:p>
          <a:p>
            <a:pPr marL="0" lvl="0" indent="0" algn="l" rtl="0">
              <a:spcBef>
                <a:spcPts val="0"/>
              </a:spcBef>
              <a:spcAft>
                <a:spcPts val="0"/>
              </a:spcAft>
              <a:buNone/>
            </a:pPr>
            <a:r>
              <a:rPr lang="pt-PT" dirty="0"/>
              <a:t>                            FROM (</a:t>
            </a:r>
            <a:endParaRPr dirty="0"/>
          </a:p>
          <a:p>
            <a:pPr marL="0" lvl="0" indent="0" algn="l" rtl="0">
              <a:spcBef>
                <a:spcPts val="0"/>
              </a:spcBef>
              <a:spcAft>
                <a:spcPts val="0"/>
              </a:spcAft>
              <a:buNone/>
            </a:pPr>
            <a:r>
              <a:rPr lang="pt-PT" dirty="0"/>
              <a:t>                                -- Todos os posts de </a:t>
            </a:r>
            <a:r>
              <a:rPr lang="pt-PT" dirty="0" err="1"/>
              <a:t>admins</a:t>
            </a:r>
            <a:endParaRPr dirty="0"/>
          </a:p>
          <a:p>
            <a:pPr marL="0" lvl="0" indent="0" algn="l" rtl="0">
              <a:spcBef>
                <a:spcPts val="0"/>
              </a:spcBef>
              <a:spcAft>
                <a:spcPts val="0"/>
              </a:spcAft>
              <a:buNone/>
            </a:pPr>
            <a:r>
              <a:rPr lang="pt-PT" dirty="0"/>
              <a:t>                                SELECT *</a:t>
            </a:r>
            <a:endParaRPr dirty="0"/>
          </a:p>
          <a:p>
            <a:pPr marL="0" lvl="0" indent="0" algn="l" rtl="0">
              <a:spcBef>
                <a:spcPts val="0"/>
              </a:spcBef>
              <a:spcAft>
                <a:spcPts val="0"/>
              </a:spcAft>
              <a:buNone/>
            </a:pPr>
            <a:r>
              <a:rPr lang="pt-PT" dirty="0"/>
              <a:t>                                FROM </a:t>
            </a:r>
            <a:r>
              <a:rPr lang="pt-PT" dirty="0" err="1"/>
              <a:t>Users</a:t>
            </a:r>
            <a:r>
              <a:rPr lang="pt-PT" dirty="0"/>
              <a:t> INNER JOIN Posts ON </a:t>
            </a:r>
            <a:r>
              <a:rPr lang="pt-PT" dirty="0" err="1"/>
              <a:t>Users.idUser</a:t>
            </a:r>
            <a:r>
              <a:rPr lang="pt-PT" dirty="0"/>
              <a:t>=</a:t>
            </a:r>
            <a:r>
              <a:rPr lang="pt-PT" dirty="0" err="1"/>
              <a:t>Posts.author</a:t>
            </a:r>
            <a:endParaRPr dirty="0"/>
          </a:p>
          <a:p>
            <a:pPr marL="0" lvl="0" indent="0" algn="l" rtl="0">
              <a:spcBef>
                <a:spcPts val="0"/>
              </a:spcBef>
              <a:spcAft>
                <a:spcPts val="0"/>
              </a:spcAft>
              <a:buNone/>
            </a:pPr>
            <a:r>
              <a:rPr lang="pt-PT" dirty="0"/>
              <a:t>                                WHERE </a:t>
            </a:r>
            <a:r>
              <a:rPr lang="pt-PT" dirty="0" err="1"/>
              <a:t>isAdmin</a:t>
            </a:r>
            <a:r>
              <a:rPr lang="pt-PT" dirty="0"/>
              <a:t>=1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GROUP BY </a:t>
            </a:r>
            <a:r>
              <a:rPr lang="pt-PT" dirty="0" err="1"/>
              <a:t>idUser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AS T ON </a:t>
            </a:r>
            <a:r>
              <a:rPr lang="pt-PT" dirty="0" err="1"/>
              <a:t>U.idUser</a:t>
            </a:r>
            <a:r>
              <a:rPr lang="pt-PT" dirty="0"/>
              <a:t>=</a:t>
            </a:r>
            <a:r>
              <a:rPr lang="pt-PT" dirty="0" err="1"/>
              <a:t>T.idUser</a:t>
            </a:r>
            <a:endParaRPr dirty="0"/>
          </a:p>
          <a:p>
            <a:pPr marL="0" lvl="0" indent="0" algn="l" rtl="0">
              <a:spcBef>
                <a:spcPts val="0"/>
              </a:spcBef>
              <a:spcAft>
                <a:spcPts val="0"/>
              </a:spcAft>
              <a:buNone/>
            </a:pPr>
            <a:r>
              <a:rPr lang="pt-PT" dirty="0"/>
              <a:t>                        WHERE </a:t>
            </a:r>
            <a:r>
              <a:rPr lang="pt-PT" dirty="0" err="1"/>
              <a:t>views</a:t>
            </a:r>
            <a:r>
              <a:rPr lang="pt-PT" dirty="0"/>
              <a:t> &lt; maxViews1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GROUP BY </a:t>
            </a:r>
            <a:r>
              <a:rPr lang="pt-PT" dirty="0" err="1"/>
              <a:t>idUser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AS T ON </a:t>
            </a:r>
            <a:r>
              <a:rPr lang="pt-PT" dirty="0" err="1"/>
              <a:t>U.idUser</a:t>
            </a:r>
            <a:r>
              <a:rPr lang="pt-PT" dirty="0"/>
              <a:t>=</a:t>
            </a:r>
            <a:r>
              <a:rPr lang="pt-PT" dirty="0" err="1"/>
              <a:t>T.idUser</a:t>
            </a:r>
            <a:endParaRPr dirty="0"/>
          </a:p>
          <a:p>
            <a:pPr marL="0" lvl="0" indent="0" algn="l" rtl="0">
              <a:spcBef>
                <a:spcPts val="0"/>
              </a:spcBef>
              <a:spcAft>
                <a:spcPts val="0"/>
              </a:spcAft>
              <a:buNone/>
            </a:pPr>
            <a:r>
              <a:rPr lang="pt-PT" dirty="0"/>
              <a:t>                WHERE </a:t>
            </a:r>
            <a:r>
              <a:rPr lang="pt-PT" dirty="0" err="1"/>
              <a:t>views</a:t>
            </a:r>
            <a:r>
              <a:rPr lang="pt-PT" dirty="0"/>
              <a:t> &lt; maxViews1</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            GROUP BY </a:t>
            </a:r>
            <a:r>
              <a:rPr lang="pt-PT" dirty="0" err="1"/>
              <a:t>idUser</a:t>
            </a:r>
            <a:endParaRPr dirty="0"/>
          </a:p>
          <a:p>
            <a:pPr marL="0" lvl="0" indent="0" algn="l" rtl="0">
              <a:spcBef>
                <a:spcPts val="0"/>
              </a:spcBef>
              <a:spcAft>
                <a:spcPts val="0"/>
              </a:spcAft>
              <a:buNone/>
            </a:pPr>
            <a:r>
              <a:rPr lang="pt-PT" dirty="0"/>
              <a:t>        )</a:t>
            </a:r>
            <a:endParaRPr dirty="0"/>
          </a:p>
          <a:p>
            <a:pPr marL="0" lvl="0" indent="0" algn="l" rtl="0">
              <a:spcBef>
                <a:spcPts val="0"/>
              </a:spcBef>
              <a:spcAft>
                <a:spcPts val="0"/>
              </a:spcAft>
              <a:buNone/>
            </a:pPr>
            <a:r>
              <a:rPr lang="pt-PT" dirty="0"/>
              <a:t>)</a:t>
            </a:r>
            <a:endParaRPr dirty="0"/>
          </a:p>
          <a:p>
            <a:pPr marL="0" lvl="0" indent="0" algn="l" rtl="0">
              <a:spcBef>
                <a:spcPts val="0"/>
              </a:spcBef>
              <a:spcAft>
                <a:spcPts val="0"/>
              </a:spcAft>
              <a:buNone/>
            </a:pPr>
            <a:r>
              <a:rPr lang="pt-PT" dirty="0"/>
              <a:t>ORDER BY </a:t>
            </a:r>
            <a:r>
              <a:rPr lang="pt-PT" dirty="0" err="1"/>
              <a:t>idUser</a:t>
            </a:r>
            <a:r>
              <a:rPr lang="pt-PT" dirty="0"/>
              <a:t> ASC, </a:t>
            </a:r>
            <a:r>
              <a:rPr lang="pt-PT" dirty="0" err="1"/>
              <a:t>pos</a:t>
            </a:r>
            <a:r>
              <a:rPr lang="pt-PT" dirty="0"/>
              <a:t> ASC;</a:t>
            </a:r>
            <a:endParaRPr dirty="0"/>
          </a:p>
          <a:p>
            <a:pPr marL="0" lvl="0" indent="0" algn="l" rtl="0">
              <a:spcBef>
                <a:spcPts val="0"/>
              </a:spcBef>
              <a:spcAft>
                <a:spcPts val="0"/>
              </a:spcAft>
              <a:buNone/>
            </a:pPr>
            <a:endParaRPr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8c23895e39_1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1" name="Google Shape;1121;g8c23895e39_1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a:t>
            </a:r>
            <a:endParaRPr/>
          </a:p>
          <a:p>
            <a:pPr marL="0" lvl="0" indent="0" algn="l" rtl="0">
              <a:spcBef>
                <a:spcPts val="0"/>
              </a:spcBef>
              <a:spcAft>
                <a:spcPts val="0"/>
              </a:spcAft>
              <a:buNone/>
            </a:pPr>
            <a:r>
              <a:rPr lang="pt-PT"/>
              <a:t>A database index is a data structure that improves the speed of data retrieval operations on a database table at the cost of additional writes.</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8c23895e39_1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8c23895e39_1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 </a:t>
            </a:r>
            <a:endParaRPr/>
          </a:p>
          <a:p>
            <a:pPr marL="0" lvl="0" indent="0" algn="l" rtl="0">
              <a:spcBef>
                <a:spcPts val="0"/>
              </a:spcBef>
              <a:spcAft>
                <a:spcPts val="0"/>
              </a:spcAft>
              <a:buNone/>
            </a:pPr>
            <a:r>
              <a:rPr lang="pt-PT"/>
              <a:t>Indexes take memory slots which are located on the disk.</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g8c23895e39_17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3" name="Google Shape;1133;g8c23895e39_17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a:t>
            </a:r>
            <a:endParaRPr/>
          </a:p>
          <a:p>
            <a:pPr marL="0" lvl="0" indent="0" algn="l" rtl="0">
              <a:spcBef>
                <a:spcPts val="0"/>
              </a:spcBef>
              <a:spcAft>
                <a:spcPts val="0"/>
              </a:spcAft>
              <a:buNone/>
            </a:pPr>
            <a:r>
              <a:rPr lang="pt-PT"/>
              <a:t>NoSQL was not designed with security as a priority. Most popular NoSQL databases are open source.</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8c23895e39_1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8c23895e39_1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a:t>
            </a:r>
            <a:r>
              <a:rPr lang="pt-PT" dirty="0" err="1"/>
              <a:t>a,b</a:t>
            </a:r>
            <a:r>
              <a:rPr lang="pt-PT" dirty="0"/>
              <a:t>), (</a:t>
            </a:r>
            <a:r>
              <a:rPr lang="pt-PT" dirty="0" err="1"/>
              <a:t>e,d</a:t>
            </a:r>
            <a:r>
              <a:rPr lang="pt-PT" dirty="0"/>
              <a:t>)</a:t>
            </a:r>
            <a:endParaRPr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8c23895e39_17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8c23895e39_17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 (guru99.com)</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8c23895e39_17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4" name="Google Shape;1154;g8c23895e39_17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a:t>
            </a:r>
            <a:endParaRPr/>
          </a:p>
          <a:p>
            <a:pPr marL="0" lvl="0" indent="0" algn="l" rtl="0">
              <a:spcBef>
                <a:spcPts val="0"/>
              </a:spcBef>
              <a:spcAft>
                <a:spcPts val="0"/>
              </a:spcAft>
              <a:buNone/>
            </a:pPr>
            <a:r>
              <a:rPr lang="pt-PT"/>
              <a:t>NoSQL lacks a schema, and permissions on a table, column or row can't be segregated.</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8c23895e39_17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0" name="Google Shape;1160;g8c23895e39_17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a:t>
            </a:r>
            <a:endParaRPr/>
          </a:p>
          <a:p>
            <a:pPr marL="0" lvl="0" indent="0" algn="l" rtl="0">
              <a:spcBef>
                <a:spcPts val="0"/>
              </a:spcBef>
              <a:spcAft>
                <a:spcPts val="0"/>
              </a:spcAft>
              <a:buNone/>
            </a:pPr>
            <a:r>
              <a:rPr lang="pt-PT"/>
              <a:t>Contrary to the name, the approach to data management does support SQL elements.</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g8c23895e39_17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6" name="Google Shape;1166;g8c23895e39_17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3</a:t>
            </a:r>
            <a:endParaRPr/>
          </a:p>
          <a:p>
            <a:pPr marL="0" lvl="0" indent="0" algn="l" rtl="0">
              <a:spcBef>
                <a:spcPts val="0"/>
              </a:spcBef>
              <a:spcAft>
                <a:spcPts val="0"/>
              </a:spcAft>
              <a:buNone/>
            </a:pPr>
            <a:r>
              <a:rPr lang="pt-PT"/>
              <a:t>Information stored in a NoSQL database offers faster access to data than traditional RDBMS.</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g8c23895e39_17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2" name="Google Shape;1172;g8c23895e39_17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a:t>
            </a:r>
            <a:endParaRPr/>
          </a:p>
          <a:p>
            <a:pPr marL="0" lvl="0" indent="0" algn="l" rtl="0">
              <a:spcBef>
                <a:spcPts val="0"/>
              </a:spcBef>
              <a:spcAft>
                <a:spcPts val="0"/>
              </a:spcAft>
              <a:buNone/>
            </a:pPr>
            <a:r>
              <a:rPr lang="pt-PT"/>
              <a:t>NoSQL databases are open source, distributed databases. SQL databases, on the other hand, are relational.</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g8c23895e39_17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8" name="Google Shape;1178;g8c23895e39_17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a:t>
            </a:r>
            <a:endParaRPr/>
          </a:p>
          <a:p>
            <a:pPr marL="0" lvl="0" indent="0" algn="l" rtl="0">
              <a:spcBef>
                <a:spcPts val="0"/>
              </a:spcBef>
              <a:spcAft>
                <a:spcPts val="0"/>
              </a:spcAft>
              <a:buNone/>
            </a:pPr>
            <a:r>
              <a:rPr lang="pt-PT"/>
              <a:t>In most cases, SQL databases are</a:t>
            </a:r>
            <a:r>
              <a:rPr lang="pt-PT">
                <a:uFill>
                  <a:noFill/>
                </a:uFill>
                <a:hlinkClick r:id="rId3"/>
              </a:rPr>
              <a:t> </a:t>
            </a:r>
            <a:r>
              <a:rPr lang="pt-PT" u="sng">
                <a:solidFill>
                  <a:schemeClr val="hlink"/>
                </a:solidFill>
                <a:hlinkClick r:id="rId3"/>
              </a:rPr>
              <a:t>vertically scalable</a:t>
            </a:r>
            <a:r>
              <a:rPr lang="pt-PT"/>
              <a:t>, whereas NoSQL databases scale horizontally.</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g8c23895e39_17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4" name="Google Shape;1184;g8c23895e39_17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2</a:t>
            </a:r>
            <a:endParaRPr/>
          </a:p>
          <a:p>
            <a:pPr marL="0" lvl="0" indent="0" algn="l" rtl="0">
              <a:spcBef>
                <a:spcPts val="0"/>
              </a:spcBef>
              <a:spcAft>
                <a:spcPts val="0"/>
              </a:spcAft>
              <a:buNone/>
            </a:pPr>
            <a:r>
              <a:rPr lang="pt-PT"/>
              <a:t>There are several scenarios where using a SQL database makes sense. One such situation includes needing a database that is</a:t>
            </a:r>
            <a:r>
              <a:rPr lang="pt-PT">
                <a:uFill>
                  <a:noFill/>
                </a:uFill>
                <a:hlinkClick r:id="rId3"/>
              </a:rPr>
              <a:t> </a:t>
            </a:r>
            <a:r>
              <a:rPr lang="pt-PT" u="sng">
                <a:solidFill>
                  <a:schemeClr val="hlink"/>
                </a:solidFill>
                <a:hlinkClick r:id="rId3"/>
              </a:rPr>
              <a:t>ACID-complaint</a:t>
            </a:r>
            <a:r>
              <a:rPr lang="pt-PT"/>
              <a:t>, which can help ensure smooth transaction completion.</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g8c23895e39_17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0" name="Google Shape;1190;g8c23895e39_17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Option 4</a:t>
            </a:r>
            <a:endParaRPr/>
          </a:p>
          <a:p>
            <a:pPr marL="0" lvl="0" indent="0" algn="l" rtl="0">
              <a:spcBef>
                <a:spcPts val="0"/>
              </a:spcBef>
              <a:spcAft>
                <a:spcPts val="0"/>
              </a:spcAft>
              <a:buNone/>
            </a:pPr>
            <a:r>
              <a:rPr lang="pt-PT"/>
              <a:t>NoSQL architectures include document database, graph databases, key-value databases and wide-column stores.</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g8c23895e39_17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6" name="Google Shape;1196;g8c23895e39_17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(sqlbolt.com)</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g8c23895e39_17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3" name="Google Shape;1203;g8c23895e39_17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(sqlbolt.com)</a:t>
            </a:r>
            <a:endParaRPr/>
          </a:p>
          <a:p>
            <a:pPr marL="0" lvl="0" indent="0" algn="l" rtl="0">
              <a:spcBef>
                <a:spcPts val="0"/>
              </a:spcBef>
              <a:spcAft>
                <a:spcPts val="0"/>
              </a:spcAft>
              <a:buNone/>
            </a:pPr>
            <a:r>
              <a:rPr lang="pt-PT"/>
              <a:t>SELECT *</a:t>
            </a:r>
            <a:endParaRPr/>
          </a:p>
          <a:p>
            <a:pPr marL="0" lvl="0" indent="0" algn="l" rtl="0">
              <a:spcBef>
                <a:spcPts val="0"/>
              </a:spcBef>
              <a:spcAft>
                <a:spcPts val="0"/>
              </a:spcAft>
              <a:buNone/>
            </a:pPr>
            <a:r>
              <a:rPr lang="pt-PT"/>
              <a:t>FROM movies</a:t>
            </a:r>
            <a:endParaRPr/>
          </a:p>
          <a:p>
            <a:pPr marL="0" lvl="0" indent="0" algn="l" rtl="0">
              <a:spcBef>
                <a:spcPts val="0"/>
              </a:spcBef>
              <a:spcAft>
                <a:spcPts val="0"/>
              </a:spcAft>
              <a:buNone/>
            </a:pPr>
            <a:r>
              <a:rPr lang="pt-PT"/>
              <a:t>WHERE Title LIKE "%Toy Story%";</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g8c23895e39_17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8" name="Google Shape;1208;g8c23895e39_17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(sqlbolt.com)</a:t>
            </a:r>
            <a:endParaRPr/>
          </a:p>
          <a:p>
            <a:pPr marL="0" lvl="0" indent="0" algn="l" rtl="0">
              <a:spcBef>
                <a:spcPts val="0"/>
              </a:spcBef>
              <a:spcAft>
                <a:spcPts val="0"/>
              </a:spcAft>
              <a:buNone/>
            </a:pPr>
            <a:r>
              <a:rPr lang="pt-PT"/>
              <a:t>SELECT *</a:t>
            </a:r>
            <a:endParaRPr/>
          </a:p>
          <a:p>
            <a:pPr marL="0" lvl="0" indent="0" algn="l" rtl="0">
              <a:spcBef>
                <a:spcPts val="0"/>
              </a:spcBef>
              <a:spcAft>
                <a:spcPts val="0"/>
              </a:spcAft>
              <a:buNone/>
            </a:pPr>
            <a:r>
              <a:rPr lang="pt-PT"/>
              <a:t>FROM movies</a:t>
            </a:r>
            <a:endParaRPr/>
          </a:p>
          <a:p>
            <a:pPr marL="0" lvl="0" indent="0" algn="l" rtl="0">
              <a:spcBef>
                <a:spcPts val="0"/>
              </a:spcBef>
              <a:spcAft>
                <a:spcPts val="0"/>
              </a:spcAft>
              <a:buNone/>
            </a:pPr>
            <a:r>
              <a:rPr lang="pt-PT"/>
              <a:t>ORDER BY Year DESC</a:t>
            </a:r>
            <a:endParaRPr/>
          </a:p>
          <a:p>
            <a:pPr marL="0" lvl="0" indent="0" algn="l" rtl="0">
              <a:spcBef>
                <a:spcPts val="0"/>
              </a:spcBef>
              <a:spcAft>
                <a:spcPts val="0"/>
              </a:spcAft>
              <a:buNone/>
            </a:pPr>
            <a:r>
              <a:rPr lang="pt-PT"/>
              <a:t>LIMIT 4;</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8c23895e39_17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8c23895e39_17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(sqlbolt.com)</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g8c23895e39_17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2" name="Google Shape;1222;g8c23895e39_17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(sqlbolt.com)</a:t>
            </a:r>
            <a:endParaRPr/>
          </a:p>
          <a:p>
            <a:pPr marL="0" lvl="0" indent="0" algn="l" rtl="0">
              <a:spcBef>
                <a:spcPts val="0"/>
              </a:spcBef>
              <a:spcAft>
                <a:spcPts val="0"/>
              </a:spcAft>
              <a:buNone/>
            </a:pPr>
            <a:r>
              <a:rPr lang="pt-PT"/>
              <a:t>SELECT *</a:t>
            </a:r>
            <a:endParaRPr/>
          </a:p>
          <a:p>
            <a:pPr marL="0" lvl="0" indent="0" algn="l" rtl="0">
              <a:spcBef>
                <a:spcPts val="0"/>
              </a:spcBef>
              <a:spcAft>
                <a:spcPts val="0"/>
              </a:spcAft>
              <a:buNone/>
            </a:pPr>
            <a:r>
              <a:rPr lang="pt-PT"/>
              <a:t>FROM movies NATURAL JOIN boxoffice</a:t>
            </a:r>
            <a:endParaRPr/>
          </a:p>
          <a:p>
            <a:pPr marL="0" lvl="0" indent="0" algn="l" rtl="0">
              <a:spcBef>
                <a:spcPts val="0"/>
              </a:spcBef>
              <a:spcAft>
                <a:spcPts val="0"/>
              </a:spcAft>
              <a:buNone/>
            </a:pPr>
            <a:r>
              <a:rPr lang="pt-PT"/>
              <a:t>WHERE ID = MOVIE_ID</a:t>
            </a:r>
            <a:endParaRPr/>
          </a:p>
          <a:p>
            <a:pPr marL="0" lvl="0" indent="0" algn="l" rtl="0">
              <a:spcBef>
                <a:spcPts val="0"/>
              </a:spcBef>
              <a:spcAft>
                <a:spcPts val="0"/>
              </a:spcAft>
              <a:buNone/>
            </a:pPr>
            <a:r>
              <a:rPr lang="pt-PT"/>
              <a:t>ORDER BY rating DESC;</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1600"/>
              </a:spcBef>
              <a:spcAft>
                <a:spcPts val="0"/>
              </a:spcAft>
              <a:buClr>
                <a:schemeClr val="dk1"/>
              </a:buClr>
              <a:buSzPts val="1400"/>
              <a:buChar char="○"/>
              <a:defRPr>
                <a:solidFill>
                  <a:schemeClr val="dk1"/>
                </a:solidFill>
              </a:defRPr>
            </a:lvl2pPr>
            <a:lvl3pPr marL="1371600" lvl="2" indent="-317500">
              <a:spcBef>
                <a:spcPts val="1600"/>
              </a:spcBef>
              <a:spcAft>
                <a:spcPts val="0"/>
              </a:spcAft>
              <a:buClr>
                <a:schemeClr val="dk1"/>
              </a:buClr>
              <a:buSzPts val="1400"/>
              <a:buChar char="■"/>
              <a:defRPr>
                <a:solidFill>
                  <a:schemeClr val="dk1"/>
                </a:solidFill>
              </a:defRPr>
            </a:lvl3pPr>
            <a:lvl4pPr marL="1828800" lvl="3" indent="-317500">
              <a:spcBef>
                <a:spcPts val="1600"/>
              </a:spcBef>
              <a:spcAft>
                <a:spcPts val="0"/>
              </a:spcAft>
              <a:buClr>
                <a:schemeClr val="dk1"/>
              </a:buClr>
              <a:buSzPts val="1400"/>
              <a:buChar char="●"/>
              <a:defRPr>
                <a:solidFill>
                  <a:schemeClr val="dk1"/>
                </a:solidFill>
              </a:defRPr>
            </a:lvl4pPr>
            <a:lvl5pPr marL="2286000" lvl="4" indent="-317500">
              <a:spcBef>
                <a:spcPts val="1600"/>
              </a:spcBef>
              <a:spcAft>
                <a:spcPts val="0"/>
              </a:spcAft>
              <a:buClr>
                <a:schemeClr val="dk1"/>
              </a:buClr>
              <a:buSzPts val="1400"/>
              <a:buChar char="○"/>
              <a:defRPr>
                <a:solidFill>
                  <a:schemeClr val="dk1"/>
                </a:solidFill>
              </a:defRPr>
            </a:lvl5pPr>
            <a:lvl6pPr marL="2743200" lvl="5" indent="-317500">
              <a:spcBef>
                <a:spcPts val="1600"/>
              </a:spcBef>
              <a:spcAft>
                <a:spcPts val="0"/>
              </a:spcAft>
              <a:buClr>
                <a:schemeClr val="dk1"/>
              </a:buClr>
              <a:buSzPts val="1400"/>
              <a:buChar char="■"/>
              <a:defRPr>
                <a:solidFill>
                  <a:schemeClr val="dk1"/>
                </a:solidFill>
              </a:defRPr>
            </a:lvl6pPr>
            <a:lvl7pPr marL="3200400" lvl="6" indent="-317500">
              <a:spcBef>
                <a:spcPts val="1600"/>
              </a:spcBef>
              <a:spcAft>
                <a:spcPts val="0"/>
              </a:spcAft>
              <a:buClr>
                <a:schemeClr val="dk1"/>
              </a:buClr>
              <a:buSzPts val="1400"/>
              <a:buChar char="●"/>
              <a:defRPr>
                <a:solidFill>
                  <a:schemeClr val="dk1"/>
                </a:solidFill>
              </a:defRPr>
            </a:lvl7pPr>
            <a:lvl8pPr marL="3657600" lvl="7" indent="-317500">
              <a:spcBef>
                <a:spcPts val="1600"/>
              </a:spcBef>
              <a:spcAft>
                <a:spcPts val="0"/>
              </a:spcAft>
              <a:buClr>
                <a:schemeClr val="dk1"/>
              </a:buClr>
              <a:buSzPts val="1400"/>
              <a:buChar char="○"/>
              <a:defRPr>
                <a:solidFill>
                  <a:schemeClr val="dk1"/>
                </a:solidFill>
              </a:defRPr>
            </a:lvl8pPr>
            <a:lvl9pPr marL="4114800" lvl="8" indent="-317500">
              <a:spcBef>
                <a:spcPts val="1600"/>
              </a:spcBef>
              <a:spcAft>
                <a:spcPts val="160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1600"/>
              </a:spcBef>
              <a:spcAft>
                <a:spcPts val="0"/>
              </a:spcAft>
              <a:buClr>
                <a:schemeClr val="lt2"/>
              </a:buClr>
              <a:buSzPts val="1400"/>
              <a:buChar char="○"/>
              <a:defRPr>
                <a:solidFill>
                  <a:schemeClr val="lt2"/>
                </a:solidFill>
              </a:defRPr>
            </a:lvl2pPr>
            <a:lvl3pPr marL="1371600" lvl="2" indent="-317500">
              <a:lnSpc>
                <a:spcPct val="115000"/>
              </a:lnSpc>
              <a:spcBef>
                <a:spcPts val="1600"/>
              </a:spcBef>
              <a:spcAft>
                <a:spcPts val="0"/>
              </a:spcAft>
              <a:buClr>
                <a:schemeClr val="lt2"/>
              </a:buClr>
              <a:buSzPts val="1400"/>
              <a:buChar char="■"/>
              <a:defRPr>
                <a:solidFill>
                  <a:schemeClr val="lt2"/>
                </a:solidFill>
              </a:defRPr>
            </a:lvl3pPr>
            <a:lvl4pPr marL="1828800" lvl="3" indent="-317500">
              <a:lnSpc>
                <a:spcPct val="115000"/>
              </a:lnSpc>
              <a:spcBef>
                <a:spcPts val="1600"/>
              </a:spcBef>
              <a:spcAft>
                <a:spcPts val="0"/>
              </a:spcAft>
              <a:buClr>
                <a:schemeClr val="lt2"/>
              </a:buClr>
              <a:buSzPts val="1400"/>
              <a:buChar char="●"/>
              <a:defRPr>
                <a:solidFill>
                  <a:schemeClr val="lt2"/>
                </a:solidFill>
              </a:defRPr>
            </a:lvl4pPr>
            <a:lvl5pPr marL="2286000" lvl="4" indent="-317500">
              <a:lnSpc>
                <a:spcPct val="115000"/>
              </a:lnSpc>
              <a:spcBef>
                <a:spcPts val="1600"/>
              </a:spcBef>
              <a:spcAft>
                <a:spcPts val="0"/>
              </a:spcAft>
              <a:buClr>
                <a:schemeClr val="lt2"/>
              </a:buClr>
              <a:buSzPts val="1400"/>
              <a:buChar char="○"/>
              <a:defRPr>
                <a:solidFill>
                  <a:schemeClr val="lt2"/>
                </a:solidFill>
              </a:defRPr>
            </a:lvl5pPr>
            <a:lvl6pPr marL="2743200" lvl="5" indent="-317500">
              <a:lnSpc>
                <a:spcPct val="115000"/>
              </a:lnSpc>
              <a:spcBef>
                <a:spcPts val="1600"/>
              </a:spcBef>
              <a:spcAft>
                <a:spcPts val="0"/>
              </a:spcAft>
              <a:buClr>
                <a:schemeClr val="lt2"/>
              </a:buClr>
              <a:buSzPts val="1400"/>
              <a:buChar char="■"/>
              <a:defRPr>
                <a:solidFill>
                  <a:schemeClr val="lt2"/>
                </a:solidFill>
              </a:defRPr>
            </a:lvl6pPr>
            <a:lvl7pPr marL="3200400" lvl="6" indent="-317500">
              <a:lnSpc>
                <a:spcPct val="115000"/>
              </a:lnSpc>
              <a:spcBef>
                <a:spcPts val="1600"/>
              </a:spcBef>
              <a:spcAft>
                <a:spcPts val="0"/>
              </a:spcAft>
              <a:buClr>
                <a:schemeClr val="lt2"/>
              </a:buClr>
              <a:buSzPts val="1400"/>
              <a:buChar char="●"/>
              <a:defRPr>
                <a:solidFill>
                  <a:schemeClr val="lt2"/>
                </a:solidFill>
              </a:defRPr>
            </a:lvl7pPr>
            <a:lvl8pPr marL="3657600" lvl="7" indent="-317500">
              <a:lnSpc>
                <a:spcPct val="115000"/>
              </a:lnSpc>
              <a:spcBef>
                <a:spcPts val="1600"/>
              </a:spcBef>
              <a:spcAft>
                <a:spcPts val="0"/>
              </a:spcAft>
              <a:buClr>
                <a:schemeClr val="lt2"/>
              </a:buClr>
              <a:buSzPts val="1400"/>
              <a:buChar char="○"/>
              <a:defRPr>
                <a:solidFill>
                  <a:schemeClr val="lt2"/>
                </a:solidFill>
              </a:defRPr>
            </a:lvl8pPr>
            <a:lvl9pPr marL="4114800" lvl="8" indent="-317500">
              <a:lnSpc>
                <a:spcPct val="115000"/>
              </a:lnSpc>
              <a:spcBef>
                <a:spcPts val="1600"/>
              </a:spcBef>
              <a:spcAft>
                <a:spcPts val="160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pt-PT"/>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easy.way.out.eic.feup@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engenharia-informatica-FEUP"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9.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7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7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4.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5.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7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8.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9.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8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2.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8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8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7.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8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3.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9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2.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11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7.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0.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1317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PT" dirty="0"/>
              <a:t>PREPARAÇÃO EXAME</a:t>
            </a:r>
            <a:endParaRPr dirty="0"/>
          </a:p>
        </p:txBody>
      </p:sp>
      <p:sp>
        <p:nvSpPr>
          <p:cNvPr id="55" name="Google Shape;55;p13"/>
          <p:cNvSpPr txBox="1">
            <a:spLocks noGrp="1"/>
          </p:cNvSpPr>
          <p:nvPr>
            <p:ph type="subTitle" idx="1"/>
          </p:nvPr>
        </p:nvSpPr>
        <p:spPr>
          <a:xfrm>
            <a:off x="75875" y="2112925"/>
            <a:ext cx="8928900" cy="69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pt-PT" dirty="0"/>
              <a:t>Perguntas dos </a:t>
            </a:r>
            <a:r>
              <a:rPr lang="pt-PT" dirty="0" err="1"/>
              <a:t>Kahoot</a:t>
            </a:r>
            <a:r>
              <a:rPr lang="pt-PT" dirty="0"/>
              <a:t>! e outras</a:t>
            </a:r>
            <a:endParaRPr dirty="0"/>
          </a:p>
        </p:txBody>
      </p:sp>
      <p:sp>
        <p:nvSpPr>
          <p:cNvPr id="56" name="Google Shape;56;p13"/>
          <p:cNvSpPr txBox="1"/>
          <p:nvPr/>
        </p:nvSpPr>
        <p:spPr>
          <a:xfrm>
            <a:off x="203200" y="2865600"/>
            <a:ext cx="8629100" cy="1985589"/>
          </a:xfrm>
          <a:prstGeom prst="rect">
            <a:avLst/>
          </a:prstGeom>
          <a:noFill/>
          <a:ln>
            <a:noFill/>
          </a:ln>
        </p:spPr>
        <p:txBody>
          <a:bodyPr spcFirstLastPara="1" wrap="square" lIns="91425" tIns="91425" rIns="91425" bIns="91425" anchor="t" anchorCtr="0">
            <a:noAutofit/>
          </a:bodyPr>
          <a:lstStyle/>
          <a:p>
            <a:pPr marL="425450" lvl="0" indent="-285750" algn="just" rtl="0">
              <a:spcBef>
                <a:spcPts val="0"/>
              </a:spcBef>
              <a:spcAft>
                <a:spcPts val="0"/>
              </a:spcAft>
              <a:buClr>
                <a:srgbClr val="999999"/>
              </a:buClr>
              <a:buSzPts val="1400"/>
              <a:buFont typeface="Arial" panose="020B0604020202020204" pitchFamily="34" charset="0"/>
              <a:buChar char="•"/>
            </a:pPr>
            <a:r>
              <a:rPr lang="pt-PT" dirty="0">
                <a:solidFill>
                  <a:srgbClr val="999999"/>
                </a:solidFill>
              </a:rPr>
              <a:t>Soluções na zona dos comentários (em baixo).</a:t>
            </a:r>
            <a:endParaRPr dirty="0">
              <a:solidFill>
                <a:srgbClr val="999999"/>
              </a:solidFill>
            </a:endParaRPr>
          </a:p>
          <a:p>
            <a:pPr marL="425450" lvl="0" indent="-285750" algn="just" rtl="0">
              <a:spcBef>
                <a:spcPts val="0"/>
              </a:spcBef>
              <a:spcAft>
                <a:spcPts val="0"/>
              </a:spcAft>
              <a:buClr>
                <a:srgbClr val="999999"/>
              </a:buClr>
              <a:buSzPts val="1400"/>
              <a:buFont typeface="Arial" panose="020B0604020202020204" pitchFamily="34" charset="0"/>
              <a:buChar char="•"/>
            </a:pPr>
            <a:r>
              <a:rPr lang="pt-PT" dirty="0">
                <a:solidFill>
                  <a:srgbClr val="999999"/>
                </a:solidFill>
              </a:rPr>
              <a:t>Todas as perguntas estão misturadas e não há nenhuma ordem específica.</a:t>
            </a:r>
            <a:endParaRPr dirty="0">
              <a:solidFill>
                <a:srgbClr val="999999"/>
              </a:solidFill>
            </a:endParaRPr>
          </a:p>
          <a:p>
            <a:pPr marL="425450" lvl="0" indent="-285750" algn="just" rtl="0">
              <a:spcBef>
                <a:spcPts val="0"/>
              </a:spcBef>
              <a:spcAft>
                <a:spcPts val="0"/>
              </a:spcAft>
              <a:buClr>
                <a:srgbClr val="999999"/>
              </a:buClr>
              <a:buSzPts val="1400"/>
              <a:buFont typeface="Arial" panose="020B0604020202020204" pitchFamily="34" charset="0"/>
              <a:buChar char="•"/>
            </a:pPr>
            <a:r>
              <a:rPr lang="pt-PT" dirty="0">
                <a:solidFill>
                  <a:srgbClr val="999999"/>
                </a:solidFill>
              </a:rPr>
              <a:t>Se alguma pergunta tiver matéria que não foi dada, se encontrares algum erro ou se tiveres alguma sugestão de solução/resolução, envia um mail para </a:t>
            </a:r>
            <a:r>
              <a:rPr lang="pt-PT" b="0" i="0" u="sng" dirty="0">
                <a:effectLst/>
                <a:latin typeface="+mj-lt"/>
                <a:hlinkClick r:id="rId3"/>
              </a:rPr>
              <a:t>easy.way.out.eic.feup@gmail.com</a:t>
            </a:r>
            <a:r>
              <a:rPr lang="pt-PT" b="0" i="0" u="sng" dirty="0">
                <a:effectLst/>
                <a:latin typeface="+mj-lt"/>
              </a:rPr>
              <a:t> </a:t>
            </a:r>
            <a:r>
              <a:rPr lang="pt-PT" dirty="0">
                <a:solidFill>
                  <a:srgbClr val="999999"/>
                </a:solidFill>
                <a:latin typeface="+mj-lt"/>
              </a:rPr>
              <a:t>ou cria um </a:t>
            </a:r>
            <a:r>
              <a:rPr lang="pt-PT" i="1" dirty="0">
                <a:solidFill>
                  <a:srgbClr val="999999"/>
                </a:solidFill>
                <a:latin typeface="+mj-lt"/>
              </a:rPr>
              <a:t>issue </a:t>
            </a:r>
            <a:r>
              <a:rPr lang="pt-PT" dirty="0">
                <a:solidFill>
                  <a:srgbClr val="999999"/>
                </a:solidFill>
                <a:latin typeface="+mj-lt"/>
              </a:rPr>
              <a:t>no repositório </a:t>
            </a:r>
            <a:r>
              <a:rPr lang="pt-PT" u="sng" dirty="0">
                <a:solidFill>
                  <a:schemeClr val="hlink"/>
                </a:solidFill>
                <a:latin typeface="+mj-lt"/>
                <a:hlinkClick r:id="rId4"/>
              </a:rPr>
              <a:t>https://github.com/engenharia-informatica-FEUP</a:t>
            </a:r>
            <a:endParaRPr lang="pt-PT" u="sng" dirty="0">
              <a:solidFill>
                <a:schemeClr val="hlink"/>
              </a:solidFill>
              <a:latin typeface="+mj-lt"/>
            </a:endParaRPr>
          </a:p>
          <a:p>
            <a:pPr marL="139700" lvl="0" algn="just" rtl="0">
              <a:spcBef>
                <a:spcPts val="0"/>
              </a:spcBef>
              <a:spcAft>
                <a:spcPts val="0"/>
              </a:spcAft>
              <a:buClr>
                <a:srgbClr val="999999"/>
              </a:buClr>
              <a:buSzPts val="1400"/>
            </a:pPr>
            <a:endParaRPr lang="pt-PT" u="sng" dirty="0">
              <a:solidFill>
                <a:schemeClr val="hlink"/>
              </a:solidFill>
            </a:endParaRPr>
          </a:p>
          <a:p>
            <a:pPr marL="425450" lvl="0" indent="-285750" algn="just" rtl="0">
              <a:spcBef>
                <a:spcPts val="0"/>
              </a:spcBef>
              <a:spcAft>
                <a:spcPts val="0"/>
              </a:spcAft>
              <a:buClr>
                <a:srgbClr val="999999"/>
              </a:buClr>
              <a:buSzPts val="1400"/>
              <a:buFont typeface="Arial" panose="020B0604020202020204" pitchFamily="34" charset="0"/>
              <a:buChar char="•"/>
            </a:pPr>
            <a:r>
              <a:rPr lang="pt-PT" b="1" dirty="0">
                <a:solidFill>
                  <a:srgbClr val="999999"/>
                </a:solidFill>
              </a:rPr>
              <a:t>Sugestão</a:t>
            </a:r>
            <a:r>
              <a:rPr lang="pt-PT" dirty="0">
                <a:solidFill>
                  <a:srgbClr val="999999"/>
                </a:solidFill>
              </a:rPr>
              <a:t>: responder às perguntas em modo apresentação, apontar as repostas e verificar se estão corretas no fim.</a:t>
            </a:r>
            <a:endParaRPr dirty="0">
              <a:solidFill>
                <a:srgbClr val="9999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265723"/>
            <a:ext cx="8520600" cy="158652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dirty="0">
                <a:solidFill>
                  <a:schemeClr val="tx1"/>
                </a:solidFill>
              </a:rPr>
              <a:t>2. </a:t>
            </a:r>
            <a:br>
              <a:rPr lang="pt-PT" sz="2400" dirty="0">
                <a:solidFill>
                  <a:schemeClr val="tx1"/>
                </a:solidFill>
              </a:rPr>
            </a:br>
            <a:br>
              <a:rPr lang="pt-PT" sz="2400" dirty="0">
                <a:solidFill>
                  <a:schemeClr val="tx1"/>
                </a:solidFill>
              </a:rPr>
            </a:br>
            <a:r>
              <a:rPr lang="en-US" sz="2400" i="0" dirty="0">
                <a:solidFill>
                  <a:schemeClr val="tx1"/>
                </a:solidFill>
                <a:effectLst/>
                <a:latin typeface="Arial" panose="020B0604020202020204" pitchFamily="34" charset="0"/>
              </a:rPr>
              <a:t>Which of the following query would display the distinct </a:t>
            </a:r>
            <a:r>
              <a:rPr lang="en-US" sz="2400" i="0" dirty="0" err="1">
                <a:solidFill>
                  <a:schemeClr val="tx1"/>
                </a:solidFill>
                <a:effectLst/>
                <a:latin typeface="Arial" panose="020B0604020202020204" pitchFamily="34" charset="0"/>
              </a:rPr>
              <a:t>honours</a:t>
            </a:r>
            <a:r>
              <a:rPr lang="en-US" sz="2400" i="0" dirty="0">
                <a:solidFill>
                  <a:schemeClr val="tx1"/>
                </a:solidFill>
                <a:effectLst/>
                <a:latin typeface="Arial" panose="020B0604020202020204" pitchFamily="34" charset="0"/>
              </a:rPr>
              <a:t> subjects in the STUDENTS table?</a:t>
            </a:r>
            <a:endParaRPr sz="2400" dirty="0">
              <a:solidFill>
                <a:schemeClr val="tx1"/>
              </a:solidFill>
            </a:endParaRPr>
          </a:p>
          <a:p>
            <a:pPr marL="0" lvl="0" indent="0" algn="l" rtl="0">
              <a:spcBef>
                <a:spcPts val="0"/>
              </a:spcBef>
              <a:spcAft>
                <a:spcPts val="0"/>
              </a:spcAft>
              <a:buNone/>
            </a:pPr>
            <a:endParaRPr dirty="0"/>
          </a:p>
        </p:txBody>
      </p:sp>
      <p:sp>
        <p:nvSpPr>
          <p:cNvPr id="80" name="Google Shape;80;p17"/>
          <p:cNvSpPr txBox="1">
            <a:spLocks noGrp="1"/>
          </p:cNvSpPr>
          <p:nvPr>
            <p:ph type="body" idx="1"/>
          </p:nvPr>
        </p:nvSpPr>
        <p:spPr>
          <a:xfrm>
            <a:off x="311700" y="1996005"/>
            <a:ext cx="8520600" cy="2590500"/>
          </a:xfrm>
          <a:prstGeom prst="rect">
            <a:avLst/>
          </a:prstGeom>
        </p:spPr>
        <p:txBody>
          <a:bodyPr spcFirstLastPara="1" wrap="square" lIns="91425" tIns="91425" rIns="91425" bIns="91425" anchor="t" anchorCtr="0">
            <a:noAutofit/>
          </a:bodyPr>
          <a:lstStyle/>
          <a:p>
            <a:pPr marL="571500" indent="-457200" algn="just">
              <a:buFont typeface="+mj-lt"/>
              <a:buAutoNum type="arabicPeriod"/>
            </a:pPr>
            <a:r>
              <a:rPr lang="en-US" sz="2400" b="0" i="0" u="none" strike="noStrike" dirty="0">
                <a:solidFill>
                  <a:srgbClr val="AAAAAA"/>
                </a:solidFill>
                <a:effectLst/>
                <a:latin typeface="Arial" panose="020B0604020202020204" pitchFamily="34" charset="0"/>
              </a:rPr>
              <a:t>select </a:t>
            </a:r>
            <a:r>
              <a:rPr lang="en-US" sz="2400" b="0" i="0" u="none" strike="noStrike" dirty="0" err="1">
                <a:solidFill>
                  <a:srgbClr val="AAAAAA"/>
                </a:solidFill>
                <a:effectLst/>
                <a:latin typeface="Arial" panose="020B0604020202020204" pitchFamily="34" charset="0"/>
              </a:rPr>
              <a:t>honours_subject</a:t>
            </a:r>
            <a:r>
              <a:rPr lang="en-US" sz="2400" b="0" i="0" u="none" strike="noStrike" dirty="0">
                <a:solidFill>
                  <a:srgbClr val="AAAAAA"/>
                </a:solidFill>
                <a:effectLst/>
                <a:latin typeface="Arial" panose="020B0604020202020204" pitchFamily="34" charset="0"/>
              </a:rPr>
              <a:t> from students;</a:t>
            </a:r>
          </a:p>
          <a:p>
            <a:pPr marL="571500" indent="-457200" algn="just">
              <a:buFont typeface="+mj-lt"/>
              <a:buAutoNum type="arabicPeriod"/>
            </a:pPr>
            <a:r>
              <a:rPr lang="en-US" sz="2400" b="0" i="0" u="none" strike="noStrike" dirty="0">
                <a:solidFill>
                  <a:srgbClr val="AAAAAA"/>
                </a:solidFill>
                <a:effectLst/>
                <a:latin typeface="Arial" panose="020B0604020202020204" pitchFamily="34" charset="0"/>
              </a:rPr>
              <a:t>select distinct </a:t>
            </a:r>
            <a:r>
              <a:rPr lang="en-US" sz="2400" b="0" i="0" u="none" strike="noStrike" dirty="0" err="1">
                <a:solidFill>
                  <a:srgbClr val="AAAAAA"/>
                </a:solidFill>
                <a:effectLst/>
                <a:latin typeface="Arial" panose="020B0604020202020204" pitchFamily="34" charset="0"/>
              </a:rPr>
              <a:t>honours_subject</a:t>
            </a:r>
            <a:r>
              <a:rPr lang="en-US" sz="2400" b="0" i="0" u="none" strike="noStrike" dirty="0">
                <a:solidFill>
                  <a:srgbClr val="AAAAAA"/>
                </a:solidFill>
                <a:effectLst/>
                <a:latin typeface="Arial" panose="020B0604020202020204" pitchFamily="34" charset="0"/>
              </a:rPr>
              <a:t> from students;</a:t>
            </a:r>
            <a:endParaRPr lang="en-US" sz="2400" dirty="0">
              <a:solidFill>
                <a:srgbClr val="AAAAAA"/>
              </a:solidFill>
              <a:latin typeface="Arial" panose="020B0604020202020204" pitchFamily="34" charset="0"/>
            </a:endParaRPr>
          </a:p>
          <a:p>
            <a:pPr marL="571500" indent="-457200" algn="just">
              <a:buFont typeface="+mj-lt"/>
              <a:buAutoNum type="arabicPeriod"/>
            </a:pPr>
            <a:r>
              <a:rPr lang="en-US" sz="2400" b="0" i="0" u="none" strike="noStrike" dirty="0">
                <a:solidFill>
                  <a:srgbClr val="AAAAAA"/>
                </a:solidFill>
                <a:effectLst/>
                <a:latin typeface="Arial" panose="020B0604020202020204" pitchFamily="34" charset="0"/>
              </a:rPr>
              <a:t>select all </a:t>
            </a:r>
            <a:r>
              <a:rPr lang="en-US" sz="2400" b="0" i="0" u="none" strike="noStrike" dirty="0" err="1">
                <a:solidFill>
                  <a:srgbClr val="AAAAAA"/>
                </a:solidFill>
                <a:effectLst/>
                <a:latin typeface="Arial" panose="020B0604020202020204" pitchFamily="34" charset="0"/>
              </a:rPr>
              <a:t>honours_subject</a:t>
            </a:r>
            <a:r>
              <a:rPr lang="en-US" sz="2400" b="0" i="0" u="none" strike="noStrike" dirty="0">
                <a:solidFill>
                  <a:srgbClr val="AAAAAA"/>
                </a:solidFill>
                <a:effectLst/>
                <a:latin typeface="Arial" panose="020B0604020202020204" pitchFamily="34" charset="0"/>
              </a:rPr>
              <a:t> from students;</a:t>
            </a:r>
          </a:p>
          <a:p>
            <a:pPr marL="571500" indent="-457200" algn="just">
              <a:buFont typeface="+mj-lt"/>
              <a:buAutoNum type="arabicPeriod"/>
            </a:pPr>
            <a:r>
              <a:rPr lang="pt-PT" sz="2400" b="0" i="0" u="none" strike="noStrike" dirty="0" err="1">
                <a:solidFill>
                  <a:srgbClr val="AAAAAA"/>
                </a:solidFill>
                <a:effectLst/>
                <a:latin typeface="Arial" panose="020B0604020202020204" pitchFamily="34" charset="0"/>
              </a:rPr>
              <a:t>select</a:t>
            </a:r>
            <a:r>
              <a:rPr lang="pt-PT" sz="2400" b="0" i="0" u="none" strike="noStrike" dirty="0">
                <a:solidFill>
                  <a:srgbClr val="AAAAAA"/>
                </a:solidFill>
                <a:effectLst/>
                <a:latin typeface="Arial" panose="020B0604020202020204" pitchFamily="34" charset="0"/>
              </a:rPr>
              <a:t> * </a:t>
            </a:r>
            <a:r>
              <a:rPr lang="pt-PT" sz="2400" b="0" i="0" u="none" strike="noStrike" dirty="0" err="1">
                <a:solidFill>
                  <a:srgbClr val="AAAAAA"/>
                </a:solidFill>
                <a:effectLst/>
                <a:latin typeface="Arial" panose="020B0604020202020204" pitchFamily="34" charset="0"/>
              </a:rPr>
              <a:t>from</a:t>
            </a:r>
            <a:r>
              <a:rPr lang="pt-PT" sz="2400" b="0" i="0" u="none" strike="noStrike" dirty="0">
                <a:solidFill>
                  <a:srgbClr val="AAAAAA"/>
                </a:solidFill>
                <a:effectLst/>
                <a:latin typeface="Arial" panose="020B0604020202020204" pitchFamily="34" charset="0"/>
              </a:rPr>
              <a:t> </a:t>
            </a:r>
            <a:r>
              <a:rPr lang="pt-PT" sz="2400" b="0" i="0" u="none" strike="noStrike" dirty="0" err="1">
                <a:solidFill>
                  <a:srgbClr val="AAAAAA"/>
                </a:solidFill>
                <a:effectLst/>
                <a:latin typeface="Arial" panose="020B0604020202020204" pitchFamily="34" charset="0"/>
              </a:rPr>
              <a:t>students</a:t>
            </a:r>
            <a:r>
              <a:rPr lang="pt-PT" sz="2400" b="0" i="0" u="none" strike="noStrike" dirty="0">
                <a:solidFill>
                  <a:srgbClr val="AAAAAA"/>
                </a:solidFill>
                <a:effectLst/>
                <a:latin typeface="Arial" panose="020B0604020202020204" pitchFamily="34" charset="0"/>
              </a:rPr>
              <a:t>;</a:t>
            </a:r>
            <a:endParaRPr lang="en-US" sz="2400" b="1" i="0" dirty="0">
              <a:solidFill>
                <a:srgbClr val="000000"/>
              </a:solidFill>
              <a:effectLst/>
              <a:latin typeface="Arial" panose="020B0604020202020204" pitchFamily="34" charset="0"/>
            </a:endParaRPr>
          </a:p>
          <a:p>
            <a:pPr marL="114300" indent="0">
              <a:buNone/>
            </a:pPr>
            <a:br>
              <a:rPr lang="en-US" sz="2400" dirty="0"/>
            </a:br>
            <a:endParaRPr lang="pt-PT" sz="2400" dirty="0"/>
          </a:p>
        </p:txBody>
      </p:sp>
      <p:sp>
        <p:nvSpPr>
          <p:cNvPr id="2" name="Rectangle 1">
            <a:extLst>
              <a:ext uri="{FF2B5EF4-FFF2-40B4-BE49-F238E27FC236}">
                <a16:creationId xmlns:a16="http://schemas.microsoft.com/office/drawing/2014/main" id="{8E7B1AF7-1E05-426C-A5DD-FEE613DD8E1D}"/>
              </a:ext>
            </a:extLst>
          </p:cNvPr>
          <p:cNvSpPr>
            <a:spLocks noChangeArrowheads="1"/>
          </p:cNvSpPr>
          <p:nvPr/>
        </p:nvSpPr>
        <p:spPr bwMode="auto">
          <a:xfrm>
            <a:off x="1211383" y="439295"/>
            <a:ext cx="7096371" cy="453016"/>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3805"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PT" altLang="pt-PT" b="0" i="0" u="none" strike="noStrike" cap="none" normalizeH="0" baseline="0" dirty="0">
                <a:ln>
                  <a:noFill/>
                </a:ln>
                <a:solidFill>
                  <a:srgbClr val="000000"/>
                </a:solidFill>
                <a:effectLst/>
                <a:latin typeface="Courier New" panose="02070309020205020404" pitchFamily="49" charset="0"/>
              </a:rPr>
              <a:t>STUDENTS</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err="1">
                <a:ln>
                  <a:noFill/>
                </a:ln>
                <a:solidFill>
                  <a:srgbClr val="000000"/>
                </a:solidFill>
                <a:effectLst/>
                <a:latin typeface="Courier New" panose="02070309020205020404" pitchFamily="49" charset="0"/>
              </a:rPr>
              <a:t>student_code</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a:ln>
                  <a:noFill/>
                </a:ln>
                <a:solidFill>
                  <a:srgbClr val="000000"/>
                </a:solidFill>
                <a:effectLst/>
                <a:latin typeface="Courier New" panose="02070309020205020404" pitchFamily="49" charset="0"/>
              </a:rPr>
              <a:t> </a:t>
            </a:r>
            <a:r>
              <a:rPr kumimoji="0" lang="pt-PT" altLang="pt-PT" b="0" i="0" u="none" strike="noStrike" cap="none" normalizeH="0" baseline="0" dirty="0" err="1">
                <a:ln>
                  <a:noFill/>
                </a:ln>
                <a:solidFill>
                  <a:srgbClr val="000000"/>
                </a:solidFill>
                <a:effectLst/>
                <a:latin typeface="Courier New" panose="02070309020205020404" pitchFamily="49" charset="0"/>
              </a:rPr>
              <a:t>first_name</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a:ln>
                  <a:noFill/>
                </a:ln>
                <a:solidFill>
                  <a:srgbClr val="000000"/>
                </a:solidFill>
                <a:effectLst/>
                <a:latin typeface="Courier New" panose="02070309020205020404" pitchFamily="49" charset="0"/>
              </a:rPr>
              <a:t> </a:t>
            </a:r>
            <a:r>
              <a:rPr kumimoji="0" lang="pt-PT" altLang="pt-PT" b="0" i="0" u="none" strike="noStrike" cap="none" normalizeH="0" baseline="0" dirty="0" err="1">
                <a:ln>
                  <a:noFill/>
                </a:ln>
                <a:solidFill>
                  <a:srgbClr val="000000"/>
                </a:solidFill>
                <a:effectLst/>
                <a:latin typeface="Courier New" panose="02070309020205020404" pitchFamily="49" charset="0"/>
              </a:rPr>
              <a:t>last_name</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a:ln>
                  <a:noFill/>
                </a:ln>
                <a:solidFill>
                  <a:srgbClr val="000000"/>
                </a:solidFill>
                <a:effectLst/>
                <a:latin typeface="Courier New" panose="02070309020205020404" pitchFamily="49" charset="0"/>
              </a:rPr>
              <a:t> email</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a:ln>
                  <a:noFill/>
                </a:ln>
                <a:solidFill>
                  <a:srgbClr val="000000"/>
                </a:solidFill>
                <a:effectLst/>
                <a:latin typeface="Courier New" panose="02070309020205020404" pitchFamily="49" charset="0"/>
              </a:rPr>
              <a:t> </a:t>
            </a:r>
            <a:r>
              <a:rPr kumimoji="0" lang="pt-PT" altLang="pt-PT" b="0" i="0" u="none" strike="noStrike" cap="none" normalizeH="0" baseline="0" dirty="0" err="1">
                <a:ln>
                  <a:noFill/>
                </a:ln>
                <a:solidFill>
                  <a:srgbClr val="000000"/>
                </a:solidFill>
                <a:effectLst/>
                <a:latin typeface="Courier New" panose="02070309020205020404" pitchFamily="49" charset="0"/>
              </a:rPr>
              <a:t>phone_no</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a:ln>
                  <a:noFill/>
                </a:ln>
                <a:solidFill>
                  <a:srgbClr val="000000"/>
                </a:solidFill>
                <a:effectLst/>
                <a:latin typeface="Courier New" panose="02070309020205020404" pitchFamily="49" charset="0"/>
              </a:rPr>
              <a:t> </a:t>
            </a:r>
            <a:r>
              <a:rPr kumimoji="0" lang="pt-PT" altLang="pt-PT" b="0" i="0" u="none" strike="noStrike" cap="none" normalizeH="0" baseline="0" dirty="0" err="1">
                <a:ln>
                  <a:noFill/>
                </a:ln>
                <a:solidFill>
                  <a:srgbClr val="000000"/>
                </a:solidFill>
                <a:effectLst/>
                <a:latin typeface="Courier New" panose="02070309020205020404" pitchFamily="49" charset="0"/>
              </a:rPr>
              <a:t>date_of_birth</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a:ln>
                  <a:noFill/>
                </a:ln>
                <a:solidFill>
                  <a:srgbClr val="000000"/>
                </a:solidFill>
                <a:effectLst/>
                <a:latin typeface="Courier New" panose="02070309020205020404" pitchFamily="49" charset="0"/>
              </a:rPr>
              <a:t> </a:t>
            </a:r>
            <a:r>
              <a:rPr kumimoji="0" lang="pt-PT" altLang="pt-PT" b="0" i="0" u="none" strike="noStrike" cap="none" normalizeH="0" baseline="0" dirty="0" err="1">
                <a:ln>
                  <a:noFill/>
                </a:ln>
                <a:solidFill>
                  <a:srgbClr val="000000"/>
                </a:solidFill>
                <a:effectLst/>
                <a:latin typeface="Courier New" panose="02070309020205020404" pitchFamily="49" charset="0"/>
              </a:rPr>
              <a:t>honours_subject</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a:ln>
                  <a:noFill/>
                </a:ln>
                <a:solidFill>
                  <a:srgbClr val="000000"/>
                </a:solidFill>
                <a:effectLst/>
                <a:latin typeface="Courier New" panose="02070309020205020404" pitchFamily="49" charset="0"/>
              </a:rPr>
              <a:t> </a:t>
            </a:r>
            <a:r>
              <a:rPr kumimoji="0" lang="pt-PT" altLang="pt-PT" b="0" i="0" u="none" strike="noStrike" cap="none" normalizeH="0" baseline="0" dirty="0" err="1">
                <a:ln>
                  <a:noFill/>
                </a:ln>
                <a:solidFill>
                  <a:srgbClr val="000000"/>
                </a:solidFill>
                <a:effectLst/>
                <a:latin typeface="Courier New" panose="02070309020205020404" pitchFamily="49" charset="0"/>
              </a:rPr>
              <a:t>percentage_of_marks</a:t>
            </a:r>
            <a:r>
              <a:rPr kumimoji="0" lang="pt-PT" altLang="pt-PT" b="0" i="0" u="none" strike="noStrike" cap="none" normalizeH="0" baseline="0" dirty="0">
                <a:ln>
                  <a:noFill/>
                </a:ln>
                <a:solidFill>
                  <a:srgbClr val="666600"/>
                </a:solidFill>
                <a:effectLst/>
                <a:latin typeface="Courier New" panose="02070309020205020404" pitchFamily="49" charset="0"/>
              </a:rPr>
              <a:t>);</a:t>
            </a:r>
            <a:r>
              <a:rPr kumimoji="0" lang="pt-PT" altLang="pt-PT" b="0" i="0" u="none" strike="noStrike" cap="none" normalizeH="0" baseline="0" dirty="0">
                <a:ln>
                  <a:noFill/>
                </a:ln>
                <a:solidFill>
                  <a:schemeClr val="tx1"/>
                </a:solidFill>
                <a:effectLst/>
              </a:rPr>
              <a:t> </a:t>
            </a:r>
            <a:endParaRPr kumimoji="0" lang="pt-PT" altLang="pt-PT"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2042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is</a:t>
            </a:r>
            <a:r>
              <a:rPr lang="pt-PT" dirty="0"/>
              <a:t> </a:t>
            </a:r>
            <a:r>
              <a:rPr lang="pt-PT" dirty="0" err="1"/>
              <a:t>not</a:t>
            </a:r>
            <a:r>
              <a:rPr lang="pt-PT" dirty="0"/>
              <a:t> </a:t>
            </a:r>
            <a:r>
              <a:rPr lang="pt-PT" dirty="0" err="1"/>
              <a:t>true</a:t>
            </a:r>
            <a:r>
              <a:rPr lang="pt-PT" dirty="0"/>
              <a:t> </a:t>
            </a:r>
            <a:r>
              <a:rPr lang="pt-PT" dirty="0" err="1"/>
              <a:t>about</a:t>
            </a:r>
            <a:r>
              <a:rPr lang="pt-PT" dirty="0"/>
              <a:t> SQL </a:t>
            </a:r>
            <a:r>
              <a:rPr lang="pt-PT" dirty="0" err="1"/>
              <a:t>joins</a:t>
            </a:r>
            <a:r>
              <a:rPr lang="pt-PT" dirty="0"/>
              <a:t>?</a:t>
            </a:r>
            <a:endParaRPr dirty="0"/>
          </a:p>
          <a:p>
            <a:pPr marL="0" lvl="0" indent="0" algn="l" rtl="0">
              <a:spcBef>
                <a:spcPts val="0"/>
              </a:spcBef>
              <a:spcAft>
                <a:spcPts val="0"/>
              </a:spcAft>
              <a:buNone/>
            </a:pPr>
            <a:endParaRPr dirty="0"/>
          </a:p>
        </p:txBody>
      </p:sp>
      <p:sp>
        <p:nvSpPr>
          <p:cNvPr id="86" name="Google Shape;86;p18"/>
          <p:cNvSpPr txBox="1">
            <a:spLocks noGrp="1"/>
          </p:cNvSpPr>
          <p:nvPr>
            <p:ph type="body" idx="1"/>
          </p:nvPr>
        </p:nvSpPr>
        <p:spPr>
          <a:xfrm>
            <a:off x="261694" y="1210800"/>
            <a:ext cx="8520600" cy="3932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err="1"/>
              <a:t>An</a:t>
            </a:r>
            <a:r>
              <a:rPr lang="pt-PT" sz="2400" dirty="0"/>
              <a:t> </a:t>
            </a:r>
            <a:r>
              <a:rPr lang="pt-PT" sz="2400" dirty="0" err="1"/>
              <a:t>inner</a:t>
            </a:r>
            <a:r>
              <a:rPr lang="pt-PT" sz="2400" dirty="0"/>
              <a:t> </a:t>
            </a:r>
            <a:r>
              <a:rPr lang="pt-PT" sz="2400" dirty="0" err="1"/>
              <a:t>join</a:t>
            </a:r>
            <a:r>
              <a:rPr lang="pt-PT" sz="2400" dirty="0"/>
              <a:t> </a:t>
            </a:r>
            <a:r>
              <a:rPr lang="pt-PT" sz="2400" dirty="0" err="1"/>
              <a:t>is</a:t>
            </a:r>
            <a:r>
              <a:rPr lang="pt-PT" sz="2400" dirty="0"/>
              <a:t> a </a:t>
            </a:r>
            <a:r>
              <a:rPr lang="pt-PT" sz="2400" dirty="0" err="1"/>
              <a:t>join</a:t>
            </a:r>
            <a:r>
              <a:rPr lang="pt-PT" sz="2400" dirty="0"/>
              <a:t> </a:t>
            </a:r>
            <a:r>
              <a:rPr lang="pt-PT" sz="2400" dirty="0" err="1"/>
              <a:t>of</a:t>
            </a:r>
            <a:r>
              <a:rPr lang="pt-PT" sz="2400" dirty="0"/>
              <a:t> </a:t>
            </a:r>
            <a:r>
              <a:rPr lang="pt-PT" sz="2400" dirty="0" err="1"/>
              <a:t>two</a:t>
            </a:r>
            <a:r>
              <a:rPr lang="pt-PT" sz="2400" dirty="0"/>
              <a:t> </a:t>
            </a:r>
            <a:r>
              <a:rPr lang="pt-PT" sz="2400" dirty="0" err="1"/>
              <a:t>tables</a:t>
            </a:r>
            <a:r>
              <a:rPr lang="pt-PT" sz="2400" dirty="0"/>
              <a:t> </a:t>
            </a:r>
            <a:r>
              <a:rPr lang="pt-PT" sz="2400" dirty="0" err="1"/>
              <a:t>returning</a:t>
            </a:r>
            <a:r>
              <a:rPr lang="pt-PT" sz="2400" dirty="0"/>
              <a:t> </a:t>
            </a:r>
            <a:r>
              <a:rPr lang="pt-PT" sz="2400" dirty="0" err="1"/>
              <a:t>only</a:t>
            </a:r>
            <a:r>
              <a:rPr lang="pt-PT" sz="2400" dirty="0"/>
              <a:t> </a:t>
            </a:r>
            <a:r>
              <a:rPr lang="pt-PT" sz="2400" dirty="0" err="1"/>
              <a:t>matching</a:t>
            </a:r>
            <a:r>
              <a:rPr lang="pt-PT" sz="2400" dirty="0"/>
              <a:t> </a:t>
            </a:r>
            <a:r>
              <a:rPr lang="pt-PT" sz="2400" dirty="0" err="1"/>
              <a:t>rows</a:t>
            </a:r>
            <a:r>
              <a:rPr lang="pt-PT" sz="2400" dirty="0"/>
              <a:t>.</a:t>
            </a:r>
            <a:endParaRPr sz="2400" dirty="0"/>
          </a:p>
          <a:p>
            <a:pPr marL="457200" lvl="0" indent="-381000" algn="l" rtl="0">
              <a:spcBef>
                <a:spcPts val="0"/>
              </a:spcBef>
              <a:spcAft>
                <a:spcPts val="0"/>
              </a:spcAft>
              <a:buSzPts val="2400"/>
              <a:buAutoNum type="arabicPeriod"/>
            </a:pPr>
            <a:r>
              <a:rPr lang="pt-PT" sz="2400" dirty="0"/>
              <a:t>A </a:t>
            </a:r>
            <a:r>
              <a:rPr lang="pt-PT" sz="2400" dirty="0" err="1"/>
              <a:t>left</a:t>
            </a:r>
            <a:r>
              <a:rPr lang="pt-PT" sz="2400" dirty="0"/>
              <a:t> </a:t>
            </a:r>
            <a:r>
              <a:rPr lang="pt-PT" sz="2400" dirty="0" err="1"/>
              <a:t>or</a:t>
            </a:r>
            <a:r>
              <a:rPr lang="pt-PT" sz="2400" dirty="0"/>
              <a:t> </a:t>
            </a:r>
            <a:r>
              <a:rPr lang="pt-PT" sz="2400" dirty="0" err="1"/>
              <a:t>right</a:t>
            </a:r>
            <a:r>
              <a:rPr lang="pt-PT" sz="2400" dirty="0"/>
              <a:t> </a:t>
            </a:r>
            <a:r>
              <a:rPr lang="pt-PT" sz="2400" dirty="0" err="1"/>
              <a:t>outer</a:t>
            </a:r>
            <a:r>
              <a:rPr lang="pt-PT" sz="2400" dirty="0"/>
              <a:t> </a:t>
            </a:r>
            <a:r>
              <a:rPr lang="pt-PT" sz="2400" dirty="0" err="1"/>
              <a:t>join</a:t>
            </a:r>
            <a:r>
              <a:rPr lang="pt-PT" sz="2400" dirty="0"/>
              <a:t> </a:t>
            </a:r>
            <a:r>
              <a:rPr lang="pt-PT" sz="2400" dirty="0" err="1"/>
              <a:t>returns</a:t>
            </a:r>
            <a:r>
              <a:rPr lang="pt-PT" sz="2400" dirty="0"/>
              <a:t> </a:t>
            </a:r>
            <a:r>
              <a:rPr lang="pt-PT" sz="2400" dirty="0" err="1"/>
              <a:t>the</a:t>
            </a:r>
            <a:r>
              <a:rPr lang="pt-PT" sz="2400" dirty="0"/>
              <a:t> </a:t>
            </a:r>
            <a:r>
              <a:rPr lang="pt-PT" sz="2400" dirty="0" err="1"/>
              <a:t>results</a:t>
            </a:r>
            <a:r>
              <a:rPr lang="pt-PT" sz="2400" dirty="0"/>
              <a:t> </a:t>
            </a:r>
            <a:r>
              <a:rPr lang="pt-PT" sz="2400" dirty="0" err="1"/>
              <a:t>of</a:t>
            </a:r>
            <a:r>
              <a:rPr lang="pt-PT" sz="2400" dirty="0"/>
              <a:t> </a:t>
            </a:r>
            <a:r>
              <a:rPr lang="pt-PT" sz="2400" dirty="0" err="1"/>
              <a:t>the</a:t>
            </a:r>
            <a:r>
              <a:rPr lang="pt-PT" sz="2400" dirty="0"/>
              <a:t> </a:t>
            </a:r>
            <a:r>
              <a:rPr lang="pt-PT" sz="2400" dirty="0" err="1"/>
              <a:t>inner</a:t>
            </a:r>
            <a:r>
              <a:rPr lang="pt-PT" sz="2400" dirty="0"/>
              <a:t> </a:t>
            </a:r>
            <a:r>
              <a:rPr lang="pt-PT" sz="2400" dirty="0" err="1"/>
              <a:t>join</a:t>
            </a:r>
            <a:r>
              <a:rPr lang="pt-PT" sz="2400" dirty="0"/>
              <a:t> as </a:t>
            </a:r>
            <a:r>
              <a:rPr lang="pt-PT" sz="2400" dirty="0" err="1"/>
              <a:t>well</a:t>
            </a:r>
            <a:r>
              <a:rPr lang="pt-PT" sz="2400" dirty="0"/>
              <a:t> as </a:t>
            </a:r>
            <a:r>
              <a:rPr lang="pt-PT" sz="2400" dirty="0" err="1"/>
              <a:t>the</a:t>
            </a:r>
            <a:r>
              <a:rPr lang="pt-PT" sz="2400" dirty="0"/>
              <a:t> </a:t>
            </a:r>
            <a:r>
              <a:rPr lang="pt-PT" sz="2400" dirty="0" err="1"/>
              <a:t>unmatched</a:t>
            </a:r>
            <a:r>
              <a:rPr lang="pt-PT" sz="2400" dirty="0"/>
              <a:t> </a:t>
            </a:r>
            <a:r>
              <a:rPr lang="pt-PT" sz="2400" dirty="0" err="1"/>
              <a:t>rows</a:t>
            </a:r>
            <a:r>
              <a:rPr lang="pt-PT" sz="2400" dirty="0"/>
              <a:t> in </a:t>
            </a:r>
            <a:r>
              <a:rPr lang="pt-PT" sz="2400" dirty="0" err="1"/>
              <a:t>the</a:t>
            </a:r>
            <a:r>
              <a:rPr lang="pt-PT" sz="2400" dirty="0"/>
              <a:t> </a:t>
            </a:r>
            <a:r>
              <a:rPr lang="pt-PT" sz="2400" dirty="0" err="1"/>
              <a:t>left</a:t>
            </a:r>
            <a:r>
              <a:rPr lang="pt-PT" sz="2400" dirty="0"/>
              <a:t> </a:t>
            </a:r>
            <a:r>
              <a:rPr lang="pt-PT" sz="2400" dirty="0" err="1"/>
              <a:t>or</a:t>
            </a:r>
            <a:r>
              <a:rPr lang="pt-PT" sz="2400" dirty="0"/>
              <a:t> </a:t>
            </a:r>
            <a:r>
              <a:rPr lang="pt-PT" sz="2400" dirty="0" err="1"/>
              <a:t>right</a:t>
            </a:r>
            <a:r>
              <a:rPr lang="pt-PT" sz="2400" dirty="0"/>
              <a:t> </a:t>
            </a:r>
            <a:r>
              <a:rPr lang="pt-PT" sz="2400" dirty="0" err="1"/>
              <a:t>table</a:t>
            </a:r>
            <a:r>
              <a:rPr lang="pt-PT" sz="2400" dirty="0"/>
              <a:t> </a:t>
            </a:r>
            <a:r>
              <a:rPr lang="pt-PT" sz="2400" dirty="0" err="1"/>
              <a:t>respectively</a:t>
            </a:r>
            <a:r>
              <a:rPr lang="pt-PT" sz="2400" dirty="0"/>
              <a:t>.</a:t>
            </a:r>
            <a:endParaRPr sz="2400" dirty="0"/>
          </a:p>
          <a:p>
            <a:pPr marL="457200" lvl="0" indent="-381000" algn="l" rtl="0">
              <a:spcBef>
                <a:spcPts val="0"/>
              </a:spcBef>
              <a:spcAft>
                <a:spcPts val="0"/>
              </a:spcAft>
              <a:buSzPts val="2400"/>
              <a:buAutoNum type="arabicPeriod"/>
            </a:pPr>
            <a:r>
              <a:rPr lang="pt-PT" sz="2400" dirty="0"/>
              <a:t>A </a:t>
            </a:r>
            <a:r>
              <a:rPr lang="pt-PT" sz="2400" dirty="0" err="1"/>
              <a:t>full</a:t>
            </a:r>
            <a:r>
              <a:rPr lang="pt-PT" sz="2400" dirty="0"/>
              <a:t> </a:t>
            </a:r>
            <a:r>
              <a:rPr lang="pt-PT" sz="2400" dirty="0" err="1"/>
              <a:t>outer</a:t>
            </a:r>
            <a:r>
              <a:rPr lang="pt-PT" sz="2400" dirty="0"/>
              <a:t> </a:t>
            </a:r>
            <a:r>
              <a:rPr lang="pt-PT" sz="2400" dirty="0" err="1"/>
              <a:t>join</a:t>
            </a:r>
            <a:r>
              <a:rPr lang="pt-PT" sz="2400" dirty="0"/>
              <a:t> </a:t>
            </a:r>
            <a:r>
              <a:rPr lang="pt-PT" sz="2400" dirty="0" err="1"/>
              <a:t>returns</a:t>
            </a:r>
            <a:r>
              <a:rPr lang="pt-PT" sz="2400" dirty="0"/>
              <a:t> </a:t>
            </a:r>
            <a:r>
              <a:rPr lang="pt-PT" sz="2400" dirty="0" err="1"/>
              <a:t>results</a:t>
            </a:r>
            <a:r>
              <a:rPr lang="pt-PT" sz="2400" dirty="0"/>
              <a:t> </a:t>
            </a:r>
            <a:r>
              <a:rPr lang="pt-PT" sz="2400" dirty="0" err="1"/>
              <a:t>of</a:t>
            </a:r>
            <a:r>
              <a:rPr lang="pt-PT" sz="2400" dirty="0"/>
              <a:t> </a:t>
            </a:r>
            <a:r>
              <a:rPr lang="pt-PT" sz="2400" dirty="0" err="1"/>
              <a:t>an</a:t>
            </a:r>
            <a:r>
              <a:rPr lang="pt-PT" sz="2400" dirty="0"/>
              <a:t> </a:t>
            </a:r>
            <a:r>
              <a:rPr lang="pt-PT" sz="2400" dirty="0" err="1"/>
              <a:t>inner</a:t>
            </a:r>
            <a:r>
              <a:rPr lang="pt-PT" sz="2400" dirty="0"/>
              <a:t> </a:t>
            </a:r>
            <a:r>
              <a:rPr lang="pt-PT" sz="2400" dirty="0" err="1"/>
              <a:t>join</a:t>
            </a:r>
            <a:r>
              <a:rPr lang="pt-PT" sz="2400" dirty="0"/>
              <a:t> as </a:t>
            </a:r>
            <a:r>
              <a:rPr lang="pt-PT" sz="2400" dirty="0" err="1"/>
              <a:t>well</a:t>
            </a:r>
            <a:r>
              <a:rPr lang="pt-PT" sz="2400" dirty="0"/>
              <a:t> as </a:t>
            </a:r>
            <a:r>
              <a:rPr lang="pt-PT" sz="2400" dirty="0" err="1"/>
              <a:t>the</a:t>
            </a:r>
            <a:r>
              <a:rPr lang="pt-PT" sz="2400" dirty="0"/>
              <a:t> </a:t>
            </a:r>
            <a:r>
              <a:rPr lang="pt-PT" sz="2400" dirty="0" err="1"/>
              <a:t>results</a:t>
            </a:r>
            <a:r>
              <a:rPr lang="pt-PT" sz="2400" dirty="0"/>
              <a:t> </a:t>
            </a:r>
            <a:r>
              <a:rPr lang="pt-PT" sz="2400" dirty="0" err="1"/>
              <a:t>of</a:t>
            </a:r>
            <a:r>
              <a:rPr lang="pt-PT" sz="2400" dirty="0"/>
              <a:t> a </a:t>
            </a:r>
            <a:r>
              <a:rPr lang="pt-PT" sz="2400" dirty="0" err="1"/>
              <a:t>left</a:t>
            </a:r>
            <a:r>
              <a:rPr lang="pt-PT" sz="2400" dirty="0"/>
              <a:t> </a:t>
            </a:r>
            <a:r>
              <a:rPr lang="pt-PT" sz="2400" dirty="0" err="1"/>
              <a:t>and</a:t>
            </a:r>
            <a:r>
              <a:rPr lang="pt-PT" sz="2400" dirty="0"/>
              <a:t> </a:t>
            </a:r>
            <a:r>
              <a:rPr lang="pt-PT" sz="2400" dirty="0" err="1"/>
              <a:t>right</a:t>
            </a:r>
            <a:r>
              <a:rPr lang="pt-PT" sz="2400" dirty="0"/>
              <a:t> </a:t>
            </a:r>
            <a:r>
              <a:rPr lang="pt-PT" sz="2400" dirty="0" err="1"/>
              <a:t>join</a:t>
            </a:r>
            <a:r>
              <a:rPr lang="pt-PT" sz="2400" dirty="0"/>
              <a:t>.</a:t>
            </a:r>
            <a:endParaRPr sz="2400" dirty="0"/>
          </a:p>
          <a:p>
            <a:pPr marL="457200" lvl="0" indent="-381000" algn="l" rtl="0">
              <a:spcBef>
                <a:spcPts val="0"/>
              </a:spcBef>
              <a:spcAft>
                <a:spcPts val="0"/>
              </a:spcAft>
              <a:buSzPts val="2400"/>
              <a:buAutoNum type="arabicPeriod"/>
            </a:pPr>
            <a:r>
              <a:rPr lang="pt-PT" sz="2400" dirty="0" err="1"/>
              <a:t>None</a:t>
            </a:r>
            <a:r>
              <a:rPr lang="pt-PT" sz="2400" dirty="0"/>
              <a:t> </a:t>
            </a:r>
            <a:r>
              <a:rPr lang="pt-PT" sz="2400" dirty="0" err="1"/>
              <a:t>of</a:t>
            </a:r>
            <a:r>
              <a:rPr lang="pt-PT" sz="2400" dirty="0"/>
              <a:t> </a:t>
            </a:r>
            <a:r>
              <a:rPr lang="pt-PT" sz="2400" dirty="0" err="1"/>
              <a:t>the</a:t>
            </a:r>
            <a:r>
              <a:rPr lang="pt-PT" sz="2400" dirty="0"/>
              <a:t> </a:t>
            </a:r>
            <a:r>
              <a:rPr lang="pt-PT" sz="2400" dirty="0" err="1"/>
              <a:t>above</a:t>
            </a:r>
            <a:r>
              <a:rPr lang="pt-PT" sz="2400" dirty="0"/>
              <a:t>.</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329925"/>
            <a:ext cx="8520600" cy="12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dirty="0"/>
              <a:t>4. </a:t>
            </a:r>
            <a:r>
              <a:rPr lang="pt-PT" sz="2400" dirty="0" err="1"/>
              <a:t>Which</a:t>
            </a:r>
            <a:r>
              <a:rPr lang="pt-PT" sz="2400" dirty="0"/>
              <a:t> </a:t>
            </a:r>
            <a:r>
              <a:rPr lang="pt-PT" sz="2400" dirty="0" err="1"/>
              <a:t>of</a:t>
            </a:r>
            <a:r>
              <a:rPr lang="pt-PT" sz="2400" dirty="0"/>
              <a:t> </a:t>
            </a:r>
            <a:r>
              <a:rPr lang="pt-PT" sz="2400" dirty="0" err="1"/>
              <a:t>the</a:t>
            </a:r>
            <a:r>
              <a:rPr lang="pt-PT" sz="2400" dirty="0"/>
              <a:t> </a:t>
            </a:r>
            <a:r>
              <a:rPr lang="pt-PT" sz="2400" dirty="0" err="1"/>
              <a:t>following</a:t>
            </a:r>
            <a:r>
              <a:rPr lang="pt-PT" sz="2400" dirty="0"/>
              <a:t> FD </a:t>
            </a:r>
            <a:r>
              <a:rPr lang="pt-PT" sz="2400" dirty="0" err="1"/>
              <a:t>can’t</a:t>
            </a:r>
            <a:r>
              <a:rPr lang="pt-PT" sz="2400" dirty="0"/>
              <a:t> </a:t>
            </a:r>
            <a:r>
              <a:rPr lang="pt-PT" sz="2400" dirty="0" err="1"/>
              <a:t>be</a:t>
            </a:r>
            <a:r>
              <a:rPr lang="pt-PT" sz="2400" dirty="0"/>
              <a:t> </a:t>
            </a:r>
            <a:r>
              <a:rPr lang="pt-PT" sz="2400" dirty="0" err="1"/>
              <a:t>implied</a:t>
            </a:r>
            <a:r>
              <a:rPr lang="pt-PT" sz="2400" dirty="0"/>
              <a:t> </a:t>
            </a:r>
            <a:r>
              <a:rPr lang="pt-PT" sz="2400" dirty="0" err="1"/>
              <a:t>from</a:t>
            </a:r>
            <a:r>
              <a:rPr lang="pt-PT" sz="2400" dirty="0"/>
              <a:t> FD set: {A-&gt;B, A-&gt;BC, C-&gt;D}?</a:t>
            </a:r>
            <a:endParaRPr sz="2400" dirty="0"/>
          </a:p>
          <a:p>
            <a:pPr marL="0" lvl="0" indent="0" algn="l" rtl="0">
              <a:spcBef>
                <a:spcPts val="0"/>
              </a:spcBef>
              <a:spcAft>
                <a:spcPts val="0"/>
              </a:spcAft>
              <a:buNone/>
            </a:pPr>
            <a:endParaRPr dirty="0"/>
          </a:p>
        </p:txBody>
      </p:sp>
      <p:sp>
        <p:nvSpPr>
          <p:cNvPr id="159" name="Google Shape;159;p30"/>
          <p:cNvSpPr txBox="1">
            <a:spLocks noGrp="1"/>
          </p:cNvSpPr>
          <p:nvPr>
            <p:ph type="body" idx="1"/>
          </p:nvPr>
        </p:nvSpPr>
        <p:spPr>
          <a:xfrm>
            <a:off x="311700" y="1789075"/>
            <a:ext cx="8520600" cy="31026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000" dirty="0"/>
              <a:t>A-&gt;C</a:t>
            </a:r>
            <a:endParaRPr sz="2000" dirty="0"/>
          </a:p>
          <a:p>
            <a:pPr marL="457200" lvl="0" indent="-381000" algn="l" rtl="0">
              <a:spcBef>
                <a:spcPts val="0"/>
              </a:spcBef>
              <a:spcAft>
                <a:spcPts val="0"/>
              </a:spcAft>
              <a:buSzPts val="2400"/>
              <a:buAutoNum type="arabicPeriod"/>
            </a:pPr>
            <a:r>
              <a:rPr lang="pt-PT" sz="2000" dirty="0"/>
              <a:t>B-&gt;D</a:t>
            </a:r>
            <a:endParaRPr sz="2000" dirty="0"/>
          </a:p>
          <a:p>
            <a:pPr marL="457200" lvl="0" indent="-381000" algn="l" rtl="0">
              <a:spcBef>
                <a:spcPts val="0"/>
              </a:spcBef>
              <a:spcAft>
                <a:spcPts val="0"/>
              </a:spcAft>
              <a:buSzPts val="2400"/>
              <a:buAutoNum type="arabicPeriod"/>
            </a:pPr>
            <a:r>
              <a:rPr lang="pt-PT" sz="2000" dirty="0"/>
              <a:t>BC-&gt;D</a:t>
            </a:r>
            <a:endParaRPr sz="2000" dirty="0"/>
          </a:p>
          <a:p>
            <a:pPr marL="457200" lvl="0" indent="-381000" algn="l" rtl="0">
              <a:spcBef>
                <a:spcPts val="0"/>
              </a:spcBef>
              <a:spcAft>
                <a:spcPts val="0"/>
              </a:spcAft>
              <a:buSzPts val="2400"/>
              <a:buAutoNum type="arabicPeriod"/>
            </a:pPr>
            <a:r>
              <a:rPr lang="pt-PT" sz="2000" dirty="0" err="1"/>
              <a:t>All</a:t>
            </a:r>
            <a:r>
              <a:rPr lang="pt-PT" sz="2000" dirty="0"/>
              <a:t> </a:t>
            </a:r>
            <a:r>
              <a:rPr lang="pt-PT" sz="2000" dirty="0" err="1"/>
              <a:t>of</a:t>
            </a:r>
            <a:r>
              <a:rPr lang="pt-PT" sz="2000" dirty="0"/>
              <a:t> </a:t>
            </a:r>
            <a:r>
              <a:rPr lang="pt-PT" sz="2000" dirty="0" err="1"/>
              <a:t>the</a:t>
            </a:r>
            <a:r>
              <a:rPr lang="pt-PT" sz="2000" dirty="0"/>
              <a:t> </a:t>
            </a:r>
            <a:r>
              <a:rPr lang="pt-PT" sz="2000" dirty="0" err="1"/>
              <a:t>above</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61"/>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statements</a:t>
            </a:r>
            <a:r>
              <a:rPr lang="pt-PT" dirty="0"/>
              <a:t> </a:t>
            </a:r>
            <a:r>
              <a:rPr lang="pt-PT" dirty="0" err="1"/>
              <a:t>is</a:t>
            </a:r>
            <a:r>
              <a:rPr lang="pt-PT" dirty="0"/>
              <a:t> </a:t>
            </a:r>
            <a:r>
              <a:rPr lang="pt-PT" dirty="0" err="1"/>
              <a:t>correct</a:t>
            </a:r>
            <a:r>
              <a:rPr lang="pt-PT" dirty="0"/>
              <a:t>?</a:t>
            </a:r>
            <a:endParaRPr dirty="0"/>
          </a:p>
          <a:p>
            <a:pPr marL="0" lvl="0" indent="0" algn="l" rtl="0">
              <a:spcBef>
                <a:spcPts val="0"/>
              </a:spcBef>
              <a:spcAft>
                <a:spcPts val="0"/>
              </a:spcAft>
              <a:buNone/>
            </a:pPr>
            <a:endParaRPr dirty="0"/>
          </a:p>
        </p:txBody>
      </p:sp>
      <p:sp>
        <p:nvSpPr>
          <p:cNvPr id="348" name="Google Shape;348;p61"/>
          <p:cNvSpPr txBox="1">
            <a:spLocks noGrp="1"/>
          </p:cNvSpPr>
          <p:nvPr>
            <p:ph type="body" idx="1"/>
          </p:nvPr>
        </p:nvSpPr>
        <p:spPr>
          <a:xfrm>
            <a:off x="4572000" y="927900"/>
            <a:ext cx="4260300" cy="3497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Publications can be different from collections and books</a:t>
            </a:r>
            <a:endParaRPr sz="2400"/>
          </a:p>
          <a:p>
            <a:pPr marL="457200" lvl="0" indent="-381000" algn="l" rtl="0">
              <a:spcBef>
                <a:spcPts val="0"/>
              </a:spcBef>
              <a:spcAft>
                <a:spcPts val="0"/>
              </a:spcAft>
              <a:buSzPts val="2400"/>
              <a:buAutoNum type="arabicPeriod"/>
            </a:pPr>
            <a:r>
              <a:rPr lang="pt-PT" sz="2400"/>
              <a:t>A publication can be both a collection and a book</a:t>
            </a:r>
            <a:endParaRPr sz="2400"/>
          </a:p>
          <a:p>
            <a:pPr marL="457200" lvl="0" indent="-381000" algn="l" rtl="0">
              <a:spcBef>
                <a:spcPts val="0"/>
              </a:spcBef>
              <a:spcAft>
                <a:spcPts val="0"/>
              </a:spcAft>
              <a:buSzPts val="2400"/>
              <a:buAutoNum type="arabicPeriod"/>
            </a:pPr>
            <a:r>
              <a:rPr lang="pt-PT" sz="2400"/>
              <a:t>Collections and books are characterised by 1 attribute</a:t>
            </a:r>
            <a:endParaRPr sz="2400"/>
          </a:p>
          <a:p>
            <a:pPr marL="457200" lvl="0" indent="-381000" algn="l" rtl="0">
              <a:spcBef>
                <a:spcPts val="0"/>
              </a:spcBef>
              <a:spcAft>
                <a:spcPts val="0"/>
              </a:spcAft>
              <a:buSzPts val="2400"/>
              <a:buAutoNum type="arabicPeriod"/>
            </a:pPr>
            <a:r>
              <a:rPr lang="pt-PT" sz="2400"/>
              <a:t>A publication is either a collection or a book</a:t>
            </a:r>
            <a:endParaRPr sz="2400"/>
          </a:p>
        </p:txBody>
      </p:sp>
      <p:pic>
        <p:nvPicPr>
          <p:cNvPr id="349" name="Google Shape;349;p61"/>
          <p:cNvPicPr preferRelativeResize="0"/>
          <p:nvPr/>
        </p:nvPicPr>
        <p:blipFill>
          <a:blip r:embed="rId3">
            <a:alphaModFix/>
          </a:blip>
          <a:stretch>
            <a:fillRect/>
          </a:stretch>
        </p:blipFill>
        <p:spPr>
          <a:xfrm>
            <a:off x="387900" y="1739150"/>
            <a:ext cx="3914775" cy="2352675"/>
          </a:xfrm>
          <a:prstGeom prst="rect">
            <a:avLst/>
          </a:prstGeom>
          <a:noFill/>
          <a:ln>
            <a:noFill/>
          </a:ln>
        </p:spPr>
      </p:pic>
    </p:spTree>
    <p:extLst>
      <p:ext uri="{BB962C8B-B14F-4D97-AF65-F5344CB8AC3E}">
        <p14:creationId xmlns:p14="http://schemas.microsoft.com/office/powerpoint/2010/main" val="212200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6"/>
          <p:cNvSpPr txBox="1">
            <a:spLocks noGrp="1"/>
          </p:cNvSpPr>
          <p:nvPr>
            <p:ph type="title"/>
          </p:nvPr>
        </p:nvSpPr>
        <p:spPr>
          <a:xfrm>
            <a:off x="311700" y="2042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6. </a:t>
            </a:r>
            <a:r>
              <a:rPr lang="pt-PT" dirty="0" err="1"/>
              <a:t>How</a:t>
            </a:r>
            <a:r>
              <a:rPr lang="pt-PT" dirty="0"/>
              <a:t> </a:t>
            </a:r>
            <a:r>
              <a:rPr lang="pt-PT" dirty="0" err="1"/>
              <a:t>many</a:t>
            </a:r>
            <a:r>
              <a:rPr lang="pt-PT" dirty="0"/>
              <a:t> classes are in {</a:t>
            </a:r>
            <a:r>
              <a:rPr lang="pt-PT" dirty="0" err="1"/>
              <a:t>books</a:t>
            </a:r>
            <a:r>
              <a:rPr lang="pt-PT" dirty="0"/>
              <a:t>, publishers, </a:t>
            </a:r>
            <a:r>
              <a:rPr lang="pt-PT" dirty="0" err="1"/>
              <a:t>authors</a:t>
            </a:r>
            <a:r>
              <a:rPr lang="pt-PT" dirty="0"/>
              <a:t>, </a:t>
            </a:r>
            <a:r>
              <a:rPr lang="pt-PT" dirty="0" err="1"/>
              <a:t>book</a:t>
            </a:r>
            <a:r>
              <a:rPr lang="pt-PT" dirty="0"/>
              <a:t> </a:t>
            </a:r>
            <a:r>
              <a:rPr lang="pt-PT" dirty="0" err="1"/>
              <a:t>titles</a:t>
            </a:r>
            <a:r>
              <a:rPr lang="pt-PT" dirty="0"/>
              <a:t> </a:t>
            </a:r>
            <a:r>
              <a:rPr lang="pt-PT" dirty="0" err="1"/>
              <a:t>and</a:t>
            </a:r>
            <a:r>
              <a:rPr lang="pt-PT" dirty="0"/>
              <a:t> </a:t>
            </a:r>
            <a:r>
              <a:rPr lang="pt-PT" dirty="0" err="1"/>
              <a:t>book</a:t>
            </a:r>
            <a:r>
              <a:rPr lang="pt-PT" dirty="0"/>
              <a:t> </a:t>
            </a:r>
            <a:r>
              <a:rPr lang="pt-PT" dirty="0" err="1"/>
              <a:t>year</a:t>
            </a:r>
            <a:r>
              <a:rPr lang="pt-PT" dirty="0"/>
              <a:t>}?</a:t>
            </a:r>
            <a:endParaRPr dirty="0"/>
          </a:p>
          <a:p>
            <a:pPr marL="0" lvl="0" indent="0" algn="l" rtl="0">
              <a:spcBef>
                <a:spcPts val="0"/>
              </a:spcBef>
              <a:spcAft>
                <a:spcPts val="0"/>
              </a:spcAft>
              <a:buNone/>
            </a:pPr>
            <a:endParaRPr dirty="0"/>
          </a:p>
        </p:txBody>
      </p:sp>
      <p:sp>
        <p:nvSpPr>
          <p:cNvPr id="317" name="Google Shape;317;p56"/>
          <p:cNvSpPr txBox="1">
            <a:spLocks noGrp="1"/>
          </p:cNvSpPr>
          <p:nvPr>
            <p:ph type="body" idx="1"/>
          </p:nvPr>
        </p:nvSpPr>
        <p:spPr>
          <a:xfrm>
            <a:off x="311700" y="1635025"/>
            <a:ext cx="8520600" cy="3293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a:t>3 classes</a:t>
            </a:r>
            <a:endParaRPr sz="2400" dirty="0"/>
          </a:p>
          <a:p>
            <a:pPr marL="457200" lvl="0" indent="-381000" algn="l" rtl="0">
              <a:spcBef>
                <a:spcPts val="0"/>
              </a:spcBef>
              <a:spcAft>
                <a:spcPts val="0"/>
              </a:spcAft>
              <a:buSzPts val="2400"/>
              <a:buAutoNum type="arabicPeriod"/>
            </a:pPr>
            <a:r>
              <a:rPr lang="pt-PT" sz="2400" dirty="0"/>
              <a:t>5 classes</a:t>
            </a:r>
            <a:endParaRPr sz="2400" dirty="0"/>
          </a:p>
          <a:p>
            <a:pPr marL="457200" lvl="0" indent="-381000" algn="l" rtl="0">
              <a:spcBef>
                <a:spcPts val="0"/>
              </a:spcBef>
              <a:spcAft>
                <a:spcPts val="0"/>
              </a:spcAft>
              <a:buSzPts val="2400"/>
              <a:buAutoNum type="arabicPeriod"/>
            </a:pPr>
            <a:r>
              <a:rPr lang="pt-PT" sz="2400" dirty="0"/>
              <a:t>2 classes</a:t>
            </a:r>
            <a:endParaRPr sz="2400" dirty="0"/>
          </a:p>
          <a:p>
            <a:pPr marL="457200" lvl="0" indent="-381000" algn="l" rtl="0">
              <a:spcBef>
                <a:spcPts val="0"/>
              </a:spcBef>
              <a:spcAft>
                <a:spcPts val="0"/>
              </a:spcAft>
              <a:buSzPts val="2400"/>
              <a:buAutoNum type="arabicPeriod"/>
            </a:pPr>
            <a:r>
              <a:rPr lang="pt-PT" sz="2400" dirty="0"/>
              <a:t>4 classes</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7"/>
          <p:cNvSpPr txBox="1">
            <a:spLocks noGrp="1"/>
          </p:cNvSpPr>
          <p:nvPr>
            <p:ph type="title"/>
          </p:nvPr>
        </p:nvSpPr>
        <p:spPr>
          <a:xfrm>
            <a:off x="311700" y="2042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7. </a:t>
            </a:r>
            <a:r>
              <a:rPr lang="pt-PT" dirty="0" err="1"/>
              <a:t>How</a:t>
            </a:r>
            <a:r>
              <a:rPr lang="pt-PT" dirty="0"/>
              <a:t> </a:t>
            </a:r>
            <a:r>
              <a:rPr lang="pt-PT" dirty="0" err="1"/>
              <a:t>many</a:t>
            </a:r>
            <a:r>
              <a:rPr lang="pt-PT" dirty="0"/>
              <a:t> </a:t>
            </a:r>
            <a:r>
              <a:rPr lang="pt-PT" dirty="0" err="1"/>
              <a:t>associations</a:t>
            </a:r>
            <a:r>
              <a:rPr lang="pt-PT" dirty="0"/>
              <a:t> </a:t>
            </a:r>
            <a:r>
              <a:rPr lang="pt-PT" dirty="0" err="1"/>
              <a:t>would</a:t>
            </a:r>
            <a:r>
              <a:rPr lang="pt-PT" dirty="0"/>
              <a:t> </a:t>
            </a:r>
            <a:r>
              <a:rPr lang="pt-PT" dirty="0" err="1"/>
              <a:t>you</a:t>
            </a:r>
            <a:r>
              <a:rPr lang="pt-PT" dirty="0"/>
              <a:t> </a:t>
            </a:r>
            <a:r>
              <a:rPr lang="pt-PT" dirty="0" err="1"/>
              <a:t>create</a:t>
            </a:r>
            <a:r>
              <a:rPr lang="pt-PT" dirty="0"/>
              <a:t> </a:t>
            </a:r>
            <a:r>
              <a:rPr lang="pt-PT" dirty="0" err="1"/>
              <a:t>between</a:t>
            </a:r>
            <a:r>
              <a:rPr lang="pt-PT" dirty="0"/>
              <a:t> </a:t>
            </a:r>
            <a:r>
              <a:rPr lang="pt-PT" dirty="0" err="1"/>
              <a:t>book</a:t>
            </a:r>
            <a:r>
              <a:rPr lang="pt-PT" dirty="0"/>
              <a:t>, publisher </a:t>
            </a:r>
            <a:r>
              <a:rPr lang="pt-PT" dirty="0" err="1"/>
              <a:t>and</a:t>
            </a:r>
            <a:r>
              <a:rPr lang="pt-PT" dirty="0"/>
              <a:t> </a:t>
            </a:r>
            <a:r>
              <a:rPr lang="pt-PT" dirty="0" err="1"/>
              <a:t>author</a:t>
            </a:r>
            <a:r>
              <a:rPr lang="pt-PT" dirty="0"/>
              <a:t>?</a:t>
            </a:r>
            <a:endParaRPr dirty="0"/>
          </a:p>
          <a:p>
            <a:pPr marL="0" lvl="0" indent="0" algn="l" rtl="0">
              <a:spcBef>
                <a:spcPts val="0"/>
              </a:spcBef>
              <a:spcAft>
                <a:spcPts val="0"/>
              </a:spcAft>
              <a:buNone/>
            </a:pPr>
            <a:endParaRPr dirty="0"/>
          </a:p>
        </p:txBody>
      </p:sp>
      <p:sp>
        <p:nvSpPr>
          <p:cNvPr id="323" name="Google Shape;323;p57"/>
          <p:cNvSpPr txBox="1">
            <a:spLocks noGrp="1"/>
          </p:cNvSpPr>
          <p:nvPr>
            <p:ph type="body" idx="1"/>
          </p:nvPr>
        </p:nvSpPr>
        <p:spPr>
          <a:xfrm>
            <a:off x="311700" y="1598575"/>
            <a:ext cx="8520600" cy="3293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2</a:t>
            </a:r>
            <a:endParaRPr sz="2400"/>
          </a:p>
          <a:p>
            <a:pPr marL="457200" lvl="0" indent="-381000" algn="l" rtl="0">
              <a:spcBef>
                <a:spcPts val="0"/>
              </a:spcBef>
              <a:spcAft>
                <a:spcPts val="0"/>
              </a:spcAft>
              <a:buSzPts val="2400"/>
              <a:buAutoNum type="arabicPeriod"/>
            </a:pPr>
            <a:r>
              <a:rPr lang="pt-PT" sz="2400"/>
              <a:t>4</a:t>
            </a:r>
            <a:endParaRPr sz="2400"/>
          </a:p>
          <a:p>
            <a:pPr marL="457200" lvl="0" indent="-381000" algn="l" rtl="0">
              <a:spcBef>
                <a:spcPts val="0"/>
              </a:spcBef>
              <a:spcAft>
                <a:spcPts val="0"/>
              </a:spcAft>
              <a:buSzPts val="2400"/>
              <a:buAutoNum type="arabicPeriod"/>
            </a:pPr>
            <a:r>
              <a:rPr lang="pt-PT" sz="2400"/>
              <a:t>3</a:t>
            </a:r>
            <a:endParaRPr sz="2400"/>
          </a:p>
          <a:p>
            <a:pPr marL="457200" lvl="0" indent="-381000" algn="l" rtl="0">
              <a:spcBef>
                <a:spcPts val="0"/>
              </a:spcBef>
              <a:spcAft>
                <a:spcPts val="0"/>
              </a:spcAft>
              <a:buSzPts val="2400"/>
              <a:buAutoNum type="arabicPeriod"/>
            </a:pPr>
            <a:r>
              <a:rPr lang="pt-PT" sz="2400"/>
              <a:t>None</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8"/>
          <p:cNvSpPr txBox="1">
            <a:spLocks noGrp="1"/>
          </p:cNvSpPr>
          <p:nvPr>
            <p:ph type="title"/>
          </p:nvPr>
        </p:nvSpPr>
        <p:spPr>
          <a:xfrm>
            <a:off x="311700" y="2042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8. </a:t>
            </a:r>
            <a:r>
              <a:rPr lang="pt-PT" dirty="0" err="1"/>
              <a:t>What</a:t>
            </a:r>
            <a:r>
              <a:rPr lang="pt-PT" dirty="0"/>
              <a:t> </a:t>
            </a:r>
            <a:r>
              <a:rPr lang="pt-PT" dirty="0" err="1"/>
              <a:t>would</a:t>
            </a:r>
            <a:r>
              <a:rPr lang="pt-PT" dirty="0"/>
              <a:t> </a:t>
            </a:r>
            <a:r>
              <a:rPr lang="pt-PT" dirty="0" err="1"/>
              <a:t>be</a:t>
            </a:r>
            <a:r>
              <a:rPr lang="pt-PT" dirty="0"/>
              <a:t> </a:t>
            </a:r>
            <a:r>
              <a:rPr lang="pt-PT" dirty="0" err="1"/>
              <a:t>the</a:t>
            </a:r>
            <a:r>
              <a:rPr lang="pt-PT" dirty="0"/>
              <a:t> </a:t>
            </a:r>
            <a:r>
              <a:rPr lang="pt-PT" dirty="0" err="1"/>
              <a:t>multiplicity</a:t>
            </a:r>
            <a:r>
              <a:rPr lang="pt-PT" dirty="0"/>
              <a:t> </a:t>
            </a:r>
            <a:r>
              <a:rPr lang="pt-PT" dirty="0" err="1"/>
              <a:t>of</a:t>
            </a:r>
            <a:r>
              <a:rPr lang="pt-PT" dirty="0"/>
              <a:t> </a:t>
            </a:r>
            <a:r>
              <a:rPr lang="pt-PT" dirty="0" err="1"/>
              <a:t>the</a:t>
            </a:r>
            <a:r>
              <a:rPr lang="pt-PT" dirty="0"/>
              <a:t> </a:t>
            </a:r>
            <a:r>
              <a:rPr lang="pt-PT" dirty="0" err="1"/>
              <a:t>association</a:t>
            </a:r>
            <a:r>
              <a:rPr lang="pt-PT" dirty="0"/>
              <a:t> </a:t>
            </a:r>
            <a:r>
              <a:rPr lang="pt-PT" dirty="0" err="1"/>
              <a:t>between</a:t>
            </a:r>
            <a:r>
              <a:rPr lang="pt-PT" dirty="0"/>
              <a:t> </a:t>
            </a:r>
            <a:r>
              <a:rPr lang="pt-PT" dirty="0" err="1"/>
              <a:t>book</a:t>
            </a:r>
            <a:r>
              <a:rPr lang="pt-PT" dirty="0"/>
              <a:t> </a:t>
            </a:r>
            <a:r>
              <a:rPr lang="pt-PT" dirty="0" err="1"/>
              <a:t>and</a:t>
            </a:r>
            <a:r>
              <a:rPr lang="pt-PT" dirty="0"/>
              <a:t> </a:t>
            </a:r>
            <a:r>
              <a:rPr lang="pt-PT" dirty="0" err="1"/>
              <a:t>author</a:t>
            </a:r>
            <a:r>
              <a:rPr lang="pt-PT" dirty="0"/>
              <a:t>?</a:t>
            </a:r>
            <a:endParaRPr dirty="0"/>
          </a:p>
          <a:p>
            <a:pPr marL="0" lvl="0" indent="0" algn="l" rtl="0">
              <a:spcBef>
                <a:spcPts val="0"/>
              </a:spcBef>
              <a:spcAft>
                <a:spcPts val="0"/>
              </a:spcAft>
              <a:buNone/>
            </a:pPr>
            <a:endParaRPr dirty="0"/>
          </a:p>
        </p:txBody>
      </p:sp>
      <p:sp>
        <p:nvSpPr>
          <p:cNvPr id="329" name="Google Shape;329;p58"/>
          <p:cNvSpPr txBox="1">
            <a:spLocks noGrp="1"/>
          </p:cNvSpPr>
          <p:nvPr>
            <p:ph type="body" idx="1"/>
          </p:nvPr>
        </p:nvSpPr>
        <p:spPr>
          <a:xfrm>
            <a:off x="311700" y="1598575"/>
            <a:ext cx="8520600" cy="3293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many-to-one</a:t>
            </a:r>
            <a:endParaRPr sz="2400"/>
          </a:p>
          <a:p>
            <a:pPr marL="457200" lvl="0" indent="-381000" algn="l" rtl="0">
              <a:spcBef>
                <a:spcPts val="0"/>
              </a:spcBef>
              <a:spcAft>
                <a:spcPts val="0"/>
              </a:spcAft>
              <a:buSzPts val="2400"/>
              <a:buAutoNum type="arabicPeriod"/>
            </a:pPr>
            <a:r>
              <a:rPr lang="pt-PT" sz="2400"/>
              <a:t>one-to-one</a:t>
            </a:r>
            <a:endParaRPr sz="2400"/>
          </a:p>
          <a:p>
            <a:pPr marL="457200" lvl="0" indent="-381000" algn="l" rtl="0">
              <a:spcBef>
                <a:spcPts val="0"/>
              </a:spcBef>
              <a:spcAft>
                <a:spcPts val="0"/>
              </a:spcAft>
              <a:buSzPts val="2400"/>
              <a:buAutoNum type="arabicPeriod"/>
            </a:pPr>
            <a:r>
              <a:rPr lang="pt-PT" sz="2400"/>
              <a:t>many-to-many</a:t>
            </a:r>
            <a:endParaRPr sz="2400"/>
          </a:p>
          <a:p>
            <a:pPr marL="457200" lvl="0" indent="-381000" algn="l" rtl="0">
              <a:spcBef>
                <a:spcPts val="0"/>
              </a:spcBef>
              <a:spcAft>
                <a:spcPts val="0"/>
              </a:spcAft>
              <a:buSzPts val="2400"/>
              <a:buAutoNum type="arabicPeriod"/>
            </a:pPr>
            <a:r>
              <a:rPr lang="pt-PT" sz="2400"/>
              <a:t>it depends</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9"/>
          <p:cNvSpPr txBox="1">
            <a:spLocks noGrp="1"/>
          </p:cNvSpPr>
          <p:nvPr>
            <p:ph type="title"/>
          </p:nvPr>
        </p:nvSpPr>
        <p:spPr>
          <a:xfrm>
            <a:off x="311700" y="2042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9. </a:t>
            </a:r>
            <a:r>
              <a:rPr lang="pt-PT" dirty="0" err="1"/>
              <a:t>What</a:t>
            </a:r>
            <a:r>
              <a:rPr lang="pt-PT" dirty="0"/>
              <a:t> </a:t>
            </a:r>
            <a:r>
              <a:rPr lang="pt-PT" dirty="0" err="1"/>
              <a:t>would</a:t>
            </a:r>
            <a:r>
              <a:rPr lang="pt-PT" dirty="0"/>
              <a:t> </a:t>
            </a:r>
            <a:r>
              <a:rPr lang="pt-PT" dirty="0" err="1"/>
              <a:t>be</a:t>
            </a:r>
            <a:r>
              <a:rPr lang="pt-PT" dirty="0"/>
              <a:t> </a:t>
            </a:r>
            <a:r>
              <a:rPr lang="pt-PT" dirty="0" err="1"/>
              <a:t>the</a:t>
            </a:r>
            <a:r>
              <a:rPr lang="pt-PT" dirty="0"/>
              <a:t> </a:t>
            </a:r>
            <a:r>
              <a:rPr lang="pt-PT" dirty="0" err="1"/>
              <a:t>multiplicity</a:t>
            </a:r>
            <a:r>
              <a:rPr lang="pt-PT" dirty="0"/>
              <a:t> </a:t>
            </a:r>
            <a:r>
              <a:rPr lang="pt-PT" dirty="0" err="1"/>
              <a:t>of</a:t>
            </a:r>
            <a:r>
              <a:rPr lang="pt-PT" dirty="0"/>
              <a:t> </a:t>
            </a:r>
            <a:r>
              <a:rPr lang="pt-PT" dirty="0" err="1"/>
              <a:t>the</a:t>
            </a:r>
            <a:r>
              <a:rPr lang="pt-PT" dirty="0"/>
              <a:t> </a:t>
            </a:r>
            <a:r>
              <a:rPr lang="pt-PT" dirty="0" err="1"/>
              <a:t>association</a:t>
            </a:r>
            <a:r>
              <a:rPr lang="pt-PT" dirty="0"/>
              <a:t> </a:t>
            </a:r>
            <a:r>
              <a:rPr lang="pt-PT" dirty="0" err="1"/>
              <a:t>between</a:t>
            </a:r>
            <a:r>
              <a:rPr lang="pt-PT" dirty="0"/>
              <a:t> </a:t>
            </a:r>
            <a:r>
              <a:rPr lang="pt-PT" dirty="0" err="1"/>
              <a:t>book</a:t>
            </a:r>
            <a:r>
              <a:rPr lang="pt-PT" dirty="0"/>
              <a:t> </a:t>
            </a:r>
            <a:r>
              <a:rPr lang="pt-PT" dirty="0" err="1"/>
              <a:t>and</a:t>
            </a:r>
            <a:r>
              <a:rPr lang="pt-PT" dirty="0"/>
              <a:t> publisher?</a:t>
            </a:r>
            <a:endParaRPr dirty="0"/>
          </a:p>
          <a:p>
            <a:pPr marL="0" lvl="0" indent="0" algn="l" rtl="0">
              <a:spcBef>
                <a:spcPts val="0"/>
              </a:spcBef>
              <a:spcAft>
                <a:spcPts val="0"/>
              </a:spcAft>
              <a:buNone/>
            </a:pPr>
            <a:endParaRPr dirty="0"/>
          </a:p>
        </p:txBody>
      </p:sp>
      <p:sp>
        <p:nvSpPr>
          <p:cNvPr id="335" name="Google Shape;335;p59"/>
          <p:cNvSpPr txBox="1">
            <a:spLocks noGrp="1"/>
          </p:cNvSpPr>
          <p:nvPr>
            <p:ph type="body" idx="1"/>
          </p:nvPr>
        </p:nvSpPr>
        <p:spPr>
          <a:xfrm>
            <a:off x="311700" y="1635025"/>
            <a:ext cx="8520600" cy="3293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many-to-one</a:t>
            </a:r>
            <a:endParaRPr sz="2400"/>
          </a:p>
          <a:p>
            <a:pPr marL="457200" lvl="0" indent="-381000" algn="l" rtl="0">
              <a:spcBef>
                <a:spcPts val="0"/>
              </a:spcBef>
              <a:spcAft>
                <a:spcPts val="0"/>
              </a:spcAft>
              <a:buSzPts val="2400"/>
              <a:buAutoNum type="arabicPeriod"/>
            </a:pPr>
            <a:r>
              <a:rPr lang="pt-PT" sz="2400"/>
              <a:t>one-to-one</a:t>
            </a:r>
            <a:endParaRPr sz="2400"/>
          </a:p>
          <a:p>
            <a:pPr marL="457200" lvl="0" indent="-381000" algn="l" rtl="0">
              <a:spcBef>
                <a:spcPts val="0"/>
              </a:spcBef>
              <a:spcAft>
                <a:spcPts val="0"/>
              </a:spcAft>
              <a:buSzPts val="2400"/>
              <a:buAutoNum type="arabicPeriod"/>
            </a:pPr>
            <a:r>
              <a:rPr lang="pt-PT" sz="2400"/>
              <a:t>many-to-many</a:t>
            </a:r>
            <a:endParaRPr sz="2400"/>
          </a:p>
          <a:p>
            <a:pPr marL="457200" lvl="0" indent="-381000" algn="l" rtl="0">
              <a:spcBef>
                <a:spcPts val="0"/>
              </a:spcBef>
              <a:spcAft>
                <a:spcPts val="0"/>
              </a:spcAft>
              <a:buSzPts val="2400"/>
              <a:buAutoNum type="arabicPeriod"/>
            </a:pPr>
            <a:r>
              <a:rPr lang="pt-PT" sz="2400"/>
              <a:t>it depends</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pic>
        <p:nvPicPr>
          <p:cNvPr id="340" name="Google Shape;340;p60"/>
          <p:cNvPicPr preferRelativeResize="0"/>
          <p:nvPr/>
        </p:nvPicPr>
        <p:blipFill>
          <a:blip r:embed="rId3">
            <a:alphaModFix/>
          </a:blip>
          <a:stretch>
            <a:fillRect/>
          </a:stretch>
        </p:blipFill>
        <p:spPr>
          <a:xfrm>
            <a:off x="311700" y="1431025"/>
            <a:ext cx="3886200" cy="3371850"/>
          </a:xfrm>
          <a:prstGeom prst="rect">
            <a:avLst/>
          </a:prstGeom>
          <a:noFill/>
          <a:ln>
            <a:noFill/>
          </a:ln>
        </p:spPr>
      </p:pic>
      <p:sp>
        <p:nvSpPr>
          <p:cNvPr id="341" name="Google Shape;341;p60"/>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10.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statements</a:t>
            </a:r>
            <a:r>
              <a:rPr lang="pt-PT" dirty="0"/>
              <a:t> </a:t>
            </a:r>
            <a:r>
              <a:rPr lang="pt-PT" dirty="0" err="1"/>
              <a:t>is</a:t>
            </a:r>
            <a:r>
              <a:rPr lang="pt-PT" dirty="0"/>
              <a:t> </a:t>
            </a:r>
            <a:r>
              <a:rPr lang="pt-PT" dirty="0" err="1"/>
              <a:t>correct</a:t>
            </a:r>
            <a:r>
              <a:rPr lang="pt-PT" dirty="0"/>
              <a:t>?</a:t>
            </a:r>
            <a:endParaRPr dirty="0"/>
          </a:p>
          <a:p>
            <a:pPr marL="0" lvl="0" indent="0" algn="l" rtl="0">
              <a:spcBef>
                <a:spcPts val="0"/>
              </a:spcBef>
              <a:spcAft>
                <a:spcPts val="0"/>
              </a:spcAft>
              <a:buNone/>
            </a:pPr>
            <a:endParaRPr dirty="0"/>
          </a:p>
        </p:txBody>
      </p:sp>
      <p:sp>
        <p:nvSpPr>
          <p:cNvPr id="342" name="Google Shape;342;p60"/>
          <p:cNvSpPr txBox="1">
            <a:spLocks noGrp="1"/>
          </p:cNvSpPr>
          <p:nvPr>
            <p:ph type="body" idx="1"/>
          </p:nvPr>
        </p:nvSpPr>
        <p:spPr>
          <a:xfrm>
            <a:off x="4572000" y="1431025"/>
            <a:ext cx="4260300" cy="3497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Assignment dates can be moved to any class</a:t>
            </a:r>
            <a:endParaRPr sz="2400"/>
          </a:p>
          <a:p>
            <a:pPr marL="457200" lvl="0" indent="-381000" algn="l" rtl="0">
              <a:spcBef>
                <a:spcPts val="0"/>
              </a:spcBef>
              <a:spcAft>
                <a:spcPts val="0"/>
              </a:spcAft>
              <a:buSzPts val="2400"/>
              <a:buAutoNum type="arabicPeriod"/>
            </a:pPr>
            <a:r>
              <a:rPr lang="pt-PT" sz="2400"/>
              <a:t>Assignment dates can be moved to the publication</a:t>
            </a:r>
            <a:endParaRPr sz="2400"/>
          </a:p>
          <a:p>
            <a:pPr marL="457200" lvl="0" indent="-381000" algn="l" rtl="0">
              <a:spcBef>
                <a:spcPts val="0"/>
              </a:spcBef>
              <a:spcAft>
                <a:spcPts val="0"/>
              </a:spcAft>
              <a:buSzPts val="2400"/>
              <a:buAutoNum type="arabicPeriod"/>
            </a:pPr>
            <a:r>
              <a:rPr lang="pt-PT" sz="2400"/>
              <a:t>Assignment dates can be moved to the editor</a:t>
            </a:r>
            <a:endParaRPr sz="2400"/>
          </a:p>
          <a:p>
            <a:pPr marL="457200" lvl="0" indent="-381000" algn="l" rtl="0">
              <a:spcBef>
                <a:spcPts val="0"/>
              </a:spcBef>
              <a:spcAft>
                <a:spcPts val="0"/>
              </a:spcAft>
              <a:buSzPts val="2400"/>
              <a:buAutoNum type="arabicPeriod"/>
            </a:pPr>
            <a:r>
              <a:rPr lang="pt-PT" sz="2400"/>
              <a:t>The association class cannot be eliminated</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62"/>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11.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statements</a:t>
            </a:r>
            <a:r>
              <a:rPr lang="pt-PT" dirty="0"/>
              <a:t> </a:t>
            </a:r>
            <a:r>
              <a:rPr lang="pt-PT" dirty="0" err="1"/>
              <a:t>is</a:t>
            </a:r>
            <a:r>
              <a:rPr lang="pt-PT" dirty="0"/>
              <a:t> </a:t>
            </a:r>
            <a:r>
              <a:rPr lang="pt-PT" dirty="0" err="1"/>
              <a:t>correct</a:t>
            </a:r>
            <a:r>
              <a:rPr lang="pt-PT" dirty="0"/>
              <a:t>?</a:t>
            </a:r>
            <a:endParaRPr dirty="0"/>
          </a:p>
          <a:p>
            <a:pPr marL="0" lvl="0" indent="0" algn="l" rtl="0">
              <a:spcBef>
                <a:spcPts val="0"/>
              </a:spcBef>
              <a:spcAft>
                <a:spcPts val="0"/>
              </a:spcAft>
              <a:buNone/>
            </a:pPr>
            <a:endParaRPr dirty="0"/>
          </a:p>
        </p:txBody>
      </p:sp>
      <p:sp>
        <p:nvSpPr>
          <p:cNvPr id="355" name="Google Shape;355;p62"/>
          <p:cNvSpPr txBox="1">
            <a:spLocks noGrp="1"/>
          </p:cNvSpPr>
          <p:nvPr>
            <p:ph type="body" idx="1"/>
          </p:nvPr>
        </p:nvSpPr>
        <p:spPr>
          <a:xfrm>
            <a:off x="4572000" y="1168525"/>
            <a:ext cx="4260300" cy="3497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No two states can have the same name</a:t>
            </a:r>
            <a:endParaRPr sz="2400"/>
          </a:p>
          <a:p>
            <a:pPr marL="457200" lvl="0" indent="-381000" algn="l" rtl="0">
              <a:spcBef>
                <a:spcPts val="0"/>
              </a:spcBef>
              <a:spcAft>
                <a:spcPts val="0"/>
              </a:spcAft>
              <a:buSzPts val="2400"/>
              <a:buAutoNum type="arabicPeriod"/>
            </a:pPr>
            <a:r>
              <a:rPr lang="pt-PT" sz="2400"/>
              <a:t>Each city can be in zero or one states</a:t>
            </a:r>
            <a:endParaRPr sz="2400"/>
          </a:p>
          <a:p>
            <a:pPr marL="457200" lvl="0" indent="-381000" algn="l" rtl="0">
              <a:spcBef>
                <a:spcPts val="0"/>
              </a:spcBef>
              <a:spcAft>
                <a:spcPts val="0"/>
              </a:spcAft>
              <a:buSzPts val="2400"/>
              <a:buAutoNum type="arabicPeriod"/>
            </a:pPr>
            <a:r>
              <a:rPr lang="pt-PT" sz="2400"/>
              <a:t>No person can be the mayor of cities in 2 different states</a:t>
            </a:r>
            <a:endParaRPr sz="2400"/>
          </a:p>
          <a:p>
            <a:pPr marL="457200" lvl="0" indent="-381000" algn="l" rtl="0">
              <a:spcBef>
                <a:spcPts val="0"/>
              </a:spcBef>
              <a:spcAft>
                <a:spcPts val="0"/>
              </a:spcAft>
              <a:buSzPts val="2400"/>
              <a:buAutoNum type="arabicPeriod"/>
            </a:pPr>
            <a:r>
              <a:rPr lang="pt-PT" sz="2400"/>
              <a:t>No two states can have the same governor</a:t>
            </a:r>
            <a:endParaRPr sz="2400"/>
          </a:p>
        </p:txBody>
      </p:sp>
      <p:pic>
        <p:nvPicPr>
          <p:cNvPr id="356" name="Google Shape;356;p62"/>
          <p:cNvPicPr preferRelativeResize="0"/>
          <p:nvPr/>
        </p:nvPicPr>
        <p:blipFill>
          <a:blip r:embed="rId3">
            <a:alphaModFix/>
          </a:blip>
          <a:stretch>
            <a:fillRect/>
          </a:stretch>
        </p:blipFill>
        <p:spPr>
          <a:xfrm>
            <a:off x="464100" y="1928813"/>
            <a:ext cx="3762375" cy="1285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63"/>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12.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statements</a:t>
            </a:r>
            <a:r>
              <a:rPr lang="pt-PT" dirty="0"/>
              <a:t> </a:t>
            </a:r>
            <a:r>
              <a:rPr lang="pt-PT" dirty="0" err="1"/>
              <a:t>is</a:t>
            </a:r>
            <a:r>
              <a:rPr lang="pt-PT" dirty="0"/>
              <a:t> </a:t>
            </a:r>
            <a:r>
              <a:rPr lang="pt-PT" dirty="0" err="1"/>
              <a:t>correct</a:t>
            </a:r>
            <a:r>
              <a:rPr lang="pt-PT" dirty="0"/>
              <a:t>?</a:t>
            </a:r>
            <a:endParaRPr dirty="0"/>
          </a:p>
          <a:p>
            <a:pPr marL="0" lvl="0" indent="0" algn="l" rtl="0">
              <a:spcBef>
                <a:spcPts val="0"/>
              </a:spcBef>
              <a:spcAft>
                <a:spcPts val="0"/>
              </a:spcAft>
              <a:buNone/>
            </a:pPr>
            <a:endParaRPr dirty="0"/>
          </a:p>
        </p:txBody>
      </p:sp>
      <p:sp>
        <p:nvSpPr>
          <p:cNvPr id="362" name="Google Shape;362;p63"/>
          <p:cNvSpPr txBox="1">
            <a:spLocks noGrp="1"/>
          </p:cNvSpPr>
          <p:nvPr>
            <p:ph type="body" idx="1"/>
          </p:nvPr>
        </p:nvSpPr>
        <p:spPr>
          <a:xfrm>
            <a:off x="4572000" y="1431025"/>
            <a:ext cx="4260300" cy="3497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No two countries can have the same name</a:t>
            </a:r>
            <a:endParaRPr sz="2400"/>
          </a:p>
          <a:p>
            <a:pPr marL="457200" lvl="0" indent="-381000" algn="l" rtl="0">
              <a:spcBef>
                <a:spcPts val="0"/>
              </a:spcBef>
              <a:spcAft>
                <a:spcPts val="0"/>
              </a:spcAft>
              <a:buSzPts val="2400"/>
              <a:buAutoNum type="arabicPeriod"/>
            </a:pPr>
            <a:r>
              <a:rPr lang="pt-PT" sz="2400"/>
              <a:t>A country can speak two languages</a:t>
            </a:r>
            <a:endParaRPr sz="2400"/>
          </a:p>
          <a:p>
            <a:pPr marL="457200" lvl="0" indent="-381000" algn="l" rtl="0">
              <a:spcBef>
                <a:spcPts val="0"/>
              </a:spcBef>
              <a:spcAft>
                <a:spcPts val="0"/>
              </a:spcAft>
              <a:buSzPts val="2400"/>
              <a:buAutoNum type="arabicPeriod"/>
            </a:pPr>
            <a:r>
              <a:rPr lang="pt-PT" sz="2400"/>
              <a:t>Each country must belong to a continent</a:t>
            </a:r>
            <a:endParaRPr sz="2400"/>
          </a:p>
          <a:p>
            <a:pPr marL="457200" lvl="0" indent="-381000" algn="l" rtl="0">
              <a:spcBef>
                <a:spcPts val="0"/>
              </a:spcBef>
              <a:spcAft>
                <a:spcPts val="0"/>
              </a:spcAft>
              <a:buSzPts val="2400"/>
              <a:buAutoNum type="arabicPeriod"/>
            </a:pPr>
            <a:r>
              <a:rPr lang="pt-PT" sz="2400"/>
              <a:t>A continent may have no countries</a:t>
            </a:r>
            <a:endParaRPr sz="2400"/>
          </a:p>
        </p:txBody>
      </p:sp>
      <p:pic>
        <p:nvPicPr>
          <p:cNvPr id="363" name="Google Shape;363;p63"/>
          <p:cNvPicPr preferRelativeResize="0"/>
          <p:nvPr/>
        </p:nvPicPr>
        <p:blipFill>
          <a:blip r:embed="rId3">
            <a:alphaModFix/>
          </a:blip>
          <a:stretch>
            <a:fillRect/>
          </a:stretch>
        </p:blipFill>
        <p:spPr>
          <a:xfrm>
            <a:off x="464100" y="1985963"/>
            <a:ext cx="3867150" cy="1171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64"/>
          <p:cNvSpPr txBox="1">
            <a:spLocks noGrp="1"/>
          </p:cNvSpPr>
          <p:nvPr>
            <p:ph type="title"/>
          </p:nvPr>
        </p:nvSpPr>
        <p:spPr>
          <a:xfrm>
            <a:off x="311700" y="2042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13.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statements</a:t>
            </a:r>
            <a:r>
              <a:rPr lang="pt-PT" dirty="0"/>
              <a:t> are TRUE </a:t>
            </a:r>
            <a:r>
              <a:rPr lang="pt-PT" dirty="0" err="1"/>
              <a:t>about</a:t>
            </a:r>
            <a:r>
              <a:rPr lang="pt-PT" dirty="0"/>
              <a:t> </a:t>
            </a:r>
            <a:r>
              <a:rPr lang="pt-PT" dirty="0" err="1"/>
              <a:t>an</a:t>
            </a:r>
            <a:r>
              <a:rPr lang="pt-PT" dirty="0"/>
              <a:t> SQL </a:t>
            </a:r>
            <a:r>
              <a:rPr lang="pt-PT" dirty="0" err="1"/>
              <a:t>query</a:t>
            </a:r>
            <a:r>
              <a:rPr lang="pt-PT" dirty="0"/>
              <a:t>?</a:t>
            </a:r>
            <a:endParaRPr dirty="0"/>
          </a:p>
          <a:p>
            <a:pPr marL="0" lvl="0" indent="0" algn="l" rtl="0">
              <a:spcBef>
                <a:spcPts val="0"/>
              </a:spcBef>
              <a:spcAft>
                <a:spcPts val="0"/>
              </a:spcAft>
              <a:buNone/>
            </a:pPr>
            <a:endParaRPr dirty="0"/>
          </a:p>
        </p:txBody>
      </p:sp>
      <p:sp>
        <p:nvSpPr>
          <p:cNvPr id="369" name="Google Shape;369;p64"/>
          <p:cNvSpPr txBox="1">
            <a:spLocks noGrp="1"/>
          </p:cNvSpPr>
          <p:nvPr>
            <p:ph type="body" idx="1"/>
          </p:nvPr>
        </p:nvSpPr>
        <p:spPr>
          <a:xfrm>
            <a:off x="311700" y="1358850"/>
            <a:ext cx="8520600" cy="3569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An SQL query can contain a HAVING clause even if it does not have a GROUP BY clause P</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An SQL query can contain a HAVING clause only if it has a GROUP BY clause Q</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All attributes used in the GROUP BY clause must appear in the SELECT clause R</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Not all attributes used in the GROUP BY clause need to appear in the SELECT clause S</a:t>
            </a:r>
            <a:endParaRPr sz="2400">
              <a:highlight>
                <a:schemeClr val="lt1"/>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5"/>
          <p:cNvSpPr txBox="1">
            <a:spLocks noGrp="1"/>
          </p:cNvSpPr>
          <p:nvPr>
            <p:ph type="title"/>
          </p:nvPr>
        </p:nvSpPr>
        <p:spPr>
          <a:xfrm>
            <a:off x="311700" y="204275"/>
            <a:ext cx="840900" cy="6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14.</a:t>
            </a:r>
            <a:endParaRPr dirty="0"/>
          </a:p>
          <a:p>
            <a:pPr marL="0" lvl="0" indent="0" algn="l" rtl="0">
              <a:spcBef>
                <a:spcPts val="0"/>
              </a:spcBef>
              <a:spcAft>
                <a:spcPts val="0"/>
              </a:spcAft>
              <a:buNone/>
            </a:pPr>
            <a:endParaRPr dirty="0"/>
          </a:p>
        </p:txBody>
      </p:sp>
      <p:pic>
        <p:nvPicPr>
          <p:cNvPr id="375" name="Google Shape;375;p65"/>
          <p:cNvPicPr preferRelativeResize="0"/>
          <p:nvPr/>
        </p:nvPicPr>
        <p:blipFill>
          <a:blip r:embed="rId3">
            <a:alphaModFix/>
          </a:blip>
          <a:stretch>
            <a:fillRect/>
          </a:stretch>
        </p:blipFill>
        <p:spPr>
          <a:xfrm>
            <a:off x="932700" y="152400"/>
            <a:ext cx="4501621" cy="4838699"/>
          </a:xfrm>
          <a:prstGeom prst="rect">
            <a:avLst/>
          </a:prstGeom>
          <a:noFill/>
          <a:ln>
            <a:noFill/>
          </a:ln>
        </p:spPr>
      </p:pic>
      <p:sp>
        <p:nvSpPr>
          <p:cNvPr id="376" name="Google Shape;376;p65"/>
          <p:cNvSpPr txBox="1">
            <a:spLocks noGrp="1"/>
          </p:cNvSpPr>
          <p:nvPr>
            <p:ph type="body" idx="1"/>
          </p:nvPr>
        </p:nvSpPr>
        <p:spPr>
          <a:xfrm>
            <a:off x="6105725" y="1469700"/>
            <a:ext cx="1712100" cy="2204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4</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3</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0</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1</a:t>
            </a:r>
            <a:endParaRPr sz="2400">
              <a:highlight>
                <a:schemeClr val="lt1"/>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66"/>
          <p:cNvSpPr txBox="1">
            <a:spLocks noGrp="1"/>
          </p:cNvSpPr>
          <p:nvPr>
            <p:ph type="title"/>
          </p:nvPr>
        </p:nvSpPr>
        <p:spPr>
          <a:xfrm>
            <a:off x="311700" y="204275"/>
            <a:ext cx="840900" cy="6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15.</a:t>
            </a:r>
            <a:endParaRPr dirty="0"/>
          </a:p>
          <a:p>
            <a:pPr marL="0" lvl="0" indent="0" algn="l" rtl="0">
              <a:spcBef>
                <a:spcPts val="0"/>
              </a:spcBef>
              <a:spcAft>
                <a:spcPts val="0"/>
              </a:spcAft>
              <a:buNone/>
            </a:pPr>
            <a:endParaRPr dirty="0"/>
          </a:p>
        </p:txBody>
      </p:sp>
      <p:sp>
        <p:nvSpPr>
          <p:cNvPr id="382" name="Google Shape;382;p66"/>
          <p:cNvSpPr txBox="1">
            <a:spLocks noGrp="1"/>
          </p:cNvSpPr>
          <p:nvPr>
            <p:ph type="body" idx="1"/>
          </p:nvPr>
        </p:nvSpPr>
        <p:spPr>
          <a:xfrm>
            <a:off x="6541175" y="1469700"/>
            <a:ext cx="1712100" cy="2204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3</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9</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5</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6</a:t>
            </a:r>
            <a:endParaRPr sz="2400">
              <a:highlight>
                <a:schemeClr val="lt1"/>
              </a:highlight>
            </a:endParaRPr>
          </a:p>
        </p:txBody>
      </p:sp>
      <p:pic>
        <p:nvPicPr>
          <p:cNvPr id="383" name="Google Shape;383;p66"/>
          <p:cNvPicPr preferRelativeResize="0"/>
          <p:nvPr/>
        </p:nvPicPr>
        <p:blipFill>
          <a:blip r:embed="rId3">
            <a:alphaModFix/>
          </a:blip>
          <a:stretch>
            <a:fillRect/>
          </a:stretch>
        </p:blipFill>
        <p:spPr>
          <a:xfrm>
            <a:off x="311700" y="1087075"/>
            <a:ext cx="5800926" cy="268823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67"/>
          <p:cNvSpPr txBox="1">
            <a:spLocks noGrp="1"/>
          </p:cNvSpPr>
          <p:nvPr>
            <p:ph type="title"/>
          </p:nvPr>
        </p:nvSpPr>
        <p:spPr>
          <a:xfrm>
            <a:off x="311700" y="204275"/>
            <a:ext cx="840900" cy="6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16.</a:t>
            </a:r>
            <a:endParaRPr dirty="0"/>
          </a:p>
          <a:p>
            <a:pPr marL="0" lvl="0" indent="0" algn="l" rtl="0">
              <a:spcBef>
                <a:spcPts val="0"/>
              </a:spcBef>
              <a:spcAft>
                <a:spcPts val="0"/>
              </a:spcAft>
              <a:buNone/>
            </a:pPr>
            <a:endParaRPr dirty="0"/>
          </a:p>
        </p:txBody>
      </p:sp>
      <p:sp>
        <p:nvSpPr>
          <p:cNvPr id="389" name="Google Shape;389;p67"/>
          <p:cNvSpPr txBox="1">
            <a:spLocks noGrp="1"/>
          </p:cNvSpPr>
          <p:nvPr>
            <p:ph type="body" idx="1"/>
          </p:nvPr>
        </p:nvSpPr>
        <p:spPr>
          <a:xfrm>
            <a:off x="6541175" y="1469700"/>
            <a:ext cx="1712100" cy="2204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1, 0</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1, 2</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1, 3</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1, 5</a:t>
            </a:r>
            <a:endParaRPr sz="2400">
              <a:highlight>
                <a:schemeClr val="lt1"/>
              </a:highlight>
            </a:endParaRPr>
          </a:p>
        </p:txBody>
      </p:sp>
      <p:pic>
        <p:nvPicPr>
          <p:cNvPr id="390" name="Google Shape;390;p67"/>
          <p:cNvPicPr preferRelativeResize="0"/>
          <p:nvPr/>
        </p:nvPicPr>
        <p:blipFill>
          <a:blip r:embed="rId3">
            <a:alphaModFix/>
          </a:blip>
          <a:stretch>
            <a:fillRect/>
          </a:stretch>
        </p:blipFill>
        <p:spPr>
          <a:xfrm>
            <a:off x="1152600" y="152400"/>
            <a:ext cx="4259854" cy="48386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68"/>
          <p:cNvSpPr txBox="1">
            <a:spLocks noGrp="1"/>
          </p:cNvSpPr>
          <p:nvPr>
            <p:ph type="title"/>
          </p:nvPr>
        </p:nvSpPr>
        <p:spPr>
          <a:xfrm>
            <a:off x="311700" y="204275"/>
            <a:ext cx="840900" cy="6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17.</a:t>
            </a:r>
            <a:endParaRPr dirty="0"/>
          </a:p>
          <a:p>
            <a:pPr marL="0" lvl="0" indent="0" algn="l" rtl="0">
              <a:spcBef>
                <a:spcPts val="0"/>
              </a:spcBef>
              <a:spcAft>
                <a:spcPts val="0"/>
              </a:spcAft>
              <a:buNone/>
            </a:pPr>
            <a:endParaRPr dirty="0"/>
          </a:p>
        </p:txBody>
      </p:sp>
      <p:sp>
        <p:nvSpPr>
          <p:cNvPr id="396" name="Google Shape;396;p68"/>
          <p:cNvSpPr txBox="1">
            <a:spLocks noGrp="1"/>
          </p:cNvSpPr>
          <p:nvPr>
            <p:ph type="body" idx="1"/>
          </p:nvPr>
        </p:nvSpPr>
        <p:spPr>
          <a:xfrm>
            <a:off x="209800" y="736350"/>
            <a:ext cx="3384300" cy="3462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Find the names of all suppliers who have supplied a non-blue part</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Find the names of all suppliers who have not supplied a non-blue part</a:t>
            </a:r>
            <a:endParaRPr sz="2400">
              <a:highlight>
                <a:schemeClr val="lt1"/>
              </a:highlight>
            </a:endParaRPr>
          </a:p>
        </p:txBody>
      </p:sp>
      <p:pic>
        <p:nvPicPr>
          <p:cNvPr id="397" name="Google Shape;397;p68"/>
          <p:cNvPicPr preferRelativeResize="0"/>
          <p:nvPr/>
        </p:nvPicPr>
        <p:blipFill>
          <a:blip r:embed="rId3">
            <a:alphaModFix/>
          </a:blip>
          <a:stretch>
            <a:fillRect/>
          </a:stretch>
        </p:blipFill>
        <p:spPr>
          <a:xfrm>
            <a:off x="3748050" y="79850"/>
            <a:ext cx="5370249" cy="3463050"/>
          </a:xfrm>
          <a:prstGeom prst="rect">
            <a:avLst/>
          </a:prstGeom>
          <a:noFill/>
          <a:ln>
            <a:noFill/>
          </a:ln>
        </p:spPr>
      </p:pic>
      <p:sp>
        <p:nvSpPr>
          <p:cNvPr id="398" name="Google Shape;398;p68"/>
          <p:cNvSpPr txBox="1">
            <a:spLocks noGrp="1"/>
          </p:cNvSpPr>
          <p:nvPr>
            <p:ph type="body" idx="1"/>
          </p:nvPr>
        </p:nvSpPr>
        <p:spPr>
          <a:xfrm>
            <a:off x="311700" y="4199250"/>
            <a:ext cx="7291500" cy="944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pt-PT" sz="2400" dirty="0">
                <a:highlight>
                  <a:schemeClr val="lt1"/>
                </a:highlight>
              </a:rPr>
              <a:t>3.  </a:t>
            </a:r>
            <a:r>
              <a:rPr lang="pt-PT" sz="2400" dirty="0" err="1">
                <a:highlight>
                  <a:schemeClr val="lt1"/>
                </a:highlight>
              </a:rPr>
              <a:t>Find</a:t>
            </a:r>
            <a:r>
              <a:rPr lang="pt-PT" sz="2400" dirty="0">
                <a:highlight>
                  <a:schemeClr val="lt1"/>
                </a:highlight>
              </a:rPr>
              <a:t> </a:t>
            </a:r>
            <a:r>
              <a:rPr lang="pt-PT" sz="2400" dirty="0" err="1">
                <a:highlight>
                  <a:schemeClr val="lt1"/>
                </a:highlight>
              </a:rPr>
              <a:t>the</a:t>
            </a:r>
            <a:r>
              <a:rPr lang="pt-PT" sz="2400" dirty="0">
                <a:highlight>
                  <a:schemeClr val="lt1"/>
                </a:highlight>
              </a:rPr>
              <a:t> </a:t>
            </a:r>
            <a:r>
              <a:rPr lang="pt-PT" sz="2400" dirty="0" err="1">
                <a:highlight>
                  <a:schemeClr val="lt1"/>
                </a:highlight>
              </a:rPr>
              <a:t>names</a:t>
            </a:r>
            <a:r>
              <a:rPr lang="pt-PT" sz="2400" dirty="0">
                <a:highlight>
                  <a:schemeClr val="lt1"/>
                </a:highlight>
              </a:rPr>
              <a:t> </a:t>
            </a:r>
            <a:r>
              <a:rPr lang="pt-PT" sz="2400" dirty="0" err="1">
                <a:highlight>
                  <a:schemeClr val="lt1"/>
                </a:highlight>
              </a:rPr>
              <a:t>of</a:t>
            </a:r>
            <a:r>
              <a:rPr lang="pt-PT" sz="2400" dirty="0">
                <a:highlight>
                  <a:schemeClr val="lt1"/>
                </a:highlight>
              </a:rPr>
              <a:t> </a:t>
            </a:r>
            <a:r>
              <a:rPr lang="pt-PT" sz="2400" dirty="0" err="1">
                <a:highlight>
                  <a:schemeClr val="lt1"/>
                </a:highlight>
              </a:rPr>
              <a:t>all</a:t>
            </a:r>
            <a:r>
              <a:rPr lang="pt-PT" sz="2400" dirty="0">
                <a:highlight>
                  <a:schemeClr val="lt1"/>
                </a:highlight>
              </a:rPr>
              <a:t> </a:t>
            </a:r>
            <a:r>
              <a:rPr lang="pt-PT" sz="2400" dirty="0" err="1">
                <a:highlight>
                  <a:schemeClr val="lt1"/>
                </a:highlight>
              </a:rPr>
              <a:t>suppliers</a:t>
            </a:r>
            <a:r>
              <a:rPr lang="pt-PT" sz="2400" dirty="0">
                <a:highlight>
                  <a:schemeClr val="lt1"/>
                </a:highlight>
              </a:rPr>
              <a:t> </a:t>
            </a:r>
            <a:r>
              <a:rPr lang="pt-PT" sz="2400" dirty="0" err="1">
                <a:highlight>
                  <a:schemeClr val="lt1"/>
                </a:highlight>
              </a:rPr>
              <a:t>who</a:t>
            </a:r>
            <a:r>
              <a:rPr lang="pt-PT" sz="2400" dirty="0">
                <a:highlight>
                  <a:schemeClr val="lt1"/>
                </a:highlight>
              </a:rPr>
              <a:t> </a:t>
            </a:r>
            <a:r>
              <a:rPr lang="pt-PT" sz="2400" dirty="0" err="1">
                <a:highlight>
                  <a:schemeClr val="lt1"/>
                </a:highlight>
              </a:rPr>
              <a:t>have</a:t>
            </a:r>
            <a:r>
              <a:rPr lang="pt-PT" sz="2400" dirty="0">
                <a:highlight>
                  <a:schemeClr val="lt1"/>
                </a:highlight>
              </a:rPr>
              <a:t> </a:t>
            </a:r>
            <a:r>
              <a:rPr lang="pt-PT" sz="2400" dirty="0" err="1">
                <a:highlight>
                  <a:schemeClr val="lt1"/>
                </a:highlight>
              </a:rPr>
              <a:t>not</a:t>
            </a:r>
            <a:r>
              <a:rPr lang="pt-PT" sz="2400" dirty="0">
                <a:highlight>
                  <a:schemeClr val="lt1"/>
                </a:highlight>
              </a:rPr>
              <a:t> </a:t>
            </a:r>
            <a:r>
              <a:rPr lang="pt-PT" sz="2400" dirty="0" err="1">
                <a:highlight>
                  <a:schemeClr val="lt1"/>
                </a:highlight>
              </a:rPr>
              <a:t>supplied</a:t>
            </a:r>
            <a:r>
              <a:rPr lang="pt-PT" sz="2400" dirty="0">
                <a:highlight>
                  <a:schemeClr val="lt1"/>
                </a:highlight>
              </a:rPr>
              <a:t> </a:t>
            </a:r>
            <a:r>
              <a:rPr lang="pt-PT" sz="2400" dirty="0" err="1">
                <a:highlight>
                  <a:schemeClr val="lt1"/>
                </a:highlight>
              </a:rPr>
              <a:t>only</a:t>
            </a:r>
            <a:r>
              <a:rPr lang="pt-PT" sz="2400" dirty="0">
                <a:highlight>
                  <a:schemeClr val="lt1"/>
                </a:highlight>
              </a:rPr>
              <a:t> </a:t>
            </a:r>
            <a:r>
              <a:rPr lang="pt-PT" sz="2400" dirty="0" err="1">
                <a:highlight>
                  <a:schemeClr val="lt1"/>
                </a:highlight>
              </a:rPr>
              <a:t>blue</a:t>
            </a:r>
            <a:r>
              <a:rPr lang="pt-PT" sz="2400" dirty="0">
                <a:highlight>
                  <a:schemeClr val="lt1"/>
                </a:highlight>
              </a:rPr>
              <a:t> </a:t>
            </a:r>
            <a:r>
              <a:rPr lang="pt-PT" sz="2400" dirty="0" err="1">
                <a:highlight>
                  <a:schemeClr val="lt1"/>
                </a:highlight>
              </a:rPr>
              <a:t>parts</a:t>
            </a:r>
            <a:endParaRPr sz="2400" dirty="0">
              <a:highlight>
                <a:schemeClr val="lt1"/>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9"/>
          <p:cNvSpPr txBox="1">
            <a:spLocks noGrp="1"/>
          </p:cNvSpPr>
          <p:nvPr>
            <p:ph type="title"/>
          </p:nvPr>
        </p:nvSpPr>
        <p:spPr>
          <a:xfrm>
            <a:off x="311700" y="204275"/>
            <a:ext cx="8520600" cy="200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18. </a:t>
            </a:r>
            <a:r>
              <a:rPr lang="pt-PT" sz="2400" dirty="0" err="1">
                <a:highlight>
                  <a:schemeClr val="lt1"/>
                </a:highlight>
              </a:rPr>
              <a:t>Relation</a:t>
            </a:r>
            <a:r>
              <a:rPr lang="pt-PT" sz="2400" dirty="0">
                <a:highlight>
                  <a:schemeClr val="lt1"/>
                </a:highlight>
              </a:rPr>
              <a:t> R </a:t>
            </a:r>
            <a:r>
              <a:rPr lang="pt-PT" sz="2400" dirty="0" err="1">
                <a:highlight>
                  <a:schemeClr val="lt1"/>
                </a:highlight>
              </a:rPr>
              <a:t>has</a:t>
            </a:r>
            <a:r>
              <a:rPr lang="pt-PT" sz="2400" dirty="0">
                <a:highlight>
                  <a:schemeClr val="lt1"/>
                </a:highlight>
              </a:rPr>
              <a:t> </a:t>
            </a:r>
            <a:r>
              <a:rPr lang="pt-PT" sz="2400" dirty="0" err="1">
                <a:highlight>
                  <a:schemeClr val="lt1"/>
                </a:highlight>
              </a:rPr>
              <a:t>eight</a:t>
            </a:r>
            <a:r>
              <a:rPr lang="pt-PT" sz="2400" dirty="0">
                <a:highlight>
                  <a:schemeClr val="lt1"/>
                </a:highlight>
              </a:rPr>
              <a:t> </a:t>
            </a:r>
            <a:r>
              <a:rPr lang="pt-PT" sz="2400" dirty="0" err="1">
                <a:highlight>
                  <a:schemeClr val="lt1"/>
                </a:highlight>
              </a:rPr>
              <a:t>attributes</a:t>
            </a:r>
            <a:r>
              <a:rPr lang="pt-PT" sz="2400" dirty="0">
                <a:highlight>
                  <a:schemeClr val="lt1"/>
                </a:highlight>
              </a:rPr>
              <a:t> ABCDEFGH. </a:t>
            </a:r>
            <a:r>
              <a:rPr lang="pt-PT" sz="2400" dirty="0" err="1">
                <a:highlight>
                  <a:schemeClr val="lt1"/>
                </a:highlight>
              </a:rPr>
              <a:t>Fields</a:t>
            </a:r>
            <a:r>
              <a:rPr lang="pt-PT" sz="2400" dirty="0">
                <a:highlight>
                  <a:schemeClr val="lt1"/>
                </a:highlight>
              </a:rPr>
              <a:t> </a:t>
            </a:r>
            <a:r>
              <a:rPr lang="pt-PT" sz="2400" dirty="0" err="1">
                <a:highlight>
                  <a:schemeClr val="lt1"/>
                </a:highlight>
              </a:rPr>
              <a:t>of</a:t>
            </a:r>
            <a:r>
              <a:rPr lang="pt-PT" sz="2400" dirty="0">
                <a:highlight>
                  <a:schemeClr val="lt1"/>
                </a:highlight>
              </a:rPr>
              <a:t> R </a:t>
            </a:r>
            <a:r>
              <a:rPr lang="pt-PT" sz="2400" dirty="0" err="1">
                <a:highlight>
                  <a:schemeClr val="lt1"/>
                </a:highlight>
              </a:rPr>
              <a:t>contain</a:t>
            </a:r>
            <a:r>
              <a:rPr lang="pt-PT" sz="2400" dirty="0">
                <a:highlight>
                  <a:schemeClr val="lt1"/>
                </a:highlight>
              </a:rPr>
              <a:t> </a:t>
            </a:r>
            <a:r>
              <a:rPr lang="pt-PT" sz="2400" dirty="0" err="1">
                <a:highlight>
                  <a:schemeClr val="lt1"/>
                </a:highlight>
              </a:rPr>
              <a:t>only</a:t>
            </a:r>
            <a:r>
              <a:rPr lang="pt-PT" sz="2400" dirty="0">
                <a:highlight>
                  <a:schemeClr val="lt1"/>
                </a:highlight>
              </a:rPr>
              <a:t> </a:t>
            </a:r>
            <a:r>
              <a:rPr lang="pt-PT" sz="2400" dirty="0" err="1">
                <a:highlight>
                  <a:schemeClr val="lt1"/>
                </a:highlight>
              </a:rPr>
              <a:t>atomic</a:t>
            </a:r>
            <a:r>
              <a:rPr lang="pt-PT" sz="2400" dirty="0">
                <a:highlight>
                  <a:schemeClr val="lt1"/>
                </a:highlight>
              </a:rPr>
              <a:t> </a:t>
            </a:r>
            <a:r>
              <a:rPr lang="pt-PT" sz="2400" dirty="0" err="1">
                <a:highlight>
                  <a:schemeClr val="lt1"/>
                </a:highlight>
              </a:rPr>
              <a:t>values</a:t>
            </a:r>
            <a:r>
              <a:rPr lang="pt-PT" sz="2400" dirty="0">
                <a:highlight>
                  <a:schemeClr val="lt1"/>
                </a:highlight>
              </a:rPr>
              <a:t>. F = {CH-&gt;G, A-&gt;BC, B-&gt;CFH, E-&gt;A, F-&gt;EG} </a:t>
            </a:r>
            <a:r>
              <a:rPr lang="pt-PT" sz="2400" dirty="0" err="1">
                <a:highlight>
                  <a:schemeClr val="lt1"/>
                </a:highlight>
              </a:rPr>
              <a:t>is</a:t>
            </a:r>
            <a:r>
              <a:rPr lang="pt-PT" sz="2400" dirty="0">
                <a:highlight>
                  <a:schemeClr val="lt1"/>
                </a:highlight>
              </a:rPr>
              <a:t> a set </a:t>
            </a:r>
            <a:r>
              <a:rPr lang="pt-PT" sz="2400" dirty="0" err="1">
                <a:highlight>
                  <a:schemeClr val="lt1"/>
                </a:highlight>
              </a:rPr>
              <a:t>of</a:t>
            </a:r>
            <a:r>
              <a:rPr lang="pt-PT" sz="2400" dirty="0">
                <a:highlight>
                  <a:schemeClr val="lt1"/>
                </a:highlight>
              </a:rPr>
              <a:t> </a:t>
            </a:r>
            <a:r>
              <a:rPr lang="pt-PT" sz="2400" dirty="0" err="1">
                <a:highlight>
                  <a:schemeClr val="lt1"/>
                </a:highlight>
              </a:rPr>
              <a:t>functional</a:t>
            </a:r>
            <a:r>
              <a:rPr lang="pt-PT" sz="2400" dirty="0">
                <a:highlight>
                  <a:schemeClr val="lt1"/>
                </a:highlight>
              </a:rPr>
              <a:t> </a:t>
            </a:r>
            <a:r>
              <a:rPr lang="pt-PT" sz="2400" dirty="0" err="1">
                <a:highlight>
                  <a:schemeClr val="lt1"/>
                </a:highlight>
              </a:rPr>
              <a:t>dependencies</a:t>
            </a:r>
            <a:r>
              <a:rPr lang="pt-PT" sz="2400" dirty="0">
                <a:highlight>
                  <a:schemeClr val="lt1"/>
                </a:highlight>
              </a:rPr>
              <a:t> (</a:t>
            </a:r>
            <a:r>
              <a:rPr lang="pt-PT" sz="2400" dirty="0" err="1">
                <a:highlight>
                  <a:schemeClr val="lt1"/>
                </a:highlight>
              </a:rPr>
              <a:t>FDs</a:t>
            </a:r>
            <a:r>
              <a:rPr lang="pt-PT" sz="2400" dirty="0">
                <a:highlight>
                  <a:schemeClr val="lt1"/>
                </a:highlight>
              </a:rPr>
              <a:t>) </a:t>
            </a:r>
            <a:r>
              <a:rPr lang="pt-PT" sz="2400" dirty="0" err="1">
                <a:highlight>
                  <a:schemeClr val="lt1"/>
                </a:highlight>
              </a:rPr>
              <a:t>so</a:t>
            </a:r>
            <a:r>
              <a:rPr lang="pt-PT" sz="2400" dirty="0">
                <a:highlight>
                  <a:schemeClr val="lt1"/>
                </a:highlight>
              </a:rPr>
              <a:t> </a:t>
            </a:r>
            <a:r>
              <a:rPr lang="pt-PT" sz="2400" dirty="0" err="1">
                <a:highlight>
                  <a:schemeClr val="lt1"/>
                </a:highlight>
              </a:rPr>
              <a:t>that</a:t>
            </a:r>
            <a:r>
              <a:rPr lang="pt-PT" sz="2400" dirty="0">
                <a:highlight>
                  <a:schemeClr val="lt1"/>
                </a:highlight>
              </a:rPr>
              <a:t> F+ </a:t>
            </a:r>
            <a:r>
              <a:rPr lang="pt-PT" sz="2400" dirty="0" err="1">
                <a:highlight>
                  <a:schemeClr val="lt1"/>
                </a:highlight>
              </a:rPr>
              <a:t>is</a:t>
            </a:r>
            <a:r>
              <a:rPr lang="pt-PT" sz="2400" dirty="0">
                <a:highlight>
                  <a:schemeClr val="lt1"/>
                </a:highlight>
              </a:rPr>
              <a:t> </a:t>
            </a:r>
            <a:r>
              <a:rPr lang="pt-PT" sz="2400" dirty="0" err="1">
                <a:highlight>
                  <a:schemeClr val="lt1"/>
                </a:highlight>
              </a:rPr>
              <a:t>exactly</a:t>
            </a:r>
            <a:r>
              <a:rPr lang="pt-PT" sz="2400" dirty="0">
                <a:highlight>
                  <a:schemeClr val="lt1"/>
                </a:highlight>
              </a:rPr>
              <a:t> </a:t>
            </a:r>
            <a:r>
              <a:rPr lang="pt-PT" sz="2400" dirty="0" err="1">
                <a:highlight>
                  <a:schemeClr val="lt1"/>
                </a:highlight>
              </a:rPr>
              <a:t>the</a:t>
            </a:r>
            <a:r>
              <a:rPr lang="pt-PT" sz="2400" dirty="0">
                <a:highlight>
                  <a:schemeClr val="lt1"/>
                </a:highlight>
              </a:rPr>
              <a:t> set </a:t>
            </a:r>
            <a:r>
              <a:rPr lang="pt-PT" sz="2400" dirty="0" err="1">
                <a:highlight>
                  <a:schemeClr val="lt1"/>
                </a:highlight>
              </a:rPr>
              <a:t>of</a:t>
            </a:r>
            <a:r>
              <a:rPr lang="pt-PT" sz="2400" dirty="0">
                <a:highlight>
                  <a:schemeClr val="lt1"/>
                </a:highlight>
              </a:rPr>
              <a:t> </a:t>
            </a:r>
            <a:r>
              <a:rPr lang="pt-PT" sz="2400" dirty="0" err="1">
                <a:highlight>
                  <a:schemeClr val="lt1"/>
                </a:highlight>
              </a:rPr>
              <a:t>FDs</a:t>
            </a:r>
            <a:r>
              <a:rPr lang="pt-PT" sz="2400" dirty="0">
                <a:highlight>
                  <a:schemeClr val="lt1"/>
                </a:highlight>
              </a:rPr>
              <a:t> </a:t>
            </a:r>
            <a:r>
              <a:rPr lang="pt-PT" sz="2400" dirty="0" err="1">
                <a:highlight>
                  <a:schemeClr val="lt1"/>
                </a:highlight>
              </a:rPr>
              <a:t>that</a:t>
            </a:r>
            <a:r>
              <a:rPr lang="pt-PT" sz="2400" dirty="0">
                <a:highlight>
                  <a:schemeClr val="lt1"/>
                </a:highlight>
              </a:rPr>
              <a:t> </a:t>
            </a:r>
            <a:r>
              <a:rPr lang="pt-PT" sz="2400" dirty="0" err="1">
                <a:highlight>
                  <a:schemeClr val="lt1"/>
                </a:highlight>
              </a:rPr>
              <a:t>hold</a:t>
            </a:r>
            <a:r>
              <a:rPr lang="pt-PT" sz="2400" dirty="0">
                <a:highlight>
                  <a:schemeClr val="lt1"/>
                </a:highlight>
              </a:rPr>
              <a:t> for R. </a:t>
            </a:r>
            <a:r>
              <a:rPr lang="pt-PT" sz="2400" dirty="0" err="1">
                <a:highlight>
                  <a:schemeClr val="lt1"/>
                </a:highlight>
              </a:rPr>
              <a:t>How</a:t>
            </a:r>
            <a:r>
              <a:rPr lang="pt-PT" sz="2400" dirty="0">
                <a:highlight>
                  <a:schemeClr val="lt1"/>
                </a:highlight>
              </a:rPr>
              <a:t> </a:t>
            </a:r>
            <a:r>
              <a:rPr lang="pt-PT" sz="2400" dirty="0" err="1">
                <a:highlight>
                  <a:schemeClr val="lt1"/>
                </a:highlight>
              </a:rPr>
              <a:t>many</a:t>
            </a:r>
            <a:r>
              <a:rPr lang="pt-PT" sz="2400" dirty="0">
                <a:highlight>
                  <a:schemeClr val="lt1"/>
                </a:highlight>
              </a:rPr>
              <a:t> candidate </a:t>
            </a:r>
            <a:r>
              <a:rPr lang="pt-PT" sz="2400" dirty="0" err="1">
                <a:highlight>
                  <a:schemeClr val="lt1"/>
                </a:highlight>
              </a:rPr>
              <a:t>keys</a:t>
            </a:r>
            <a:r>
              <a:rPr lang="pt-PT" sz="2400" dirty="0">
                <a:highlight>
                  <a:schemeClr val="lt1"/>
                </a:highlight>
              </a:rPr>
              <a:t> does </a:t>
            </a:r>
            <a:r>
              <a:rPr lang="pt-PT" sz="2400" dirty="0" err="1">
                <a:highlight>
                  <a:schemeClr val="lt1"/>
                </a:highlight>
              </a:rPr>
              <a:t>the</a:t>
            </a:r>
            <a:r>
              <a:rPr lang="pt-PT" sz="2400" dirty="0">
                <a:highlight>
                  <a:schemeClr val="lt1"/>
                </a:highlight>
              </a:rPr>
              <a:t> </a:t>
            </a:r>
            <a:r>
              <a:rPr lang="pt-PT" sz="2400" dirty="0" err="1">
                <a:highlight>
                  <a:schemeClr val="lt1"/>
                </a:highlight>
              </a:rPr>
              <a:t>relation</a:t>
            </a:r>
            <a:r>
              <a:rPr lang="pt-PT" sz="2400" dirty="0">
                <a:highlight>
                  <a:schemeClr val="lt1"/>
                </a:highlight>
              </a:rPr>
              <a:t> R </a:t>
            </a:r>
            <a:r>
              <a:rPr lang="pt-PT" sz="2400" dirty="0" err="1">
                <a:highlight>
                  <a:schemeClr val="lt1"/>
                </a:highlight>
              </a:rPr>
              <a:t>have</a:t>
            </a:r>
            <a:r>
              <a:rPr lang="pt-PT" sz="2400" dirty="0">
                <a:highlight>
                  <a:schemeClr val="lt1"/>
                </a:highlight>
              </a:rPr>
              <a:t>?</a:t>
            </a:r>
            <a:endParaRPr sz="2400" dirty="0">
              <a:highlight>
                <a:schemeClr val="lt1"/>
              </a:highlight>
            </a:endParaRPr>
          </a:p>
          <a:p>
            <a:pPr marL="0" lvl="0" indent="0" algn="l" rtl="0">
              <a:spcBef>
                <a:spcPts val="0"/>
              </a:spcBef>
              <a:spcAft>
                <a:spcPts val="0"/>
              </a:spcAft>
              <a:buNone/>
            </a:pPr>
            <a:endParaRPr dirty="0"/>
          </a:p>
        </p:txBody>
      </p:sp>
      <p:sp>
        <p:nvSpPr>
          <p:cNvPr id="404" name="Google Shape;404;p69"/>
          <p:cNvSpPr txBox="1">
            <a:spLocks noGrp="1"/>
          </p:cNvSpPr>
          <p:nvPr>
            <p:ph type="body" idx="1"/>
          </p:nvPr>
        </p:nvSpPr>
        <p:spPr>
          <a:xfrm>
            <a:off x="311700" y="2415850"/>
            <a:ext cx="8520600" cy="2512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3</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4</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5</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6</a:t>
            </a:r>
            <a:endParaRPr sz="2400">
              <a:highlight>
                <a:schemeClr val="lt1"/>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70"/>
          <p:cNvSpPr txBox="1">
            <a:spLocks noGrp="1"/>
          </p:cNvSpPr>
          <p:nvPr>
            <p:ph type="title"/>
          </p:nvPr>
        </p:nvSpPr>
        <p:spPr>
          <a:xfrm>
            <a:off x="311700" y="204275"/>
            <a:ext cx="8520600" cy="169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19. </a:t>
            </a:r>
            <a:r>
              <a:rPr lang="pt-PT" sz="2400" dirty="0" err="1">
                <a:highlight>
                  <a:schemeClr val="lt1"/>
                </a:highlight>
              </a:rPr>
              <a:t>Relation</a:t>
            </a:r>
            <a:r>
              <a:rPr lang="pt-PT" sz="2400" dirty="0">
                <a:highlight>
                  <a:schemeClr val="lt1"/>
                </a:highlight>
              </a:rPr>
              <a:t> R </a:t>
            </a:r>
            <a:r>
              <a:rPr lang="pt-PT" sz="2400" dirty="0" err="1">
                <a:highlight>
                  <a:schemeClr val="lt1"/>
                </a:highlight>
              </a:rPr>
              <a:t>has</a:t>
            </a:r>
            <a:r>
              <a:rPr lang="pt-PT" sz="2400" dirty="0">
                <a:highlight>
                  <a:schemeClr val="lt1"/>
                </a:highlight>
              </a:rPr>
              <a:t> </a:t>
            </a:r>
            <a:r>
              <a:rPr lang="pt-PT" sz="2400" dirty="0" err="1">
                <a:highlight>
                  <a:schemeClr val="lt1"/>
                </a:highlight>
              </a:rPr>
              <a:t>eight</a:t>
            </a:r>
            <a:r>
              <a:rPr lang="pt-PT" sz="2400" dirty="0">
                <a:highlight>
                  <a:schemeClr val="lt1"/>
                </a:highlight>
              </a:rPr>
              <a:t> </a:t>
            </a:r>
            <a:r>
              <a:rPr lang="pt-PT" sz="2400" dirty="0" err="1">
                <a:highlight>
                  <a:schemeClr val="lt1"/>
                </a:highlight>
              </a:rPr>
              <a:t>attributes</a:t>
            </a:r>
            <a:r>
              <a:rPr lang="pt-PT" sz="2400" dirty="0">
                <a:highlight>
                  <a:schemeClr val="lt1"/>
                </a:highlight>
              </a:rPr>
              <a:t> ABCDEFGH. </a:t>
            </a:r>
            <a:r>
              <a:rPr lang="pt-PT" sz="2400" dirty="0" err="1">
                <a:highlight>
                  <a:schemeClr val="lt1"/>
                </a:highlight>
              </a:rPr>
              <a:t>Fields</a:t>
            </a:r>
            <a:r>
              <a:rPr lang="pt-PT" sz="2400" dirty="0">
                <a:highlight>
                  <a:schemeClr val="lt1"/>
                </a:highlight>
              </a:rPr>
              <a:t> </a:t>
            </a:r>
            <a:r>
              <a:rPr lang="pt-PT" sz="2400" dirty="0" err="1">
                <a:highlight>
                  <a:schemeClr val="lt1"/>
                </a:highlight>
              </a:rPr>
              <a:t>of</a:t>
            </a:r>
            <a:r>
              <a:rPr lang="pt-PT" sz="2400" dirty="0">
                <a:highlight>
                  <a:schemeClr val="lt1"/>
                </a:highlight>
              </a:rPr>
              <a:t> R </a:t>
            </a:r>
            <a:r>
              <a:rPr lang="pt-PT" sz="2400" dirty="0" err="1">
                <a:highlight>
                  <a:schemeClr val="lt1"/>
                </a:highlight>
              </a:rPr>
              <a:t>contain</a:t>
            </a:r>
            <a:r>
              <a:rPr lang="pt-PT" sz="2400" dirty="0">
                <a:highlight>
                  <a:schemeClr val="lt1"/>
                </a:highlight>
              </a:rPr>
              <a:t> </a:t>
            </a:r>
            <a:r>
              <a:rPr lang="pt-PT" sz="2400" dirty="0" err="1">
                <a:highlight>
                  <a:schemeClr val="lt1"/>
                </a:highlight>
              </a:rPr>
              <a:t>only</a:t>
            </a:r>
            <a:r>
              <a:rPr lang="pt-PT" sz="2400" dirty="0">
                <a:highlight>
                  <a:schemeClr val="lt1"/>
                </a:highlight>
              </a:rPr>
              <a:t> </a:t>
            </a:r>
            <a:r>
              <a:rPr lang="pt-PT" sz="2400" dirty="0" err="1">
                <a:highlight>
                  <a:schemeClr val="lt1"/>
                </a:highlight>
              </a:rPr>
              <a:t>atomic</a:t>
            </a:r>
            <a:r>
              <a:rPr lang="pt-PT" sz="2400" dirty="0">
                <a:highlight>
                  <a:schemeClr val="lt1"/>
                </a:highlight>
              </a:rPr>
              <a:t> </a:t>
            </a:r>
            <a:r>
              <a:rPr lang="pt-PT" sz="2400" dirty="0" err="1">
                <a:highlight>
                  <a:schemeClr val="lt1"/>
                </a:highlight>
              </a:rPr>
              <a:t>values</a:t>
            </a:r>
            <a:r>
              <a:rPr lang="pt-PT" sz="2400" dirty="0">
                <a:highlight>
                  <a:schemeClr val="lt1"/>
                </a:highlight>
              </a:rPr>
              <a:t>. F = {CH-&gt;G, A-&gt;BC, B-&gt;CFH, E-&gt;A, F-&gt;EG} </a:t>
            </a:r>
            <a:r>
              <a:rPr lang="pt-PT" sz="2400" dirty="0" err="1">
                <a:highlight>
                  <a:schemeClr val="lt1"/>
                </a:highlight>
              </a:rPr>
              <a:t>is</a:t>
            </a:r>
            <a:r>
              <a:rPr lang="pt-PT" sz="2400" dirty="0">
                <a:highlight>
                  <a:schemeClr val="lt1"/>
                </a:highlight>
              </a:rPr>
              <a:t> a set </a:t>
            </a:r>
            <a:r>
              <a:rPr lang="pt-PT" sz="2400" dirty="0" err="1">
                <a:highlight>
                  <a:schemeClr val="lt1"/>
                </a:highlight>
              </a:rPr>
              <a:t>of</a:t>
            </a:r>
            <a:r>
              <a:rPr lang="pt-PT" sz="2400" dirty="0">
                <a:highlight>
                  <a:schemeClr val="lt1"/>
                </a:highlight>
              </a:rPr>
              <a:t> </a:t>
            </a:r>
            <a:r>
              <a:rPr lang="pt-PT" sz="2400" dirty="0" err="1">
                <a:highlight>
                  <a:schemeClr val="lt1"/>
                </a:highlight>
              </a:rPr>
              <a:t>functional</a:t>
            </a:r>
            <a:r>
              <a:rPr lang="pt-PT" sz="2400" dirty="0">
                <a:highlight>
                  <a:schemeClr val="lt1"/>
                </a:highlight>
              </a:rPr>
              <a:t> </a:t>
            </a:r>
            <a:r>
              <a:rPr lang="pt-PT" sz="2400" dirty="0" err="1">
                <a:highlight>
                  <a:schemeClr val="lt1"/>
                </a:highlight>
              </a:rPr>
              <a:t>dependencies</a:t>
            </a:r>
            <a:r>
              <a:rPr lang="pt-PT" sz="2400" dirty="0">
                <a:highlight>
                  <a:schemeClr val="lt1"/>
                </a:highlight>
              </a:rPr>
              <a:t> (</a:t>
            </a:r>
            <a:r>
              <a:rPr lang="pt-PT" sz="2400" dirty="0" err="1">
                <a:highlight>
                  <a:schemeClr val="lt1"/>
                </a:highlight>
              </a:rPr>
              <a:t>FDs</a:t>
            </a:r>
            <a:r>
              <a:rPr lang="pt-PT" sz="2400" dirty="0">
                <a:highlight>
                  <a:schemeClr val="lt1"/>
                </a:highlight>
              </a:rPr>
              <a:t>) </a:t>
            </a:r>
            <a:r>
              <a:rPr lang="pt-PT" sz="2400" dirty="0" err="1">
                <a:highlight>
                  <a:schemeClr val="lt1"/>
                </a:highlight>
              </a:rPr>
              <a:t>so</a:t>
            </a:r>
            <a:r>
              <a:rPr lang="pt-PT" sz="2400" dirty="0">
                <a:highlight>
                  <a:schemeClr val="lt1"/>
                </a:highlight>
              </a:rPr>
              <a:t> </a:t>
            </a:r>
            <a:r>
              <a:rPr lang="pt-PT" sz="2400" dirty="0" err="1">
                <a:highlight>
                  <a:schemeClr val="lt1"/>
                </a:highlight>
              </a:rPr>
              <a:t>that</a:t>
            </a:r>
            <a:r>
              <a:rPr lang="pt-PT" sz="2400" dirty="0">
                <a:highlight>
                  <a:schemeClr val="lt1"/>
                </a:highlight>
              </a:rPr>
              <a:t> F+ </a:t>
            </a:r>
            <a:r>
              <a:rPr lang="pt-PT" sz="2400" dirty="0" err="1">
                <a:highlight>
                  <a:schemeClr val="lt1"/>
                </a:highlight>
              </a:rPr>
              <a:t>is</a:t>
            </a:r>
            <a:r>
              <a:rPr lang="pt-PT" sz="2400" dirty="0">
                <a:highlight>
                  <a:schemeClr val="lt1"/>
                </a:highlight>
              </a:rPr>
              <a:t> </a:t>
            </a:r>
            <a:r>
              <a:rPr lang="pt-PT" sz="2400" dirty="0" err="1">
                <a:highlight>
                  <a:schemeClr val="lt1"/>
                </a:highlight>
              </a:rPr>
              <a:t>exactly</a:t>
            </a:r>
            <a:r>
              <a:rPr lang="pt-PT" sz="2400" dirty="0">
                <a:highlight>
                  <a:schemeClr val="lt1"/>
                </a:highlight>
              </a:rPr>
              <a:t> </a:t>
            </a:r>
            <a:r>
              <a:rPr lang="pt-PT" sz="2400" dirty="0" err="1">
                <a:highlight>
                  <a:schemeClr val="lt1"/>
                </a:highlight>
              </a:rPr>
              <a:t>the</a:t>
            </a:r>
            <a:r>
              <a:rPr lang="pt-PT" sz="2400" dirty="0">
                <a:highlight>
                  <a:schemeClr val="lt1"/>
                </a:highlight>
              </a:rPr>
              <a:t> set </a:t>
            </a:r>
            <a:r>
              <a:rPr lang="pt-PT" sz="2400" dirty="0" err="1">
                <a:highlight>
                  <a:schemeClr val="lt1"/>
                </a:highlight>
              </a:rPr>
              <a:t>of</a:t>
            </a:r>
            <a:r>
              <a:rPr lang="pt-PT" sz="2400" dirty="0">
                <a:highlight>
                  <a:schemeClr val="lt1"/>
                </a:highlight>
              </a:rPr>
              <a:t> </a:t>
            </a:r>
            <a:r>
              <a:rPr lang="pt-PT" sz="2400" dirty="0" err="1">
                <a:highlight>
                  <a:schemeClr val="lt1"/>
                </a:highlight>
              </a:rPr>
              <a:t>FDs</a:t>
            </a:r>
            <a:r>
              <a:rPr lang="pt-PT" sz="2400" dirty="0">
                <a:highlight>
                  <a:schemeClr val="lt1"/>
                </a:highlight>
              </a:rPr>
              <a:t> </a:t>
            </a:r>
            <a:r>
              <a:rPr lang="pt-PT" sz="2400" dirty="0" err="1">
                <a:highlight>
                  <a:schemeClr val="lt1"/>
                </a:highlight>
              </a:rPr>
              <a:t>that</a:t>
            </a:r>
            <a:r>
              <a:rPr lang="pt-PT" sz="2400" dirty="0">
                <a:highlight>
                  <a:schemeClr val="lt1"/>
                </a:highlight>
              </a:rPr>
              <a:t> </a:t>
            </a:r>
            <a:r>
              <a:rPr lang="pt-PT" sz="2400" dirty="0" err="1">
                <a:highlight>
                  <a:schemeClr val="lt1"/>
                </a:highlight>
              </a:rPr>
              <a:t>hold</a:t>
            </a:r>
            <a:r>
              <a:rPr lang="pt-PT" sz="2400" dirty="0">
                <a:highlight>
                  <a:schemeClr val="lt1"/>
                </a:highlight>
              </a:rPr>
              <a:t> for R. </a:t>
            </a:r>
            <a:r>
              <a:rPr lang="pt-PT" sz="2400" dirty="0" err="1">
                <a:highlight>
                  <a:schemeClr val="lt1"/>
                </a:highlight>
              </a:rPr>
              <a:t>The</a:t>
            </a:r>
            <a:r>
              <a:rPr lang="pt-PT" sz="2400" dirty="0">
                <a:highlight>
                  <a:schemeClr val="lt1"/>
                </a:highlight>
              </a:rPr>
              <a:t> </a:t>
            </a:r>
            <a:r>
              <a:rPr lang="pt-PT" sz="2400" dirty="0" err="1">
                <a:highlight>
                  <a:schemeClr val="lt1"/>
                </a:highlight>
              </a:rPr>
              <a:t>relation</a:t>
            </a:r>
            <a:r>
              <a:rPr lang="pt-PT" sz="2400" dirty="0">
                <a:highlight>
                  <a:schemeClr val="lt1"/>
                </a:highlight>
              </a:rPr>
              <a:t> R </a:t>
            </a:r>
            <a:r>
              <a:rPr lang="pt-PT" sz="2400" dirty="0" err="1">
                <a:highlight>
                  <a:schemeClr val="lt1"/>
                </a:highlight>
              </a:rPr>
              <a:t>is</a:t>
            </a:r>
            <a:r>
              <a:rPr lang="pt-PT" sz="2400" dirty="0">
                <a:highlight>
                  <a:schemeClr val="lt1"/>
                </a:highlight>
              </a:rPr>
              <a:t>...</a:t>
            </a:r>
            <a:endParaRPr sz="2400" dirty="0">
              <a:highlight>
                <a:schemeClr val="lt1"/>
              </a:highlight>
            </a:endParaRPr>
          </a:p>
          <a:p>
            <a:pPr marL="0" lvl="0" indent="0" algn="l" rtl="0">
              <a:spcBef>
                <a:spcPts val="0"/>
              </a:spcBef>
              <a:spcAft>
                <a:spcPts val="0"/>
              </a:spcAft>
              <a:buNone/>
            </a:pPr>
            <a:endParaRPr dirty="0"/>
          </a:p>
        </p:txBody>
      </p:sp>
      <p:sp>
        <p:nvSpPr>
          <p:cNvPr id="410" name="Google Shape;410;p70"/>
          <p:cNvSpPr txBox="1">
            <a:spLocks noGrp="1"/>
          </p:cNvSpPr>
          <p:nvPr>
            <p:ph type="body" idx="1"/>
          </p:nvPr>
        </p:nvSpPr>
        <p:spPr>
          <a:xfrm>
            <a:off x="311700" y="1980425"/>
            <a:ext cx="8520600" cy="29478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in 1NF, but not in 2NF</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in 2NF, but not in 3NF</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in 3NF, but not in BCNF</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in BCNF</a:t>
            </a:r>
            <a:endParaRPr sz="2400">
              <a:highlight>
                <a:schemeClr val="lt1"/>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71"/>
          <p:cNvSpPr txBox="1">
            <a:spLocks noGrp="1"/>
          </p:cNvSpPr>
          <p:nvPr>
            <p:ph type="title"/>
          </p:nvPr>
        </p:nvSpPr>
        <p:spPr>
          <a:xfrm>
            <a:off x="311700" y="2042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20.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is</a:t>
            </a:r>
            <a:r>
              <a:rPr lang="pt-PT" dirty="0"/>
              <a:t> TRUE?</a:t>
            </a:r>
            <a:endParaRPr dirty="0"/>
          </a:p>
          <a:p>
            <a:pPr marL="0" lvl="0" indent="0" algn="l" rtl="0">
              <a:spcBef>
                <a:spcPts val="0"/>
              </a:spcBef>
              <a:spcAft>
                <a:spcPts val="0"/>
              </a:spcAft>
              <a:buNone/>
            </a:pPr>
            <a:endParaRPr dirty="0"/>
          </a:p>
        </p:txBody>
      </p:sp>
      <p:sp>
        <p:nvSpPr>
          <p:cNvPr id="416" name="Google Shape;416;p71"/>
          <p:cNvSpPr txBox="1">
            <a:spLocks noGrp="1"/>
          </p:cNvSpPr>
          <p:nvPr>
            <p:ph type="body" idx="1"/>
          </p:nvPr>
        </p:nvSpPr>
        <p:spPr>
          <a:xfrm>
            <a:off x="311700" y="1358850"/>
            <a:ext cx="8520600" cy="3569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Every relation in 3NF is also in BCNF</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A relation R is in 3NF if every non-prime attribute of R is fully functionally dependent on every key of R</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Every relation in BCNF is also in 3NF</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No relation can be both BCNF and 3NF</a:t>
            </a:r>
            <a:endParaRPr sz="2400">
              <a:highlight>
                <a:schemeClr val="lt1"/>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72"/>
          <p:cNvSpPr txBox="1">
            <a:spLocks noGrp="1"/>
          </p:cNvSpPr>
          <p:nvPr>
            <p:ph type="title"/>
          </p:nvPr>
        </p:nvSpPr>
        <p:spPr>
          <a:xfrm>
            <a:off x="311700" y="204275"/>
            <a:ext cx="840900" cy="6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21.</a:t>
            </a:r>
            <a:endParaRPr dirty="0"/>
          </a:p>
          <a:p>
            <a:pPr marL="0" lvl="0" indent="0" algn="l" rtl="0">
              <a:spcBef>
                <a:spcPts val="0"/>
              </a:spcBef>
              <a:spcAft>
                <a:spcPts val="0"/>
              </a:spcAft>
              <a:buNone/>
            </a:pPr>
            <a:endParaRPr dirty="0"/>
          </a:p>
        </p:txBody>
      </p:sp>
      <p:sp>
        <p:nvSpPr>
          <p:cNvPr id="422" name="Google Shape;422;p72"/>
          <p:cNvSpPr txBox="1">
            <a:spLocks noGrp="1"/>
          </p:cNvSpPr>
          <p:nvPr>
            <p:ph type="body" idx="1"/>
          </p:nvPr>
        </p:nvSpPr>
        <p:spPr>
          <a:xfrm>
            <a:off x="145175" y="676050"/>
            <a:ext cx="3588900" cy="35232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BankAccount_Num is candidate key</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Registration_Num can be a primary key</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UID is candidate key if all students are from the same country</a:t>
            </a:r>
            <a:endParaRPr sz="2400">
              <a:highlight>
                <a:schemeClr val="lt1"/>
              </a:highlight>
            </a:endParaRPr>
          </a:p>
        </p:txBody>
      </p:sp>
      <p:sp>
        <p:nvSpPr>
          <p:cNvPr id="423" name="Google Shape;423;p72"/>
          <p:cNvSpPr txBox="1">
            <a:spLocks noGrp="1"/>
          </p:cNvSpPr>
          <p:nvPr>
            <p:ph type="body" idx="1"/>
          </p:nvPr>
        </p:nvSpPr>
        <p:spPr>
          <a:xfrm>
            <a:off x="311700" y="4090511"/>
            <a:ext cx="7291500" cy="944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pt-PT" sz="2400" dirty="0">
                <a:highlight>
                  <a:schemeClr val="lt1"/>
                </a:highlight>
              </a:rPr>
              <a:t>4.  </a:t>
            </a:r>
            <a:r>
              <a:rPr lang="pt-PT" sz="2400" dirty="0" err="1">
                <a:highlight>
                  <a:schemeClr val="lt1"/>
                </a:highlight>
              </a:rPr>
              <a:t>If</a:t>
            </a:r>
            <a:r>
              <a:rPr lang="pt-PT" sz="2400" dirty="0">
                <a:highlight>
                  <a:schemeClr val="lt1"/>
                </a:highlight>
              </a:rPr>
              <a:t> S </a:t>
            </a:r>
            <a:r>
              <a:rPr lang="pt-PT" sz="2400" dirty="0" err="1">
                <a:highlight>
                  <a:schemeClr val="lt1"/>
                </a:highlight>
              </a:rPr>
              <a:t>is</a:t>
            </a:r>
            <a:r>
              <a:rPr lang="pt-PT" sz="2400" dirty="0">
                <a:highlight>
                  <a:schemeClr val="lt1"/>
                </a:highlight>
              </a:rPr>
              <a:t> a </a:t>
            </a:r>
            <a:r>
              <a:rPr lang="pt-PT" sz="2400" dirty="0" err="1">
                <a:highlight>
                  <a:schemeClr val="lt1"/>
                </a:highlight>
              </a:rPr>
              <a:t>superkey</a:t>
            </a:r>
            <a:r>
              <a:rPr lang="pt-PT" sz="2400" dirty="0">
                <a:highlight>
                  <a:schemeClr val="lt1"/>
                </a:highlight>
              </a:rPr>
              <a:t> </a:t>
            </a:r>
            <a:r>
              <a:rPr lang="pt-PT" sz="2400" dirty="0" err="1">
                <a:highlight>
                  <a:schemeClr val="lt1"/>
                </a:highlight>
              </a:rPr>
              <a:t>such</a:t>
            </a:r>
            <a:r>
              <a:rPr lang="pt-PT" sz="2400" dirty="0">
                <a:highlight>
                  <a:schemeClr val="lt1"/>
                </a:highlight>
              </a:rPr>
              <a:t> </a:t>
            </a:r>
            <a:r>
              <a:rPr lang="pt-PT" sz="2400" dirty="0" err="1">
                <a:highlight>
                  <a:schemeClr val="lt1"/>
                </a:highlight>
              </a:rPr>
              <a:t>that</a:t>
            </a:r>
            <a:r>
              <a:rPr lang="pt-PT" sz="2400" dirty="0">
                <a:highlight>
                  <a:schemeClr val="lt1"/>
                </a:highlight>
              </a:rPr>
              <a:t> S∩UID </a:t>
            </a:r>
            <a:r>
              <a:rPr lang="pt-PT" sz="2400" dirty="0" err="1">
                <a:highlight>
                  <a:schemeClr val="lt1"/>
                </a:highlight>
              </a:rPr>
              <a:t>is</a:t>
            </a:r>
            <a:r>
              <a:rPr lang="pt-PT" sz="2400" dirty="0">
                <a:highlight>
                  <a:schemeClr val="lt1"/>
                </a:highlight>
              </a:rPr>
              <a:t> NULL </a:t>
            </a:r>
            <a:r>
              <a:rPr lang="pt-PT" sz="2400" dirty="0" err="1">
                <a:highlight>
                  <a:schemeClr val="lt1"/>
                </a:highlight>
              </a:rPr>
              <a:t>then</a:t>
            </a:r>
            <a:r>
              <a:rPr lang="pt-PT" sz="2400" dirty="0">
                <a:highlight>
                  <a:schemeClr val="lt1"/>
                </a:highlight>
              </a:rPr>
              <a:t> S∪UID </a:t>
            </a:r>
            <a:r>
              <a:rPr lang="pt-PT" sz="2400" dirty="0" err="1">
                <a:highlight>
                  <a:schemeClr val="lt1"/>
                </a:highlight>
              </a:rPr>
              <a:t>is</a:t>
            </a:r>
            <a:r>
              <a:rPr lang="pt-PT" sz="2400" dirty="0">
                <a:highlight>
                  <a:schemeClr val="lt1"/>
                </a:highlight>
              </a:rPr>
              <a:t> </a:t>
            </a:r>
            <a:r>
              <a:rPr lang="pt-PT" sz="2400" dirty="0" err="1">
                <a:highlight>
                  <a:schemeClr val="lt1"/>
                </a:highlight>
              </a:rPr>
              <a:t>also</a:t>
            </a:r>
            <a:r>
              <a:rPr lang="pt-PT" sz="2400" dirty="0">
                <a:highlight>
                  <a:schemeClr val="lt1"/>
                </a:highlight>
              </a:rPr>
              <a:t> a </a:t>
            </a:r>
            <a:r>
              <a:rPr lang="pt-PT" sz="2400" dirty="0" err="1">
                <a:highlight>
                  <a:schemeClr val="lt1"/>
                </a:highlight>
              </a:rPr>
              <a:t>superkey</a:t>
            </a:r>
            <a:endParaRPr sz="2400" dirty="0">
              <a:highlight>
                <a:schemeClr val="lt1"/>
              </a:highlight>
            </a:endParaRPr>
          </a:p>
        </p:txBody>
      </p:sp>
      <p:pic>
        <p:nvPicPr>
          <p:cNvPr id="424" name="Google Shape;424;p72"/>
          <p:cNvPicPr preferRelativeResize="0"/>
          <p:nvPr/>
        </p:nvPicPr>
        <p:blipFill>
          <a:blip r:embed="rId3">
            <a:alphaModFix/>
          </a:blip>
          <a:stretch>
            <a:fillRect/>
          </a:stretch>
        </p:blipFill>
        <p:spPr>
          <a:xfrm>
            <a:off x="3734075" y="204275"/>
            <a:ext cx="5245100" cy="27467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73"/>
          <p:cNvSpPr txBox="1">
            <a:spLocks noGrp="1"/>
          </p:cNvSpPr>
          <p:nvPr>
            <p:ph type="title"/>
          </p:nvPr>
        </p:nvSpPr>
        <p:spPr>
          <a:xfrm>
            <a:off x="311700" y="204275"/>
            <a:ext cx="8520600" cy="169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22. </a:t>
            </a:r>
            <a:r>
              <a:rPr lang="pt-PT" sz="2400" dirty="0" err="1">
                <a:highlight>
                  <a:schemeClr val="lt1"/>
                </a:highlight>
              </a:rPr>
              <a:t>Consider</a:t>
            </a:r>
            <a:r>
              <a:rPr lang="pt-PT" sz="2400" dirty="0">
                <a:highlight>
                  <a:schemeClr val="lt1"/>
                </a:highlight>
              </a:rPr>
              <a:t> </a:t>
            </a:r>
            <a:r>
              <a:rPr lang="pt-PT" sz="2400" dirty="0" err="1">
                <a:highlight>
                  <a:schemeClr val="lt1"/>
                </a:highlight>
              </a:rPr>
              <a:t>the</a:t>
            </a:r>
            <a:r>
              <a:rPr lang="pt-PT" sz="2400" dirty="0">
                <a:highlight>
                  <a:schemeClr val="lt1"/>
                </a:highlight>
              </a:rPr>
              <a:t> </a:t>
            </a:r>
            <a:r>
              <a:rPr lang="pt-PT" sz="2400" dirty="0" err="1">
                <a:highlight>
                  <a:schemeClr val="lt1"/>
                </a:highlight>
              </a:rPr>
              <a:t>relation</a:t>
            </a:r>
            <a:r>
              <a:rPr lang="pt-PT" sz="2400" dirty="0">
                <a:highlight>
                  <a:schemeClr val="lt1"/>
                </a:highlight>
              </a:rPr>
              <a:t> </a:t>
            </a:r>
            <a:r>
              <a:rPr lang="pt-PT" sz="2400" dirty="0" err="1">
                <a:highlight>
                  <a:schemeClr val="lt1"/>
                </a:highlight>
              </a:rPr>
              <a:t>scheme</a:t>
            </a:r>
            <a:r>
              <a:rPr lang="pt-PT" sz="2400" dirty="0">
                <a:highlight>
                  <a:schemeClr val="lt1"/>
                </a:highlight>
              </a:rPr>
              <a:t> R = {E, F, G, H, I, J, K, L, M, N} </a:t>
            </a:r>
            <a:r>
              <a:rPr lang="pt-PT" sz="2400" dirty="0" err="1">
                <a:highlight>
                  <a:schemeClr val="lt1"/>
                </a:highlight>
              </a:rPr>
              <a:t>and</a:t>
            </a:r>
            <a:r>
              <a:rPr lang="pt-PT" sz="2400" dirty="0">
                <a:highlight>
                  <a:schemeClr val="lt1"/>
                </a:highlight>
              </a:rPr>
              <a:t> </a:t>
            </a:r>
            <a:r>
              <a:rPr lang="pt-PT" sz="2400" dirty="0" err="1">
                <a:highlight>
                  <a:schemeClr val="lt1"/>
                </a:highlight>
              </a:rPr>
              <a:t>the</a:t>
            </a:r>
            <a:r>
              <a:rPr lang="pt-PT" sz="2400" dirty="0">
                <a:highlight>
                  <a:schemeClr val="lt1"/>
                </a:highlight>
              </a:rPr>
              <a:t> set </a:t>
            </a:r>
            <a:r>
              <a:rPr lang="pt-PT" sz="2400" dirty="0" err="1">
                <a:highlight>
                  <a:schemeClr val="lt1"/>
                </a:highlight>
              </a:rPr>
              <a:t>of</a:t>
            </a:r>
            <a:r>
              <a:rPr lang="pt-PT" sz="2400" dirty="0">
                <a:highlight>
                  <a:schemeClr val="lt1"/>
                </a:highlight>
              </a:rPr>
              <a:t> </a:t>
            </a:r>
            <a:r>
              <a:rPr lang="pt-PT" sz="2400" dirty="0" err="1">
                <a:highlight>
                  <a:schemeClr val="lt1"/>
                </a:highlight>
              </a:rPr>
              <a:t>functional</a:t>
            </a:r>
            <a:r>
              <a:rPr lang="pt-PT" sz="2400" dirty="0">
                <a:highlight>
                  <a:schemeClr val="lt1"/>
                </a:highlight>
              </a:rPr>
              <a:t> </a:t>
            </a:r>
            <a:r>
              <a:rPr lang="pt-PT" sz="2400" dirty="0" err="1">
                <a:highlight>
                  <a:schemeClr val="lt1"/>
                </a:highlight>
              </a:rPr>
              <a:t>dependencies</a:t>
            </a:r>
            <a:r>
              <a:rPr lang="pt-PT" sz="2400" dirty="0">
                <a:highlight>
                  <a:schemeClr val="lt1"/>
                </a:highlight>
              </a:rPr>
              <a:t> {{E, F}-&gt;{G}, {F}-&gt;{I, J}, {E, H}-&gt;{K, L}, K-&gt;{M}, L-&gt;{N} </a:t>
            </a:r>
            <a:r>
              <a:rPr lang="pt-PT" sz="2400" dirty="0" err="1">
                <a:highlight>
                  <a:schemeClr val="lt1"/>
                </a:highlight>
              </a:rPr>
              <a:t>on</a:t>
            </a:r>
            <a:r>
              <a:rPr lang="pt-PT" sz="2400" dirty="0">
                <a:highlight>
                  <a:schemeClr val="lt1"/>
                </a:highlight>
              </a:rPr>
              <a:t> R. </a:t>
            </a:r>
            <a:r>
              <a:rPr lang="pt-PT" sz="2400" dirty="0" err="1">
                <a:highlight>
                  <a:schemeClr val="lt1"/>
                </a:highlight>
              </a:rPr>
              <a:t>What</a:t>
            </a:r>
            <a:r>
              <a:rPr lang="pt-PT" sz="2400" dirty="0">
                <a:highlight>
                  <a:schemeClr val="lt1"/>
                </a:highlight>
              </a:rPr>
              <a:t> </a:t>
            </a:r>
            <a:r>
              <a:rPr lang="pt-PT" sz="2400" dirty="0" err="1">
                <a:highlight>
                  <a:schemeClr val="lt1"/>
                </a:highlight>
              </a:rPr>
              <a:t>is</a:t>
            </a:r>
            <a:r>
              <a:rPr lang="pt-PT" sz="2400" dirty="0">
                <a:highlight>
                  <a:schemeClr val="lt1"/>
                </a:highlight>
              </a:rPr>
              <a:t> </a:t>
            </a:r>
            <a:r>
              <a:rPr lang="pt-PT" sz="2400" dirty="0" err="1">
                <a:highlight>
                  <a:schemeClr val="lt1"/>
                </a:highlight>
              </a:rPr>
              <a:t>the</a:t>
            </a:r>
            <a:r>
              <a:rPr lang="pt-PT" sz="2400" dirty="0">
                <a:highlight>
                  <a:schemeClr val="lt1"/>
                </a:highlight>
              </a:rPr>
              <a:t> </a:t>
            </a:r>
            <a:r>
              <a:rPr lang="pt-PT" sz="2400" dirty="0" err="1">
                <a:highlight>
                  <a:schemeClr val="lt1"/>
                </a:highlight>
              </a:rPr>
              <a:t>key</a:t>
            </a:r>
            <a:r>
              <a:rPr lang="pt-PT" sz="2400" dirty="0">
                <a:highlight>
                  <a:schemeClr val="lt1"/>
                </a:highlight>
              </a:rPr>
              <a:t> for R?</a:t>
            </a:r>
            <a:endParaRPr sz="2400" dirty="0">
              <a:highlight>
                <a:schemeClr val="lt1"/>
              </a:highlight>
            </a:endParaRPr>
          </a:p>
          <a:p>
            <a:pPr marL="0" lvl="0" indent="0" algn="l" rtl="0">
              <a:spcBef>
                <a:spcPts val="0"/>
              </a:spcBef>
              <a:spcAft>
                <a:spcPts val="0"/>
              </a:spcAft>
              <a:buNone/>
            </a:pPr>
            <a:endParaRPr dirty="0"/>
          </a:p>
        </p:txBody>
      </p:sp>
      <p:sp>
        <p:nvSpPr>
          <p:cNvPr id="430" name="Google Shape;430;p73"/>
          <p:cNvSpPr txBox="1">
            <a:spLocks noGrp="1"/>
          </p:cNvSpPr>
          <p:nvPr>
            <p:ph type="body" idx="1"/>
          </p:nvPr>
        </p:nvSpPr>
        <p:spPr>
          <a:xfrm>
            <a:off x="311700" y="1980425"/>
            <a:ext cx="8520600" cy="29478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{E, F}</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{E, F, H}</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{E, F, H, K, L}</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{E}</a:t>
            </a:r>
            <a:endParaRPr sz="2400">
              <a:highlight>
                <a:schemeClr val="lt1"/>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74"/>
          <p:cNvSpPr txBox="1">
            <a:spLocks noGrp="1"/>
          </p:cNvSpPr>
          <p:nvPr>
            <p:ph type="title"/>
          </p:nvPr>
        </p:nvSpPr>
        <p:spPr>
          <a:xfrm>
            <a:off x="311699" y="204275"/>
            <a:ext cx="794525" cy="60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24. </a:t>
            </a:r>
            <a:endParaRPr sz="2400" dirty="0">
              <a:highlight>
                <a:schemeClr val="lt1"/>
              </a:highlight>
            </a:endParaRPr>
          </a:p>
          <a:p>
            <a:pPr marL="0" lvl="0" indent="0" algn="l" rtl="0">
              <a:spcBef>
                <a:spcPts val="0"/>
              </a:spcBef>
              <a:spcAft>
                <a:spcPts val="0"/>
              </a:spcAft>
              <a:buNone/>
            </a:pPr>
            <a:endParaRPr dirty="0"/>
          </a:p>
        </p:txBody>
      </p:sp>
      <p:sp>
        <p:nvSpPr>
          <p:cNvPr id="436" name="Google Shape;436;p74"/>
          <p:cNvSpPr txBox="1">
            <a:spLocks noGrp="1"/>
          </p:cNvSpPr>
          <p:nvPr>
            <p:ph type="body" idx="1"/>
          </p:nvPr>
        </p:nvSpPr>
        <p:spPr>
          <a:xfrm>
            <a:off x="311700" y="3038925"/>
            <a:ext cx="8520600" cy="1874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S1 is TRUE and S2 is FALSE</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Both S1 and S2 are TRUE</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S1 is FALSE and S2 is TRUE</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Both S1 and S2 are FALSE</a:t>
            </a:r>
            <a:endParaRPr sz="2400">
              <a:highlight>
                <a:schemeClr val="lt1"/>
              </a:highlight>
            </a:endParaRPr>
          </a:p>
        </p:txBody>
      </p:sp>
      <p:pic>
        <p:nvPicPr>
          <p:cNvPr id="437" name="Google Shape;437;p74"/>
          <p:cNvPicPr preferRelativeResize="0"/>
          <p:nvPr/>
        </p:nvPicPr>
        <p:blipFill>
          <a:blip r:embed="rId3">
            <a:alphaModFix/>
          </a:blip>
          <a:stretch>
            <a:fillRect/>
          </a:stretch>
        </p:blipFill>
        <p:spPr>
          <a:xfrm>
            <a:off x="1106225" y="390900"/>
            <a:ext cx="7167226" cy="2444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75"/>
          <p:cNvSpPr txBox="1">
            <a:spLocks noGrp="1"/>
          </p:cNvSpPr>
          <p:nvPr>
            <p:ph type="title"/>
          </p:nvPr>
        </p:nvSpPr>
        <p:spPr>
          <a:xfrm>
            <a:off x="311700" y="297500"/>
            <a:ext cx="8520600" cy="103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25. </a:t>
            </a:r>
            <a:r>
              <a:rPr lang="pt-PT" sz="2400" dirty="0" err="1">
                <a:highlight>
                  <a:schemeClr val="lt1"/>
                </a:highlight>
              </a:rPr>
              <a:t>The</a:t>
            </a:r>
            <a:r>
              <a:rPr lang="pt-PT" sz="2400" dirty="0">
                <a:highlight>
                  <a:schemeClr val="lt1"/>
                </a:highlight>
              </a:rPr>
              <a:t> </a:t>
            </a:r>
            <a:r>
              <a:rPr lang="pt-PT" sz="2400" dirty="0" err="1">
                <a:highlight>
                  <a:schemeClr val="lt1"/>
                </a:highlight>
              </a:rPr>
              <a:t>maximum</a:t>
            </a:r>
            <a:r>
              <a:rPr lang="pt-PT" sz="2400" dirty="0">
                <a:highlight>
                  <a:schemeClr val="lt1"/>
                </a:highlight>
              </a:rPr>
              <a:t> </a:t>
            </a:r>
            <a:r>
              <a:rPr lang="pt-PT" sz="2400" dirty="0" err="1">
                <a:highlight>
                  <a:schemeClr val="lt1"/>
                </a:highlight>
              </a:rPr>
              <a:t>number</a:t>
            </a:r>
            <a:r>
              <a:rPr lang="pt-PT" sz="2400" dirty="0">
                <a:highlight>
                  <a:schemeClr val="lt1"/>
                </a:highlight>
              </a:rPr>
              <a:t> </a:t>
            </a:r>
            <a:r>
              <a:rPr lang="pt-PT" sz="2400" dirty="0" err="1">
                <a:highlight>
                  <a:schemeClr val="lt1"/>
                </a:highlight>
              </a:rPr>
              <a:t>of</a:t>
            </a:r>
            <a:r>
              <a:rPr lang="pt-PT" sz="2400" dirty="0">
                <a:highlight>
                  <a:schemeClr val="lt1"/>
                </a:highlight>
              </a:rPr>
              <a:t> </a:t>
            </a:r>
            <a:r>
              <a:rPr lang="pt-PT" sz="2400" dirty="0" err="1">
                <a:highlight>
                  <a:schemeClr val="lt1"/>
                </a:highlight>
              </a:rPr>
              <a:t>superkeys</a:t>
            </a:r>
            <a:r>
              <a:rPr lang="pt-PT" sz="2400" dirty="0">
                <a:highlight>
                  <a:schemeClr val="lt1"/>
                </a:highlight>
              </a:rPr>
              <a:t> for </a:t>
            </a:r>
            <a:r>
              <a:rPr lang="pt-PT" sz="2400" dirty="0" err="1">
                <a:highlight>
                  <a:schemeClr val="lt1"/>
                </a:highlight>
              </a:rPr>
              <a:t>the</a:t>
            </a:r>
            <a:r>
              <a:rPr lang="pt-PT" sz="2400" dirty="0">
                <a:highlight>
                  <a:schemeClr val="lt1"/>
                </a:highlight>
              </a:rPr>
              <a:t> </a:t>
            </a:r>
            <a:r>
              <a:rPr lang="pt-PT" sz="2400" dirty="0" err="1">
                <a:highlight>
                  <a:schemeClr val="lt1"/>
                </a:highlight>
              </a:rPr>
              <a:t>relation</a:t>
            </a:r>
            <a:r>
              <a:rPr lang="pt-PT" sz="2400" dirty="0">
                <a:highlight>
                  <a:schemeClr val="lt1"/>
                </a:highlight>
              </a:rPr>
              <a:t> </a:t>
            </a:r>
            <a:r>
              <a:rPr lang="pt-PT" sz="2400" dirty="0" err="1">
                <a:highlight>
                  <a:schemeClr val="lt1"/>
                </a:highlight>
              </a:rPr>
              <a:t>schema</a:t>
            </a:r>
            <a:r>
              <a:rPr lang="pt-PT" sz="2400" dirty="0">
                <a:highlight>
                  <a:schemeClr val="lt1"/>
                </a:highlight>
              </a:rPr>
              <a:t> R(E, F, G, H) </a:t>
            </a:r>
            <a:r>
              <a:rPr lang="pt-PT" sz="2400" dirty="0" err="1">
                <a:highlight>
                  <a:schemeClr val="lt1"/>
                </a:highlight>
              </a:rPr>
              <a:t>with</a:t>
            </a:r>
            <a:r>
              <a:rPr lang="pt-PT" sz="2400" dirty="0">
                <a:highlight>
                  <a:schemeClr val="lt1"/>
                </a:highlight>
              </a:rPr>
              <a:t> E as </a:t>
            </a:r>
            <a:r>
              <a:rPr lang="pt-PT" sz="2400" dirty="0" err="1">
                <a:highlight>
                  <a:schemeClr val="lt1"/>
                </a:highlight>
              </a:rPr>
              <a:t>the</a:t>
            </a:r>
            <a:r>
              <a:rPr lang="pt-PT" sz="2400" dirty="0">
                <a:highlight>
                  <a:schemeClr val="lt1"/>
                </a:highlight>
              </a:rPr>
              <a:t> </a:t>
            </a:r>
            <a:r>
              <a:rPr lang="pt-PT" sz="2400" dirty="0" err="1">
                <a:highlight>
                  <a:schemeClr val="lt1"/>
                </a:highlight>
              </a:rPr>
              <a:t>key</a:t>
            </a:r>
            <a:r>
              <a:rPr lang="pt-PT" sz="2400" dirty="0">
                <a:highlight>
                  <a:schemeClr val="lt1"/>
                </a:highlight>
              </a:rPr>
              <a:t> </a:t>
            </a:r>
            <a:r>
              <a:rPr lang="pt-PT" sz="2400" dirty="0" err="1">
                <a:highlight>
                  <a:schemeClr val="lt1"/>
                </a:highlight>
              </a:rPr>
              <a:t>is</a:t>
            </a:r>
            <a:r>
              <a:rPr lang="pt-PT" sz="2400" dirty="0">
                <a:highlight>
                  <a:schemeClr val="lt1"/>
                </a:highlight>
              </a:rPr>
              <a:t> </a:t>
            </a:r>
            <a:endParaRPr sz="2400" dirty="0">
              <a:highlight>
                <a:schemeClr val="lt1"/>
              </a:highlight>
            </a:endParaRPr>
          </a:p>
          <a:p>
            <a:pPr marL="0" lvl="0" indent="0" algn="l" rtl="0">
              <a:spcBef>
                <a:spcPts val="0"/>
              </a:spcBef>
              <a:spcAft>
                <a:spcPts val="0"/>
              </a:spcAft>
              <a:buNone/>
            </a:pPr>
            <a:endParaRPr dirty="0"/>
          </a:p>
        </p:txBody>
      </p:sp>
      <p:sp>
        <p:nvSpPr>
          <p:cNvPr id="443" name="Google Shape;443;p75"/>
          <p:cNvSpPr txBox="1">
            <a:spLocks noGrp="1"/>
          </p:cNvSpPr>
          <p:nvPr>
            <p:ph type="body" idx="1"/>
          </p:nvPr>
        </p:nvSpPr>
        <p:spPr>
          <a:xfrm>
            <a:off x="311700" y="1980425"/>
            <a:ext cx="8520600" cy="29478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highlight>
                  <a:schemeClr val="lt1"/>
                </a:highlight>
              </a:rPr>
              <a:t>5</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6</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7</a:t>
            </a:r>
            <a:endParaRPr sz="2400">
              <a:highlight>
                <a:schemeClr val="lt1"/>
              </a:highlight>
            </a:endParaRPr>
          </a:p>
          <a:p>
            <a:pPr marL="457200" lvl="0" indent="-381000" algn="l" rtl="0">
              <a:spcBef>
                <a:spcPts val="0"/>
              </a:spcBef>
              <a:spcAft>
                <a:spcPts val="0"/>
              </a:spcAft>
              <a:buSzPts val="2400"/>
              <a:buAutoNum type="arabicPeriod"/>
            </a:pPr>
            <a:r>
              <a:rPr lang="pt-PT" sz="2400">
                <a:highlight>
                  <a:schemeClr val="lt1"/>
                </a:highlight>
              </a:rPr>
              <a:t>8</a:t>
            </a:r>
            <a:endParaRPr sz="2400">
              <a:highlight>
                <a:schemeClr val="lt1"/>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76"/>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26. </a:t>
            </a:r>
            <a:r>
              <a:rPr lang="pt-PT" dirty="0" err="1"/>
              <a:t>Regarding</a:t>
            </a:r>
            <a:r>
              <a:rPr lang="pt-PT" dirty="0"/>
              <a:t> </a:t>
            </a:r>
            <a:r>
              <a:rPr lang="pt-PT" dirty="0" err="1"/>
              <a:t>the</a:t>
            </a:r>
            <a:r>
              <a:rPr lang="pt-PT" dirty="0"/>
              <a:t> </a:t>
            </a:r>
            <a:r>
              <a:rPr lang="pt-PT" dirty="0" err="1"/>
              <a:t>presented</a:t>
            </a:r>
            <a:r>
              <a:rPr lang="pt-PT" dirty="0"/>
              <a:t> </a:t>
            </a:r>
            <a:r>
              <a:rPr lang="pt-PT" dirty="0" err="1"/>
              <a:t>relation</a:t>
            </a:r>
            <a:r>
              <a:rPr lang="pt-PT" dirty="0"/>
              <a:t>,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statements</a:t>
            </a:r>
            <a:r>
              <a:rPr lang="pt-PT" dirty="0"/>
              <a:t> </a:t>
            </a:r>
            <a:r>
              <a:rPr lang="pt-PT" dirty="0" err="1"/>
              <a:t>is</a:t>
            </a:r>
            <a:r>
              <a:rPr lang="pt-PT" dirty="0"/>
              <a:t> </a:t>
            </a:r>
            <a:r>
              <a:rPr lang="pt-PT" dirty="0" err="1"/>
              <a:t>correct</a:t>
            </a:r>
            <a:r>
              <a:rPr lang="pt-PT" dirty="0"/>
              <a:t>?</a:t>
            </a:r>
            <a:endParaRPr dirty="0"/>
          </a:p>
          <a:p>
            <a:pPr marL="0" lvl="0" indent="0" algn="l" rtl="0">
              <a:spcBef>
                <a:spcPts val="0"/>
              </a:spcBef>
              <a:spcAft>
                <a:spcPts val="0"/>
              </a:spcAft>
              <a:buNone/>
            </a:pPr>
            <a:endParaRPr dirty="0"/>
          </a:p>
        </p:txBody>
      </p:sp>
      <p:sp>
        <p:nvSpPr>
          <p:cNvPr id="449" name="Google Shape;449;p76"/>
          <p:cNvSpPr txBox="1">
            <a:spLocks noGrp="1"/>
          </p:cNvSpPr>
          <p:nvPr>
            <p:ph type="body" idx="1"/>
          </p:nvPr>
        </p:nvSpPr>
        <p:spPr>
          <a:xfrm>
            <a:off x="4572000" y="1562700"/>
            <a:ext cx="4171800" cy="35173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000" dirty="0" err="1"/>
              <a:t>The</a:t>
            </a:r>
            <a:r>
              <a:rPr lang="pt-PT" sz="2000" dirty="0"/>
              <a:t> </a:t>
            </a:r>
            <a:r>
              <a:rPr lang="pt-PT" sz="2000" dirty="0" err="1"/>
              <a:t>arity</a:t>
            </a:r>
            <a:r>
              <a:rPr lang="pt-PT" sz="2000" dirty="0"/>
              <a:t> </a:t>
            </a:r>
            <a:r>
              <a:rPr lang="pt-PT" sz="2000" dirty="0" err="1"/>
              <a:t>is</a:t>
            </a:r>
            <a:r>
              <a:rPr lang="pt-PT" sz="2000" dirty="0"/>
              <a:t> 12 </a:t>
            </a:r>
            <a:r>
              <a:rPr lang="pt-PT" sz="2000" dirty="0" err="1"/>
              <a:t>and</a:t>
            </a:r>
            <a:r>
              <a:rPr lang="pt-PT" sz="2000" dirty="0"/>
              <a:t> </a:t>
            </a:r>
            <a:r>
              <a:rPr lang="pt-PT" sz="2000" dirty="0" err="1"/>
              <a:t>the</a:t>
            </a:r>
            <a:r>
              <a:rPr lang="pt-PT" sz="2000" dirty="0"/>
              <a:t> </a:t>
            </a:r>
            <a:r>
              <a:rPr lang="pt-PT" sz="2000" dirty="0" err="1"/>
              <a:t>cardinality</a:t>
            </a:r>
            <a:r>
              <a:rPr lang="pt-PT" sz="2000" dirty="0"/>
              <a:t> </a:t>
            </a:r>
            <a:r>
              <a:rPr lang="pt-PT" sz="2000" dirty="0" err="1"/>
              <a:t>is</a:t>
            </a:r>
            <a:r>
              <a:rPr lang="pt-PT" sz="2000" dirty="0"/>
              <a:t> 4</a:t>
            </a:r>
            <a:endParaRPr sz="2000" dirty="0"/>
          </a:p>
          <a:p>
            <a:pPr marL="457200" lvl="0" indent="-381000" algn="l" rtl="0">
              <a:spcBef>
                <a:spcPts val="0"/>
              </a:spcBef>
              <a:spcAft>
                <a:spcPts val="0"/>
              </a:spcAft>
              <a:buSzPts val="2400"/>
              <a:buAutoNum type="arabicPeriod"/>
            </a:pPr>
            <a:r>
              <a:rPr lang="pt-PT" sz="2000" dirty="0" err="1"/>
              <a:t>The</a:t>
            </a:r>
            <a:r>
              <a:rPr lang="pt-PT" sz="2000" dirty="0"/>
              <a:t> </a:t>
            </a:r>
            <a:r>
              <a:rPr lang="pt-PT" sz="2000" dirty="0" err="1"/>
              <a:t>arity</a:t>
            </a:r>
            <a:r>
              <a:rPr lang="pt-PT" sz="2000" dirty="0"/>
              <a:t> </a:t>
            </a:r>
            <a:r>
              <a:rPr lang="pt-PT" sz="2000" dirty="0" err="1"/>
              <a:t>is</a:t>
            </a:r>
            <a:r>
              <a:rPr lang="pt-PT" sz="2000" dirty="0"/>
              <a:t> 4 </a:t>
            </a:r>
            <a:r>
              <a:rPr lang="pt-PT" sz="2000" dirty="0" err="1"/>
              <a:t>and</a:t>
            </a:r>
            <a:r>
              <a:rPr lang="pt-PT" sz="2000" dirty="0"/>
              <a:t> </a:t>
            </a:r>
            <a:r>
              <a:rPr lang="pt-PT" sz="2000" dirty="0" err="1"/>
              <a:t>the</a:t>
            </a:r>
            <a:r>
              <a:rPr lang="pt-PT" sz="2000" dirty="0"/>
              <a:t> </a:t>
            </a:r>
            <a:r>
              <a:rPr lang="pt-PT" sz="2000" dirty="0" err="1"/>
              <a:t>cardinality</a:t>
            </a:r>
            <a:r>
              <a:rPr lang="pt-PT" sz="2000" dirty="0"/>
              <a:t> </a:t>
            </a:r>
            <a:r>
              <a:rPr lang="pt-PT" sz="2000" dirty="0" err="1"/>
              <a:t>is</a:t>
            </a:r>
            <a:r>
              <a:rPr lang="pt-PT" sz="2000" dirty="0"/>
              <a:t> 12</a:t>
            </a:r>
            <a:endParaRPr sz="2000" dirty="0"/>
          </a:p>
          <a:p>
            <a:pPr marL="457200" lvl="0" indent="-381000" algn="l" rtl="0">
              <a:spcBef>
                <a:spcPts val="0"/>
              </a:spcBef>
              <a:spcAft>
                <a:spcPts val="0"/>
              </a:spcAft>
              <a:buSzPts val="2400"/>
              <a:buAutoNum type="arabicPeriod"/>
            </a:pPr>
            <a:r>
              <a:rPr lang="pt-PT" sz="2000" dirty="0" err="1"/>
              <a:t>The</a:t>
            </a:r>
            <a:r>
              <a:rPr lang="pt-PT" sz="2000" dirty="0"/>
              <a:t> </a:t>
            </a:r>
            <a:r>
              <a:rPr lang="pt-PT" sz="2000" dirty="0" err="1"/>
              <a:t>arity</a:t>
            </a:r>
            <a:r>
              <a:rPr lang="pt-PT" sz="2000" dirty="0"/>
              <a:t> </a:t>
            </a:r>
            <a:r>
              <a:rPr lang="pt-PT" sz="2000" dirty="0" err="1"/>
              <a:t>is</a:t>
            </a:r>
            <a:r>
              <a:rPr lang="pt-PT" sz="2000" dirty="0"/>
              <a:t> 4 </a:t>
            </a:r>
            <a:r>
              <a:rPr lang="pt-PT" sz="2000" dirty="0" err="1"/>
              <a:t>and</a:t>
            </a:r>
            <a:r>
              <a:rPr lang="pt-PT" sz="2000" dirty="0"/>
              <a:t> </a:t>
            </a:r>
            <a:r>
              <a:rPr lang="pt-PT" sz="2000" dirty="0" err="1"/>
              <a:t>the</a:t>
            </a:r>
            <a:r>
              <a:rPr lang="pt-PT" sz="2000" dirty="0"/>
              <a:t> </a:t>
            </a:r>
            <a:r>
              <a:rPr lang="pt-PT" sz="2000" dirty="0" err="1"/>
              <a:t>cardinality</a:t>
            </a:r>
            <a:r>
              <a:rPr lang="pt-PT" sz="2000" dirty="0"/>
              <a:t> </a:t>
            </a:r>
            <a:r>
              <a:rPr lang="pt-PT" sz="2000" dirty="0" err="1"/>
              <a:t>cannot</a:t>
            </a:r>
            <a:r>
              <a:rPr lang="pt-PT" sz="2000" dirty="0"/>
              <a:t> </a:t>
            </a:r>
            <a:r>
              <a:rPr lang="pt-PT" sz="2000" dirty="0" err="1"/>
              <a:t>be</a:t>
            </a:r>
            <a:r>
              <a:rPr lang="pt-PT" sz="2000" dirty="0"/>
              <a:t> </a:t>
            </a:r>
            <a:r>
              <a:rPr lang="pt-PT" sz="2000" dirty="0" err="1"/>
              <a:t>inferred</a:t>
            </a:r>
            <a:endParaRPr sz="2000" dirty="0"/>
          </a:p>
          <a:p>
            <a:pPr marL="457200" lvl="0" indent="-381000" algn="l" rtl="0">
              <a:spcBef>
                <a:spcPts val="0"/>
              </a:spcBef>
              <a:spcAft>
                <a:spcPts val="0"/>
              </a:spcAft>
              <a:buSzPts val="2400"/>
              <a:buAutoNum type="arabicPeriod"/>
            </a:pPr>
            <a:r>
              <a:rPr lang="pt-PT" sz="2000" dirty="0" err="1"/>
              <a:t>The</a:t>
            </a:r>
            <a:r>
              <a:rPr lang="pt-PT" sz="2000" dirty="0"/>
              <a:t> </a:t>
            </a:r>
            <a:r>
              <a:rPr lang="pt-PT" sz="2000" dirty="0" err="1"/>
              <a:t>arity</a:t>
            </a:r>
            <a:r>
              <a:rPr lang="pt-PT" sz="2000" dirty="0"/>
              <a:t> </a:t>
            </a:r>
            <a:r>
              <a:rPr lang="pt-PT" sz="2000" dirty="0" err="1"/>
              <a:t>cannot</a:t>
            </a:r>
            <a:r>
              <a:rPr lang="pt-PT" sz="2000" dirty="0"/>
              <a:t> </a:t>
            </a:r>
            <a:r>
              <a:rPr lang="pt-PT" sz="2000" dirty="0" err="1"/>
              <a:t>be</a:t>
            </a:r>
            <a:r>
              <a:rPr lang="pt-PT" sz="2000" dirty="0"/>
              <a:t> </a:t>
            </a:r>
            <a:r>
              <a:rPr lang="pt-PT" sz="2000" dirty="0" err="1"/>
              <a:t>inferred</a:t>
            </a:r>
            <a:r>
              <a:rPr lang="pt-PT" sz="2000" dirty="0"/>
              <a:t> </a:t>
            </a:r>
            <a:r>
              <a:rPr lang="pt-PT" sz="2000" dirty="0" err="1"/>
              <a:t>and</a:t>
            </a:r>
            <a:r>
              <a:rPr lang="pt-PT" sz="2000" dirty="0"/>
              <a:t> </a:t>
            </a:r>
            <a:r>
              <a:rPr lang="pt-PT" sz="2000" dirty="0" err="1"/>
              <a:t>the</a:t>
            </a:r>
            <a:r>
              <a:rPr lang="pt-PT" sz="2000" dirty="0"/>
              <a:t> </a:t>
            </a:r>
            <a:r>
              <a:rPr lang="pt-PT" sz="2000" dirty="0" err="1"/>
              <a:t>cardinality</a:t>
            </a:r>
            <a:r>
              <a:rPr lang="pt-PT" sz="2000" dirty="0"/>
              <a:t> </a:t>
            </a:r>
            <a:r>
              <a:rPr lang="pt-PT" sz="2000" dirty="0" err="1"/>
              <a:t>is</a:t>
            </a:r>
            <a:r>
              <a:rPr lang="pt-PT" sz="2000" dirty="0"/>
              <a:t> 12</a:t>
            </a:r>
            <a:endParaRPr sz="2000" dirty="0"/>
          </a:p>
        </p:txBody>
      </p:sp>
      <p:pic>
        <p:nvPicPr>
          <p:cNvPr id="450" name="Google Shape;450;p76"/>
          <p:cNvPicPr preferRelativeResize="0"/>
          <p:nvPr/>
        </p:nvPicPr>
        <p:blipFill>
          <a:blip r:embed="rId3">
            <a:alphaModFix/>
          </a:blip>
          <a:stretch>
            <a:fillRect/>
          </a:stretch>
        </p:blipFill>
        <p:spPr>
          <a:xfrm>
            <a:off x="322500" y="1562700"/>
            <a:ext cx="4249506" cy="3233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77"/>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27. </a:t>
            </a:r>
            <a:r>
              <a:rPr lang="pt-PT" dirty="0" err="1"/>
              <a:t>How</a:t>
            </a:r>
            <a:r>
              <a:rPr lang="pt-PT" dirty="0"/>
              <a:t> </a:t>
            </a:r>
            <a:r>
              <a:rPr lang="pt-PT" dirty="0" err="1"/>
              <a:t>many</a:t>
            </a:r>
            <a:r>
              <a:rPr lang="pt-PT" dirty="0"/>
              <a:t> </a:t>
            </a:r>
            <a:r>
              <a:rPr lang="pt-PT" dirty="0" err="1"/>
              <a:t>relations</a:t>
            </a:r>
            <a:r>
              <a:rPr lang="pt-PT" dirty="0"/>
              <a:t> are </a:t>
            </a:r>
            <a:r>
              <a:rPr lang="pt-PT" dirty="0" err="1"/>
              <a:t>created</a:t>
            </a:r>
            <a:r>
              <a:rPr lang="pt-PT" dirty="0"/>
              <a:t> </a:t>
            </a:r>
            <a:r>
              <a:rPr lang="pt-PT" dirty="0" err="1"/>
              <a:t>from</a:t>
            </a:r>
            <a:r>
              <a:rPr lang="pt-PT" dirty="0"/>
              <a:t> </a:t>
            </a:r>
            <a:r>
              <a:rPr lang="pt-PT" dirty="0" err="1"/>
              <a:t>this</a:t>
            </a:r>
            <a:r>
              <a:rPr lang="pt-PT" dirty="0"/>
              <a:t> conceptual </a:t>
            </a:r>
            <a:r>
              <a:rPr lang="pt-PT" dirty="0" err="1"/>
              <a:t>model</a:t>
            </a:r>
            <a:r>
              <a:rPr lang="pt-PT" dirty="0"/>
              <a:t>?</a:t>
            </a:r>
            <a:endParaRPr dirty="0"/>
          </a:p>
          <a:p>
            <a:pPr marL="0" lvl="0" indent="0" algn="l" rtl="0">
              <a:spcBef>
                <a:spcPts val="0"/>
              </a:spcBef>
              <a:spcAft>
                <a:spcPts val="0"/>
              </a:spcAft>
              <a:buNone/>
            </a:pPr>
            <a:endParaRPr dirty="0"/>
          </a:p>
        </p:txBody>
      </p:sp>
      <p:sp>
        <p:nvSpPr>
          <p:cNvPr id="456" name="Google Shape;456;p77"/>
          <p:cNvSpPr txBox="1">
            <a:spLocks noGrp="1"/>
          </p:cNvSpPr>
          <p:nvPr>
            <p:ph type="body" idx="1"/>
          </p:nvPr>
        </p:nvSpPr>
        <p:spPr>
          <a:xfrm>
            <a:off x="6690275" y="1802525"/>
            <a:ext cx="1815600" cy="2706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1</a:t>
            </a:r>
            <a:endParaRPr sz="2400"/>
          </a:p>
          <a:p>
            <a:pPr marL="457200" lvl="0" indent="-381000" algn="l" rtl="0">
              <a:spcBef>
                <a:spcPts val="0"/>
              </a:spcBef>
              <a:spcAft>
                <a:spcPts val="0"/>
              </a:spcAft>
              <a:buSzPts val="2400"/>
              <a:buAutoNum type="arabicPeriod"/>
            </a:pPr>
            <a:r>
              <a:rPr lang="pt-PT" sz="2400"/>
              <a:t>2</a:t>
            </a:r>
            <a:endParaRPr sz="2400"/>
          </a:p>
          <a:p>
            <a:pPr marL="457200" lvl="0" indent="-381000" algn="l" rtl="0">
              <a:spcBef>
                <a:spcPts val="0"/>
              </a:spcBef>
              <a:spcAft>
                <a:spcPts val="0"/>
              </a:spcAft>
              <a:buSzPts val="2400"/>
              <a:buAutoNum type="arabicPeriod"/>
            </a:pPr>
            <a:r>
              <a:rPr lang="pt-PT" sz="2400"/>
              <a:t>2 or 3</a:t>
            </a:r>
            <a:endParaRPr sz="2400"/>
          </a:p>
          <a:p>
            <a:pPr marL="457200" lvl="0" indent="-381000" algn="l" rtl="0">
              <a:spcBef>
                <a:spcPts val="0"/>
              </a:spcBef>
              <a:spcAft>
                <a:spcPts val="0"/>
              </a:spcAft>
              <a:buSzPts val="2400"/>
              <a:buAutoNum type="arabicPeriod"/>
            </a:pPr>
            <a:r>
              <a:rPr lang="pt-PT" sz="2400"/>
              <a:t>3</a:t>
            </a:r>
            <a:endParaRPr sz="2400"/>
          </a:p>
        </p:txBody>
      </p:sp>
      <p:pic>
        <p:nvPicPr>
          <p:cNvPr id="457" name="Google Shape;457;p77"/>
          <p:cNvPicPr preferRelativeResize="0"/>
          <p:nvPr/>
        </p:nvPicPr>
        <p:blipFill>
          <a:blip r:embed="rId3">
            <a:alphaModFix/>
          </a:blip>
          <a:stretch>
            <a:fillRect/>
          </a:stretch>
        </p:blipFill>
        <p:spPr>
          <a:xfrm>
            <a:off x="3905250" y="996313"/>
            <a:ext cx="1638300" cy="3800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78"/>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28. </a:t>
            </a:r>
            <a:r>
              <a:rPr lang="pt-PT" dirty="0" err="1"/>
              <a:t>How</a:t>
            </a:r>
            <a:r>
              <a:rPr lang="pt-PT" dirty="0"/>
              <a:t> </a:t>
            </a:r>
            <a:r>
              <a:rPr lang="pt-PT" dirty="0" err="1"/>
              <a:t>many</a:t>
            </a:r>
            <a:r>
              <a:rPr lang="pt-PT" dirty="0"/>
              <a:t> </a:t>
            </a:r>
            <a:r>
              <a:rPr lang="pt-PT" dirty="0" err="1"/>
              <a:t>relations</a:t>
            </a:r>
            <a:r>
              <a:rPr lang="pt-PT" dirty="0"/>
              <a:t> are </a:t>
            </a:r>
            <a:r>
              <a:rPr lang="pt-PT" dirty="0" err="1"/>
              <a:t>created</a:t>
            </a:r>
            <a:r>
              <a:rPr lang="pt-PT" dirty="0"/>
              <a:t> </a:t>
            </a:r>
            <a:r>
              <a:rPr lang="pt-PT" dirty="0" err="1"/>
              <a:t>from</a:t>
            </a:r>
            <a:r>
              <a:rPr lang="pt-PT" dirty="0"/>
              <a:t> </a:t>
            </a:r>
            <a:r>
              <a:rPr lang="pt-PT" dirty="0" err="1"/>
              <a:t>this</a:t>
            </a:r>
            <a:r>
              <a:rPr lang="pt-PT" dirty="0"/>
              <a:t> conceptual </a:t>
            </a:r>
            <a:r>
              <a:rPr lang="pt-PT" dirty="0" err="1"/>
              <a:t>model</a:t>
            </a:r>
            <a:r>
              <a:rPr lang="pt-PT" dirty="0"/>
              <a:t>?</a:t>
            </a:r>
            <a:endParaRPr dirty="0"/>
          </a:p>
          <a:p>
            <a:pPr marL="0" lvl="0" indent="0" algn="l" rtl="0">
              <a:spcBef>
                <a:spcPts val="0"/>
              </a:spcBef>
              <a:spcAft>
                <a:spcPts val="0"/>
              </a:spcAft>
              <a:buNone/>
            </a:pPr>
            <a:endParaRPr dirty="0"/>
          </a:p>
        </p:txBody>
      </p:sp>
      <p:sp>
        <p:nvSpPr>
          <p:cNvPr id="463" name="Google Shape;463;p78"/>
          <p:cNvSpPr txBox="1">
            <a:spLocks noGrp="1"/>
          </p:cNvSpPr>
          <p:nvPr>
            <p:ph type="body" idx="1"/>
          </p:nvPr>
        </p:nvSpPr>
        <p:spPr>
          <a:xfrm>
            <a:off x="5203850" y="1826113"/>
            <a:ext cx="3524400" cy="2706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2</a:t>
            </a:r>
            <a:endParaRPr sz="2400"/>
          </a:p>
          <a:p>
            <a:pPr marL="457200" lvl="0" indent="-381000" algn="l" rtl="0">
              <a:spcBef>
                <a:spcPts val="0"/>
              </a:spcBef>
              <a:spcAft>
                <a:spcPts val="0"/>
              </a:spcAft>
              <a:buSzPts val="2400"/>
              <a:buAutoNum type="arabicPeriod"/>
            </a:pPr>
            <a:r>
              <a:rPr lang="pt-PT" sz="2400"/>
              <a:t>2 or 3</a:t>
            </a:r>
            <a:endParaRPr sz="2400"/>
          </a:p>
          <a:p>
            <a:pPr marL="457200" lvl="0" indent="-381000" algn="l" rtl="0">
              <a:spcBef>
                <a:spcPts val="0"/>
              </a:spcBef>
              <a:spcAft>
                <a:spcPts val="0"/>
              </a:spcAft>
              <a:buSzPts val="2400"/>
              <a:buAutoNum type="arabicPeriod"/>
            </a:pPr>
            <a:r>
              <a:rPr lang="pt-PT" sz="2400"/>
              <a:t>3</a:t>
            </a:r>
            <a:endParaRPr sz="2400"/>
          </a:p>
          <a:p>
            <a:pPr marL="457200" lvl="0" indent="-381000" algn="l" rtl="0">
              <a:spcBef>
                <a:spcPts val="0"/>
              </a:spcBef>
              <a:spcAft>
                <a:spcPts val="0"/>
              </a:spcAft>
              <a:buSzPts val="2400"/>
              <a:buAutoNum type="arabicPeriod"/>
            </a:pPr>
            <a:r>
              <a:rPr lang="pt-PT" sz="2400"/>
              <a:t>4</a:t>
            </a:r>
            <a:endParaRPr sz="2400"/>
          </a:p>
        </p:txBody>
      </p:sp>
      <p:pic>
        <p:nvPicPr>
          <p:cNvPr id="464" name="Google Shape;464;p78"/>
          <p:cNvPicPr preferRelativeResize="0"/>
          <p:nvPr/>
        </p:nvPicPr>
        <p:blipFill>
          <a:blip r:embed="rId3">
            <a:alphaModFix/>
          </a:blip>
          <a:stretch>
            <a:fillRect/>
          </a:stretch>
        </p:blipFill>
        <p:spPr>
          <a:xfrm>
            <a:off x="464100" y="2033588"/>
            <a:ext cx="4343400" cy="10763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79"/>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29. </a:t>
            </a:r>
            <a:r>
              <a:rPr lang="pt-PT" dirty="0" err="1"/>
              <a:t>Where</a:t>
            </a:r>
            <a:r>
              <a:rPr lang="pt-PT" dirty="0"/>
              <a:t> </a:t>
            </a:r>
            <a:r>
              <a:rPr lang="pt-PT" dirty="0" err="1"/>
              <a:t>would</a:t>
            </a:r>
            <a:r>
              <a:rPr lang="pt-PT" dirty="0"/>
              <a:t> </a:t>
            </a:r>
            <a:r>
              <a:rPr lang="pt-PT" dirty="0" err="1"/>
              <a:t>the</a:t>
            </a:r>
            <a:r>
              <a:rPr lang="pt-PT" dirty="0"/>
              <a:t> </a:t>
            </a:r>
            <a:r>
              <a:rPr lang="pt-PT" dirty="0" err="1"/>
              <a:t>foreign</a:t>
            </a:r>
            <a:r>
              <a:rPr lang="pt-PT" dirty="0"/>
              <a:t> </a:t>
            </a:r>
            <a:r>
              <a:rPr lang="pt-PT" dirty="0" err="1"/>
              <a:t>key</a:t>
            </a:r>
            <a:r>
              <a:rPr lang="pt-PT" dirty="0"/>
              <a:t> </a:t>
            </a:r>
            <a:r>
              <a:rPr lang="pt-PT" dirty="0" err="1"/>
              <a:t>be</a:t>
            </a:r>
            <a:r>
              <a:rPr lang="pt-PT" dirty="0"/>
              <a:t>, </a:t>
            </a:r>
            <a:r>
              <a:rPr lang="pt-PT" dirty="0" err="1"/>
              <a:t>if</a:t>
            </a:r>
            <a:r>
              <a:rPr lang="pt-PT" dirty="0"/>
              <a:t> </a:t>
            </a:r>
            <a:r>
              <a:rPr lang="pt-PT" dirty="0" err="1"/>
              <a:t>you</a:t>
            </a:r>
            <a:r>
              <a:rPr lang="pt-PT" dirty="0"/>
              <a:t> </a:t>
            </a:r>
            <a:r>
              <a:rPr lang="pt-PT" dirty="0" err="1"/>
              <a:t>map</a:t>
            </a:r>
            <a:r>
              <a:rPr lang="pt-PT" dirty="0"/>
              <a:t> </a:t>
            </a:r>
            <a:r>
              <a:rPr lang="pt-PT" dirty="0" err="1"/>
              <a:t>this</a:t>
            </a:r>
            <a:r>
              <a:rPr lang="pt-PT" dirty="0"/>
              <a:t> conceptual </a:t>
            </a:r>
            <a:r>
              <a:rPr lang="pt-PT" dirty="0" err="1"/>
              <a:t>model</a:t>
            </a:r>
            <a:r>
              <a:rPr lang="pt-PT" dirty="0"/>
              <a:t> to 2 </a:t>
            </a:r>
            <a:r>
              <a:rPr lang="pt-PT" dirty="0" err="1"/>
              <a:t>relations</a:t>
            </a:r>
            <a:r>
              <a:rPr lang="pt-PT" dirty="0"/>
              <a:t>?</a:t>
            </a:r>
            <a:endParaRPr dirty="0"/>
          </a:p>
          <a:p>
            <a:pPr marL="0" lvl="0" indent="0" algn="l" rtl="0">
              <a:spcBef>
                <a:spcPts val="0"/>
              </a:spcBef>
              <a:spcAft>
                <a:spcPts val="0"/>
              </a:spcAft>
              <a:buNone/>
            </a:pPr>
            <a:endParaRPr dirty="0"/>
          </a:p>
        </p:txBody>
      </p:sp>
      <p:sp>
        <p:nvSpPr>
          <p:cNvPr id="470" name="Google Shape;470;p79"/>
          <p:cNvSpPr txBox="1">
            <a:spLocks noGrp="1"/>
          </p:cNvSpPr>
          <p:nvPr>
            <p:ph type="body" idx="1"/>
          </p:nvPr>
        </p:nvSpPr>
        <p:spPr>
          <a:xfrm>
            <a:off x="1400325" y="1717438"/>
            <a:ext cx="3524400" cy="2706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Editor</a:t>
            </a:r>
            <a:endParaRPr sz="2400"/>
          </a:p>
          <a:p>
            <a:pPr marL="457200" lvl="0" indent="-381000" algn="l" rtl="0">
              <a:spcBef>
                <a:spcPts val="0"/>
              </a:spcBef>
              <a:spcAft>
                <a:spcPts val="0"/>
              </a:spcAft>
              <a:buSzPts val="2400"/>
              <a:buAutoNum type="arabicPeriod"/>
            </a:pPr>
            <a:r>
              <a:rPr lang="pt-PT" sz="2400"/>
              <a:t>Publication</a:t>
            </a:r>
            <a:endParaRPr sz="2400"/>
          </a:p>
          <a:p>
            <a:pPr marL="457200" lvl="0" indent="-381000" algn="l" rtl="0">
              <a:spcBef>
                <a:spcPts val="0"/>
              </a:spcBef>
              <a:spcAft>
                <a:spcPts val="0"/>
              </a:spcAft>
              <a:buSzPts val="2400"/>
              <a:buAutoNum type="arabicPeriod"/>
            </a:pPr>
            <a:r>
              <a:rPr lang="pt-PT" sz="2400"/>
              <a:t>Either Editor or Publication</a:t>
            </a:r>
            <a:endParaRPr sz="2400"/>
          </a:p>
          <a:p>
            <a:pPr marL="457200" lvl="0" indent="-381000" algn="l" rtl="0">
              <a:spcBef>
                <a:spcPts val="0"/>
              </a:spcBef>
              <a:spcAft>
                <a:spcPts val="0"/>
              </a:spcAft>
              <a:buSzPts val="2400"/>
              <a:buAutoNum type="arabicPeriod"/>
            </a:pPr>
            <a:r>
              <a:rPr lang="pt-PT" sz="2400"/>
              <a:t>There will be no foreign key</a:t>
            </a:r>
            <a:endParaRPr sz="2400"/>
          </a:p>
        </p:txBody>
      </p:sp>
      <p:pic>
        <p:nvPicPr>
          <p:cNvPr id="471" name="Google Shape;471;p79"/>
          <p:cNvPicPr preferRelativeResize="0"/>
          <p:nvPr/>
        </p:nvPicPr>
        <p:blipFill>
          <a:blip r:embed="rId3">
            <a:alphaModFix/>
          </a:blip>
          <a:stretch>
            <a:fillRect/>
          </a:stretch>
        </p:blipFill>
        <p:spPr>
          <a:xfrm>
            <a:off x="5874963" y="1045250"/>
            <a:ext cx="1647825" cy="3771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80"/>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30. </a:t>
            </a:r>
            <a:r>
              <a:rPr lang="pt-PT" dirty="0" err="1"/>
              <a:t>This</a:t>
            </a:r>
            <a:r>
              <a:rPr lang="pt-PT" dirty="0"/>
              <a:t> </a:t>
            </a:r>
            <a:r>
              <a:rPr lang="pt-PT" dirty="0" err="1"/>
              <a:t>relation</a:t>
            </a:r>
            <a:r>
              <a:rPr lang="pt-PT" dirty="0"/>
              <a:t> </a:t>
            </a:r>
            <a:r>
              <a:rPr lang="pt-PT" dirty="0" err="1"/>
              <a:t>has</a:t>
            </a:r>
            <a:r>
              <a:rPr lang="pt-PT" dirty="0"/>
              <a:t> </a:t>
            </a:r>
            <a:r>
              <a:rPr lang="pt-PT" dirty="0" err="1"/>
              <a:t>redundancy</a:t>
            </a:r>
            <a:r>
              <a:rPr lang="pt-PT" dirty="0"/>
              <a:t> </a:t>
            </a:r>
            <a:r>
              <a:rPr lang="pt-PT" dirty="0" err="1"/>
              <a:t>because</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77" name="Google Shape;477;p80"/>
          <p:cNvSpPr txBox="1">
            <a:spLocks noGrp="1"/>
          </p:cNvSpPr>
          <p:nvPr>
            <p:ph type="body" idx="1"/>
          </p:nvPr>
        </p:nvSpPr>
        <p:spPr>
          <a:xfrm>
            <a:off x="311700" y="1724224"/>
            <a:ext cx="8520600" cy="2706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err="1"/>
              <a:t>the</a:t>
            </a:r>
            <a:r>
              <a:rPr lang="pt-PT" sz="2400" dirty="0"/>
              <a:t> </a:t>
            </a:r>
            <a:r>
              <a:rPr lang="pt-PT" sz="2400" dirty="0" err="1"/>
              <a:t>product</a:t>
            </a:r>
            <a:r>
              <a:rPr lang="pt-PT" sz="2400" dirty="0"/>
              <a:t> </a:t>
            </a:r>
            <a:r>
              <a:rPr lang="pt-PT" sz="2400" dirty="0" err="1"/>
              <a:t>name</a:t>
            </a:r>
            <a:r>
              <a:rPr lang="pt-PT" sz="2400" dirty="0"/>
              <a:t> </a:t>
            </a:r>
            <a:r>
              <a:rPr lang="pt-PT" sz="2400" dirty="0" err="1"/>
              <a:t>is</a:t>
            </a:r>
            <a:r>
              <a:rPr lang="pt-PT" sz="2400" dirty="0"/>
              <a:t> </a:t>
            </a:r>
            <a:r>
              <a:rPr lang="pt-PT" sz="2400" dirty="0" err="1"/>
              <a:t>determined</a:t>
            </a:r>
            <a:r>
              <a:rPr lang="pt-PT" sz="2400" dirty="0"/>
              <a:t> </a:t>
            </a:r>
            <a:r>
              <a:rPr lang="pt-PT" sz="2400" dirty="0" err="1"/>
              <a:t>by</a:t>
            </a:r>
            <a:r>
              <a:rPr lang="pt-PT" sz="2400" dirty="0"/>
              <a:t> </a:t>
            </a:r>
            <a:r>
              <a:rPr lang="pt-PT" sz="2400" dirty="0" err="1"/>
              <a:t>its</a:t>
            </a:r>
            <a:r>
              <a:rPr lang="pt-PT" sz="2400" dirty="0"/>
              <a:t> id</a:t>
            </a:r>
            <a:endParaRPr sz="2400" dirty="0"/>
          </a:p>
          <a:p>
            <a:pPr marL="457200" lvl="0" indent="-381000" algn="l" rtl="0">
              <a:spcBef>
                <a:spcPts val="0"/>
              </a:spcBef>
              <a:spcAft>
                <a:spcPts val="0"/>
              </a:spcAft>
              <a:buSzPts val="2400"/>
              <a:buAutoNum type="arabicPeriod"/>
            </a:pPr>
            <a:r>
              <a:rPr lang="pt-PT" sz="2400" dirty="0" err="1"/>
              <a:t>the</a:t>
            </a:r>
            <a:r>
              <a:rPr lang="pt-PT" sz="2400" dirty="0"/>
              <a:t> </a:t>
            </a:r>
            <a:r>
              <a:rPr lang="pt-PT" sz="2400" dirty="0" err="1"/>
              <a:t>order</a:t>
            </a:r>
            <a:r>
              <a:rPr lang="pt-PT" sz="2400" dirty="0"/>
              <a:t> date </a:t>
            </a:r>
            <a:r>
              <a:rPr lang="pt-PT" sz="2400" dirty="0" err="1"/>
              <a:t>may</a:t>
            </a:r>
            <a:r>
              <a:rPr lang="pt-PT" sz="2400" dirty="0"/>
              <a:t> </a:t>
            </a:r>
            <a:r>
              <a:rPr lang="pt-PT" sz="2400" dirty="0" err="1"/>
              <a:t>be</a:t>
            </a:r>
            <a:r>
              <a:rPr lang="pt-PT" sz="2400" dirty="0"/>
              <a:t> </a:t>
            </a:r>
            <a:r>
              <a:rPr lang="pt-PT" sz="2400" dirty="0" err="1"/>
              <a:t>repeated</a:t>
            </a:r>
            <a:endParaRPr sz="2400" dirty="0"/>
          </a:p>
          <a:p>
            <a:pPr marL="457200" lvl="0" indent="-381000" algn="l" rtl="0">
              <a:spcBef>
                <a:spcPts val="0"/>
              </a:spcBef>
              <a:spcAft>
                <a:spcPts val="0"/>
              </a:spcAft>
              <a:buSzPts val="2400"/>
              <a:buAutoNum type="arabicPeriod"/>
            </a:pPr>
            <a:r>
              <a:rPr lang="pt-PT" sz="2400" dirty="0" err="1"/>
              <a:t>it</a:t>
            </a:r>
            <a:r>
              <a:rPr lang="pt-PT" sz="2400" dirty="0"/>
              <a:t> </a:t>
            </a:r>
            <a:r>
              <a:rPr lang="pt-PT" sz="2400" dirty="0" err="1"/>
              <a:t>has</a:t>
            </a:r>
            <a:r>
              <a:rPr lang="pt-PT" sz="2400" dirty="0"/>
              <a:t> no </a:t>
            </a:r>
            <a:r>
              <a:rPr lang="pt-PT" sz="2400" dirty="0" err="1"/>
              <a:t>client</a:t>
            </a:r>
            <a:r>
              <a:rPr lang="pt-PT" sz="2400" dirty="0"/>
              <a:t> id</a:t>
            </a:r>
            <a:endParaRPr sz="2400" dirty="0"/>
          </a:p>
          <a:p>
            <a:pPr marL="457200" lvl="0" indent="-381000" algn="l" rtl="0">
              <a:spcBef>
                <a:spcPts val="0"/>
              </a:spcBef>
              <a:spcAft>
                <a:spcPts val="0"/>
              </a:spcAft>
              <a:buSzPts val="2400"/>
              <a:buAutoNum type="arabicPeriod"/>
            </a:pPr>
            <a:r>
              <a:rPr lang="pt-PT" sz="2400" dirty="0" err="1"/>
              <a:t>the</a:t>
            </a:r>
            <a:r>
              <a:rPr lang="pt-PT" sz="2400" dirty="0"/>
              <a:t> </a:t>
            </a:r>
            <a:r>
              <a:rPr lang="pt-PT" sz="2400" dirty="0" err="1"/>
              <a:t>name</a:t>
            </a:r>
            <a:r>
              <a:rPr lang="pt-PT" sz="2400" dirty="0"/>
              <a:t> </a:t>
            </a:r>
            <a:r>
              <a:rPr lang="pt-PT" sz="2400" dirty="0" err="1"/>
              <a:t>of</a:t>
            </a:r>
            <a:r>
              <a:rPr lang="pt-PT" sz="2400" dirty="0"/>
              <a:t> </a:t>
            </a:r>
            <a:r>
              <a:rPr lang="pt-PT" sz="2400" dirty="0" err="1"/>
              <a:t>the</a:t>
            </a:r>
            <a:r>
              <a:rPr lang="pt-PT" sz="2400" dirty="0"/>
              <a:t> </a:t>
            </a:r>
            <a:r>
              <a:rPr lang="pt-PT" sz="2400" dirty="0" err="1"/>
              <a:t>product</a:t>
            </a:r>
            <a:r>
              <a:rPr lang="pt-PT" sz="2400" dirty="0"/>
              <a:t> </a:t>
            </a:r>
            <a:r>
              <a:rPr lang="pt-PT" sz="2400" dirty="0" err="1"/>
              <a:t>with</a:t>
            </a:r>
            <a:r>
              <a:rPr lang="pt-PT" sz="2400" dirty="0"/>
              <a:t> id=5 </a:t>
            </a:r>
            <a:r>
              <a:rPr lang="pt-PT" sz="2400" dirty="0" err="1"/>
              <a:t>is</a:t>
            </a:r>
            <a:r>
              <a:rPr lang="pt-PT" sz="2400" dirty="0"/>
              <a:t> </a:t>
            </a:r>
            <a:r>
              <a:rPr lang="pt-PT" sz="2400" dirty="0" err="1"/>
              <a:t>stored</a:t>
            </a:r>
            <a:r>
              <a:rPr lang="pt-PT" sz="2400" dirty="0"/>
              <a:t> more </a:t>
            </a:r>
            <a:r>
              <a:rPr lang="pt-PT" sz="2400" dirty="0" err="1"/>
              <a:t>than</a:t>
            </a:r>
            <a:r>
              <a:rPr lang="pt-PT" sz="2400" dirty="0"/>
              <a:t> </a:t>
            </a:r>
            <a:r>
              <a:rPr lang="pt-PT" sz="2400" dirty="0" err="1"/>
              <a:t>once</a:t>
            </a:r>
            <a:endParaRPr sz="2400" dirty="0"/>
          </a:p>
        </p:txBody>
      </p:sp>
      <p:pic>
        <p:nvPicPr>
          <p:cNvPr id="478" name="Google Shape;478;p80"/>
          <p:cNvPicPr preferRelativeResize="0"/>
          <p:nvPr/>
        </p:nvPicPr>
        <p:blipFill>
          <a:blip r:embed="rId3">
            <a:alphaModFix/>
          </a:blip>
          <a:stretch>
            <a:fillRect/>
          </a:stretch>
        </p:blipFill>
        <p:spPr>
          <a:xfrm>
            <a:off x="1083875" y="1114738"/>
            <a:ext cx="6257925" cy="342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81"/>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31. </a:t>
            </a:r>
            <a:r>
              <a:rPr lang="pt-PT" dirty="0" err="1"/>
              <a:t>Identify</a:t>
            </a:r>
            <a:r>
              <a:rPr lang="pt-PT" dirty="0"/>
              <a:t> a </a:t>
            </a:r>
            <a:r>
              <a:rPr lang="pt-PT" dirty="0" err="1"/>
              <a:t>deletion</a:t>
            </a:r>
            <a:r>
              <a:rPr lang="pt-PT" dirty="0"/>
              <a:t> </a:t>
            </a:r>
            <a:r>
              <a:rPr lang="pt-PT" dirty="0" err="1"/>
              <a:t>anomaly</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84" name="Google Shape;484;p81"/>
          <p:cNvSpPr txBox="1">
            <a:spLocks noGrp="1"/>
          </p:cNvSpPr>
          <p:nvPr>
            <p:ph type="body" idx="1"/>
          </p:nvPr>
        </p:nvSpPr>
        <p:spPr>
          <a:xfrm>
            <a:off x="305053" y="1686559"/>
            <a:ext cx="8520599" cy="3344415"/>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err="1"/>
              <a:t>Removing</a:t>
            </a:r>
            <a:r>
              <a:rPr lang="pt-PT" sz="2400" dirty="0"/>
              <a:t> </a:t>
            </a:r>
            <a:r>
              <a:rPr lang="pt-PT" sz="2400" dirty="0" err="1"/>
              <a:t>old</a:t>
            </a:r>
            <a:r>
              <a:rPr lang="pt-PT" sz="2400" dirty="0"/>
              <a:t> </a:t>
            </a:r>
            <a:r>
              <a:rPr lang="pt-PT" sz="2400" dirty="0" err="1"/>
              <a:t>orders</a:t>
            </a:r>
            <a:r>
              <a:rPr lang="pt-PT" sz="2400" dirty="0"/>
              <a:t>, </a:t>
            </a:r>
            <a:r>
              <a:rPr lang="pt-PT" sz="2400" dirty="0" err="1"/>
              <a:t>you</a:t>
            </a:r>
            <a:r>
              <a:rPr lang="pt-PT" sz="2400" dirty="0"/>
              <a:t> </a:t>
            </a:r>
            <a:r>
              <a:rPr lang="pt-PT" sz="2400" dirty="0" err="1"/>
              <a:t>may</a:t>
            </a:r>
            <a:r>
              <a:rPr lang="pt-PT" sz="2400" dirty="0"/>
              <a:t> </a:t>
            </a:r>
            <a:r>
              <a:rPr lang="pt-PT" sz="2400" dirty="0" err="1"/>
              <a:t>lose</a:t>
            </a:r>
            <a:r>
              <a:rPr lang="pt-PT" sz="2400" dirty="0"/>
              <a:t> </a:t>
            </a:r>
            <a:r>
              <a:rPr lang="pt-PT" sz="2400" dirty="0" err="1"/>
              <a:t>clients</a:t>
            </a:r>
            <a:endParaRPr sz="2400" dirty="0"/>
          </a:p>
          <a:p>
            <a:pPr marL="457200" lvl="0" indent="-381000" algn="l" rtl="0">
              <a:spcBef>
                <a:spcPts val="0"/>
              </a:spcBef>
              <a:spcAft>
                <a:spcPts val="0"/>
              </a:spcAft>
              <a:buSzPts val="2400"/>
              <a:buAutoNum type="arabicPeriod"/>
            </a:pPr>
            <a:r>
              <a:rPr lang="pt-PT" sz="2400" dirty="0" err="1"/>
              <a:t>Removing</a:t>
            </a:r>
            <a:r>
              <a:rPr lang="pt-PT" sz="2400" dirty="0"/>
              <a:t> </a:t>
            </a:r>
            <a:r>
              <a:rPr lang="pt-PT" sz="2400" dirty="0" err="1"/>
              <a:t>products</a:t>
            </a:r>
            <a:r>
              <a:rPr lang="pt-PT" sz="2400" dirty="0"/>
              <a:t> </a:t>
            </a:r>
            <a:r>
              <a:rPr lang="pt-PT" sz="2400" dirty="0" err="1"/>
              <a:t>with</a:t>
            </a:r>
            <a:r>
              <a:rPr lang="pt-PT" sz="2400" dirty="0"/>
              <a:t> id&lt;100, </a:t>
            </a:r>
            <a:r>
              <a:rPr lang="pt-PT" sz="2400" dirty="0" err="1"/>
              <a:t>you</a:t>
            </a:r>
            <a:r>
              <a:rPr lang="pt-PT" sz="2400" dirty="0"/>
              <a:t> </a:t>
            </a:r>
            <a:r>
              <a:rPr lang="pt-PT" sz="2400" dirty="0" err="1"/>
              <a:t>may</a:t>
            </a:r>
            <a:r>
              <a:rPr lang="pt-PT" sz="2400" dirty="0"/>
              <a:t> </a:t>
            </a:r>
            <a:r>
              <a:rPr lang="pt-PT" sz="2400" dirty="0" err="1"/>
              <a:t>lose</a:t>
            </a:r>
            <a:r>
              <a:rPr lang="pt-PT" sz="2400" dirty="0"/>
              <a:t> </a:t>
            </a:r>
            <a:r>
              <a:rPr lang="pt-PT" sz="2400" dirty="0" err="1"/>
              <a:t>their</a:t>
            </a:r>
            <a:r>
              <a:rPr lang="pt-PT" sz="2400" dirty="0"/>
              <a:t> </a:t>
            </a:r>
            <a:r>
              <a:rPr lang="pt-PT" sz="2400" dirty="0" err="1"/>
              <a:t>name</a:t>
            </a:r>
            <a:endParaRPr sz="2400" dirty="0"/>
          </a:p>
          <a:p>
            <a:pPr marL="457200" lvl="0" indent="-381000" algn="l" rtl="0">
              <a:spcBef>
                <a:spcPts val="0"/>
              </a:spcBef>
              <a:spcAft>
                <a:spcPts val="0"/>
              </a:spcAft>
              <a:buSzPts val="2400"/>
              <a:buAutoNum type="arabicPeriod"/>
            </a:pPr>
            <a:r>
              <a:rPr lang="pt-PT" sz="2400" dirty="0" err="1"/>
              <a:t>Updating</a:t>
            </a:r>
            <a:r>
              <a:rPr lang="pt-PT" sz="2400" dirty="0"/>
              <a:t> </a:t>
            </a:r>
            <a:r>
              <a:rPr lang="pt-PT" sz="2400" dirty="0" err="1"/>
              <a:t>old</a:t>
            </a:r>
            <a:r>
              <a:rPr lang="pt-PT" sz="2400" dirty="0"/>
              <a:t> </a:t>
            </a:r>
            <a:r>
              <a:rPr lang="pt-PT" sz="2400" dirty="0" err="1"/>
              <a:t>orders</a:t>
            </a:r>
            <a:r>
              <a:rPr lang="pt-PT" sz="2400" dirty="0"/>
              <a:t>, </a:t>
            </a:r>
            <a:r>
              <a:rPr lang="pt-PT" sz="2400" dirty="0" err="1"/>
              <a:t>you</a:t>
            </a:r>
            <a:r>
              <a:rPr lang="pt-PT" sz="2400" dirty="0"/>
              <a:t> </a:t>
            </a:r>
            <a:r>
              <a:rPr lang="pt-PT" sz="2400" dirty="0" err="1"/>
              <a:t>may</a:t>
            </a:r>
            <a:r>
              <a:rPr lang="pt-PT" sz="2400" dirty="0"/>
              <a:t> </a:t>
            </a:r>
            <a:r>
              <a:rPr lang="pt-PT" sz="2400" dirty="0" err="1"/>
              <a:t>lose</a:t>
            </a:r>
            <a:r>
              <a:rPr lang="pt-PT" sz="2400" dirty="0"/>
              <a:t> </a:t>
            </a:r>
            <a:r>
              <a:rPr lang="pt-PT" sz="2400" dirty="0" err="1"/>
              <a:t>clients</a:t>
            </a:r>
            <a:endParaRPr sz="2400" dirty="0"/>
          </a:p>
          <a:p>
            <a:pPr marL="457200" lvl="0" indent="-381000" algn="l" rtl="0">
              <a:spcBef>
                <a:spcPts val="0"/>
              </a:spcBef>
              <a:spcAft>
                <a:spcPts val="0"/>
              </a:spcAft>
              <a:buSzPts val="2400"/>
              <a:buAutoNum type="arabicPeriod"/>
            </a:pPr>
            <a:r>
              <a:rPr lang="pt-PT" sz="2400" dirty="0" err="1"/>
              <a:t>Removing</a:t>
            </a:r>
            <a:r>
              <a:rPr lang="pt-PT" sz="2400" dirty="0"/>
              <a:t> </a:t>
            </a:r>
            <a:r>
              <a:rPr lang="pt-PT" sz="2400" dirty="0" err="1"/>
              <a:t>the</a:t>
            </a:r>
            <a:r>
              <a:rPr lang="pt-PT" sz="2400" dirty="0"/>
              <a:t> </a:t>
            </a:r>
            <a:r>
              <a:rPr lang="pt-PT" sz="2400" dirty="0" err="1"/>
              <a:t>attribute</a:t>
            </a:r>
            <a:r>
              <a:rPr lang="pt-PT" sz="2400" dirty="0"/>
              <a:t> </a:t>
            </a:r>
            <a:r>
              <a:rPr lang="pt-PT" sz="2400" dirty="0" err="1"/>
              <a:t>OrderDate</a:t>
            </a:r>
            <a:r>
              <a:rPr lang="pt-PT" sz="2400" dirty="0"/>
              <a:t>, </a:t>
            </a:r>
            <a:r>
              <a:rPr lang="pt-PT" sz="2400" dirty="0" err="1"/>
              <a:t>you</a:t>
            </a:r>
            <a:r>
              <a:rPr lang="pt-PT" sz="2400" dirty="0"/>
              <a:t> </a:t>
            </a:r>
            <a:r>
              <a:rPr lang="pt-PT" sz="2400" dirty="0" err="1"/>
              <a:t>may</a:t>
            </a:r>
            <a:r>
              <a:rPr lang="pt-PT" sz="2400" dirty="0"/>
              <a:t> </a:t>
            </a:r>
            <a:r>
              <a:rPr lang="pt-PT" sz="2400" dirty="0" err="1"/>
              <a:t>lose</a:t>
            </a:r>
            <a:r>
              <a:rPr lang="pt-PT" sz="2400" dirty="0"/>
              <a:t> </a:t>
            </a:r>
            <a:r>
              <a:rPr lang="pt-PT" sz="2400" dirty="0" err="1"/>
              <a:t>clients</a:t>
            </a:r>
            <a:endParaRPr sz="2400" dirty="0"/>
          </a:p>
        </p:txBody>
      </p:sp>
      <p:pic>
        <p:nvPicPr>
          <p:cNvPr id="485" name="Google Shape;485;p81"/>
          <p:cNvPicPr preferRelativeResize="0"/>
          <p:nvPr/>
        </p:nvPicPr>
        <p:blipFill>
          <a:blip r:embed="rId3">
            <a:alphaModFix/>
          </a:blip>
          <a:stretch>
            <a:fillRect/>
          </a:stretch>
        </p:blipFill>
        <p:spPr>
          <a:xfrm>
            <a:off x="1083875" y="1114738"/>
            <a:ext cx="6257925" cy="342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82"/>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32. </a:t>
            </a:r>
            <a:r>
              <a:rPr lang="pt-PT" dirty="0" err="1"/>
              <a:t>The</a:t>
            </a:r>
            <a:r>
              <a:rPr lang="pt-PT" dirty="0"/>
              <a:t> set </a:t>
            </a:r>
            <a:r>
              <a:rPr lang="pt-PT" dirty="0" err="1"/>
              <a:t>of</a:t>
            </a:r>
            <a:r>
              <a:rPr lang="pt-PT" dirty="0"/>
              <a:t> </a:t>
            </a:r>
            <a:r>
              <a:rPr lang="pt-PT" dirty="0" err="1"/>
              <a:t>relations</a:t>
            </a:r>
            <a:r>
              <a:rPr lang="pt-PT" dirty="0"/>
              <a:t> </a:t>
            </a:r>
            <a:r>
              <a:rPr lang="pt-PT" dirty="0" err="1"/>
              <a:t>created</a:t>
            </a:r>
            <a:r>
              <a:rPr lang="pt-PT" dirty="0"/>
              <a:t> </a:t>
            </a:r>
            <a:r>
              <a:rPr lang="pt-PT" dirty="0" err="1"/>
              <a:t>by</a:t>
            </a:r>
            <a:r>
              <a:rPr lang="pt-PT" dirty="0"/>
              <a:t> </a:t>
            </a:r>
            <a:r>
              <a:rPr lang="pt-PT" dirty="0" err="1"/>
              <a:t>decomposition</a:t>
            </a:r>
            <a:r>
              <a:rPr lang="pt-PT" dirty="0"/>
              <a:t> for </a:t>
            </a:r>
            <a:r>
              <a:rPr lang="pt-PT" dirty="0" err="1"/>
              <a:t>preventing</a:t>
            </a:r>
            <a:r>
              <a:rPr lang="pt-PT" dirty="0"/>
              <a:t> </a:t>
            </a:r>
            <a:r>
              <a:rPr lang="pt-PT" dirty="0" err="1"/>
              <a:t>anomalies</a:t>
            </a:r>
            <a:r>
              <a:rPr lang="pt-PT" dirty="0"/>
              <a:t> </a:t>
            </a:r>
            <a:r>
              <a:rPr lang="pt-PT" dirty="0" err="1"/>
              <a:t>is</a:t>
            </a:r>
            <a:r>
              <a:rPr lang="pt-PT" dirty="0"/>
              <a:t> </a:t>
            </a:r>
            <a:r>
              <a:rPr lang="pt-PT" dirty="0" err="1"/>
              <a:t>called</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91" name="Google Shape;491;p82"/>
          <p:cNvSpPr txBox="1">
            <a:spLocks noGrp="1"/>
          </p:cNvSpPr>
          <p:nvPr>
            <p:ph type="body" idx="1"/>
          </p:nvPr>
        </p:nvSpPr>
        <p:spPr>
          <a:xfrm>
            <a:off x="1511488" y="1604975"/>
            <a:ext cx="5402700" cy="3426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normal forms</a:t>
            </a:r>
            <a:endParaRPr sz="2400"/>
          </a:p>
          <a:p>
            <a:pPr marL="457200" lvl="0" indent="-381000" algn="l" rtl="0">
              <a:spcBef>
                <a:spcPts val="0"/>
              </a:spcBef>
              <a:spcAft>
                <a:spcPts val="0"/>
              </a:spcAft>
              <a:buSzPts val="2400"/>
              <a:buAutoNum type="arabicPeriod"/>
            </a:pPr>
            <a:r>
              <a:rPr lang="pt-PT" sz="2400"/>
              <a:t>mega-relations</a:t>
            </a:r>
            <a:endParaRPr sz="2400"/>
          </a:p>
          <a:p>
            <a:pPr marL="457200" lvl="0" indent="-381000" algn="l" rtl="0">
              <a:spcBef>
                <a:spcPts val="0"/>
              </a:spcBef>
              <a:spcAft>
                <a:spcPts val="0"/>
              </a:spcAft>
              <a:buSzPts val="2400"/>
              <a:buAutoNum type="arabicPeriod"/>
            </a:pPr>
            <a:r>
              <a:rPr lang="pt-PT" sz="2400"/>
              <a:t>functional dependencies</a:t>
            </a:r>
            <a:endParaRPr sz="2400"/>
          </a:p>
          <a:p>
            <a:pPr marL="457200" lvl="0" indent="-381000" algn="l" rtl="0">
              <a:spcBef>
                <a:spcPts val="0"/>
              </a:spcBef>
              <a:spcAft>
                <a:spcPts val="0"/>
              </a:spcAft>
              <a:buSzPts val="2400"/>
              <a:buAutoNum type="arabicPeriod"/>
            </a:pPr>
            <a:r>
              <a:rPr lang="pt-PT" sz="2400"/>
              <a:t>None of the above is correct</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83"/>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33. </a:t>
            </a:r>
            <a:r>
              <a:rPr lang="pt-PT" dirty="0" err="1"/>
              <a:t>Identify</a:t>
            </a:r>
            <a:r>
              <a:rPr lang="pt-PT" dirty="0"/>
              <a:t> </a:t>
            </a:r>
            <a:r>
              <a:rPr lang="pt-PT" dirty="0" err="1"/>
              <a:t>the</a:t>
            </a:r>
            <a:r>
              <a:rPr lang="pt-PT" dirty="0"/>
              <a:t> </a:t>
            </a:r>
            <a:r>
              <a:rPr lang="pt-PT" dirty="0" err="1"/>
              <a:t>correct</a:t>
            </a:r>
            <a:r>
              <a:rPr lang="pt-PT" dirty="0"/>
              <a:t> </a:t>
            </a:r>
            <a:r>
              <a:rPr lang="pt-PT" dirty="0" err="1"/>
              <a:t>statement</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97" name="Google Shape;497;p83"/>
          <p:cNvSpPr txBox="1">
            <a:spLocks noGrp="1"/>
          </p:cNvSpPr>
          <p:nvPr>
            <p:ph type="body" idx="1"/>
          </p:nvPr>
        </p:nvSpPr>
        <p:spPr>
          <a:xfrm>
            <a:off x="444126" y="1604975"/>
            <a:ext cx="8255750" cy="3426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err="1"/>
              <a:t>OrderID</a:t>
            </a:r>
            <a:r>
              <a:rPr lang="pt-PT" sz="2400" dirty="0"/>
              <a:t> -&gt; </a:t>
            </a:r>
            <a:r>
              <a:rPr lang="pt-PT" sz="2400" dirty="0" err="1"/>
              <a:t>OrderDate</a:t>
            </a:r>
            <a:r>
              <a:rPr lang="pt-PT" sz="2400" dirty="0"/>
              <a:t>, </a:t>
            </a:r>
            <a:r>
              <a:rPr lang="pt-PT" sz="2400" dirty="0" err="1"/>
              <a:t>ClientName</a:t>
            </a:r>
            <a:r>
              <a:rPr lang="pt-PT" sz="2400" dirty="0"/>
              <a:t>, </a:t>
            </a:r>
            <a:r>
              <a:rPr lang="pt-PT" sz="2400" dirty="0" err="1"/>
              <a:t>ProductID</a:t>
            </a:r>
            <a:r>
              <a:rPr lang="pt-PT" sz="2400" dirty="0"/>
              <a:t>, </a:t>
            </a:r>
            <a:r>
              <a:rPr lang="pt-PT" sz="2400" dirty="0" err="1"/>
              <a:t>ProductName</a:t>
            </a:r>
            <a:endParaRPr sz="2400" dirty="0"/>
          </a:p>
          <a:p>
            <a:pPr marL="457200" lvl="0" indent="-381000" algn="l" rtl="0">
              <a:spcBef>
                <a:spcPts val="0"/>
              </a:spcBef>
              <a:spcAft>
                <a:spcPts val="0"/>
              </a:spcAft>
              <a:buSzPts val="2400"/>
              <a:buAutoNum type="arabicPeriod"/>
            </a:pPr>
            <a:r>
              <a:rPr lang="pt-PT" sz="2400" dirty="0" err="1"/>
              <a:t>OrderID</a:t>
            </a:r>
            <a:r>
              <a:rPr lang="pt-PT" sz="2400" dirty="0"/>
              <a:t> -&gt; </a:t>
            </a:r>
            <a:r>
              <a:rPr lang="pt-PT" sz="2400" dirty="0" err="1"/>
              <a:t>ProductID</a:t>
            </a:r>
            <a:r>
              <a:rPr lang="pt-PT" sz="2400" dirty="0"/>
              <a:t>, </a:t>
            </a:r>
            <a:r>
              <a:rPr lang="pt-PT" sz="2400" dirty="0" err="1"/>
              <a:t>ProductName</a:t>
            </a:r>
            <a:endParaRPr sz="2400" dirty="0"/>
          </a:p>
          <a:p>
            <a:pPr marL="457200" lvl="0" indent="-381000" algn="l" rtl="0">
              <a:spcBef>
                <a:spcPts val="0"/>
              </a:spcBef>
              <a:spcAft>
                <a:spcPts val="0"/>
              </a:spcAft>
              <a:buSzPts val="2400"/>
              <a:buAutoNum type="arabicPeriod"/>
            </a:pPr>
            <a:r>
              <a:rPr lang="pt-PT" sz="2400" dirty="0" err="1"/>
              <a:t>OrderID</a:t>
            </a:r>
            <a:r>
              <a:rPr lang="pt-PT" sz="2400" dirty="0"/>
              <a:t> -&gt; </a:t>
            </a:r>
            <a:r>
              <a:rPr lang="pt-PT" sz="2400" dirty="0" err="1"/>
              <a:t>OrderDate</a:t>
            </a:r>
            <a:endParaRPr sz="2400" dirty="0"/>
          </a:p>
          <a:p>
            <a:pPr marL="457200" lvl="0" indent="-381000" algn="l" rtl="0">
              <a:spcBef>
                <a:spcPts val="0"/>
              </a:spcBef>
              <a:spcAft>
                <a:spcPts val="0"/>
              </a:spcAft>
              <a:buSzPts val="2400"/>
              <a:buAutoNum type="arabicPeriod"/>
            </a:pPr>
            <a:r>
              <a:rPr lang="pt-PT" sz="2400" dirty="0" err="1"/>
              <a:t>OrderDate</a:t>
            </a:r>
            <a:r>
              <a:rPr lang="pt-PT" sz="2400" dirty="0"/>
              <a:t> -&gt; </a:t>
            </a:r>
            <a:r>
              <a:rPr lang="pt-PT" sz="2400" dirty="0" err="1"/>
              <a:t>OrderID</a:t>
            </a:r>
            <a:endParaRPr sz="2400" dirty="0"/>
          </a:p>
        </p:txBody>
      </p:sp>
      <p:pic>
        <p:nvPicPr>
          <p:cNvPr id="498" name="Google Shape;498;p83"/>
          <p:cNvPicPr preferRelativeResize="0"/>
          <p:nvPr/>
        </p:nvPicPr>
        <p:blipFill>
          <a:blip r:embed="rId3">
            <a:alphaModFix/>
          </a:blip>
          <a:stretch>
            <a:fillRect/>
          </a:stretch>
        </p:blipFill>
        <p:spPr>
          <a:xfrm>
            <a:off x="444125" y="990349"/>
            <a:ext cx="8255750" cy="452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84"/>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34. </a:t>
            </a:r>
            <a:r>
              <a:rPr lang="pt-PT" dirty="0" err="1"/>
              <a:t>Which</a:t>
            </a:r>
            <a:r>
              <a:rPr lang="pt-PT" dirty="0"/>
              <a:t> </a:t>
            </a:r>
            <a:r>
              <a:rPr lang="pt-PT" dirty="0" err="1"/>
              <a:t>functional</a:t>
            </a:r>
            <a:r>
              <a:rPr lang="pt-PT" dirty="0"/>
              <a:t> </a:t>
            </a:r>
            <a:r>
              <a:rPr lang="pt-PT" dirty="0" err="1"/>
              <a:t>dependency</a:t>
            </a:r>
            <a:r>
              <a:rPr lang="pt-PT" dirty="0"/>
              <a:t> </a:t>
            </a:r>
            <a:r>
              <a:rPr lang="pt-PT" dirty="0" err="1"/>
              <a:t>is</a:t>
            </a:r>
            <a:r>
              <a:rPr lang="pt-PT" dirty="0"/>
              <a:t> </a:t>
            </a:r>
            <a:r>
              <a:rPr lang="pt-PT" dirty="0" err="1"/>
              <a:t>completely</a:t>
            </a:r>
            <a:r>
              <a:rPr lang="pt-PT" dirty="0"/>
              <a:t> non-trivial?</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04" name="Google Shape;504;p84"/>
          <p:cNvSpPr txBox="1">
            <a:spLocks noGrp="1"/>
          </p:cNvSpPr>
          <p:nvPr>
            <p:ph type="body" idx="1"/>
          </p:nvPr>
        </p:nvSpPr>
        <p:spPr>
          <a:xfrm>
            <a:off x="1511488" y="1604975"/>
            <a:ext cx="5402700" cy="3426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A-&gt;B</a:t>
            </a:r>
            <a:endParaRPr sz="2400"/>
          </a:p>
          <a:p>
            <a:pPr marL="457200" lvl="0" indent="-381000" algn="l" rtl="0">
              <a:spcBef>
                <a:spcPts val="0"/>
              </a:spcBef>
              <a:spcAft>
                <a:spcPts val="0"/>
              </a:spcAft>
              <a:buSzPts val="2400"/>
              <a:buAutoNum type="arabicPeriod"/>
            </a:pPr>
            <a:r>
              <a:rPr lang="pt-PT" sz="2400"/>
              <a:t>A-&gt;A,B</a:t>
            </a:r>
            <a:endParaRPr sz="2400"/>
          </a:p>
          <a:p>
            <a:pPr marL="457200" lvl="0" indent="-381000" algn="l" rtl="0">
              <a:spcBef>
                <a:spcPts val="0"/>
              </a:spcBef>
              <a:spcAft>
                <a:spcPts val="0"/>
              </a:spcAft>
              <a:buSzPts val="2400"/>
              <a:buAutoNum type="arabicPeriod"/>
            </a:pPr>
            <a:r>
              <a:rPr lang="pt-PT" sz="2400"/>
              <a:t>A,B-&gt;A</a:t>
            </a:r>
            <a:endParaRPr sz="2400"/>
          </a:p>
          <a:p>
            <a:pPr marL="457200" lvl="0" indent="-381000" algn="l" rtl="0">
              <a:spcBef>
                <a:spcPts val="0"/>
              </a:spcBef>
              <a:spcAft>
                <a:spcPts val="0"/>
              </a:spcAft>
              <a:buSzPts val="2400"/>
              <a:buAutoNum type="arabicPeriod"/>
            </a:pPr>
            <a:r>
              <a:rPr lang="pt-PT" sz="2400"/>
              <a:t>A,B-&gt;A,B</a:t>
            </a:r>
            <a:endParaRPr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85"/>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35. AB-&gt;A can </a:t>
            </a:r>
            <a:r>
              <a:rPr lang="pt-PT" dirty="0" err="1"/>
              <a:t>be</a:t>
            </a:r>
            <a:r>
              <a:rPr lang="pt-PT" dirty="0"/>
              <a:t> </a:t>
            </a:r>
            <a:r>
              <a:rPr lang="pt-PT" dirty="0" err="1"/>
              <a:t>obtained</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10" name="Google Shape;510;p85"/>
          <p:cNvSpPr txBox="1">
            <a:spLocks noGrp="1"/>
          </p:cNvSpPr>
          <p:nvPr>
            <p:ph type="body" idx="1"/>
          </p:nvPr>
        </p:nvSpPr>
        <p:spPr>
          <a:xfrm>
            <a:off x="1480450" y="2198275"/>
            <a:ext cx="5402700" cy="2879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only through the transitive rule</a:t>
            </a:r>
            <a:endParaRPr sz="2400"/>
          </a:p>
          <a:p>
            <a:pPr marL="457200" lvl="0" indent="-381000" algn="l" rtl="0">
              <a:spcBef>
                <a:spcPts val="0"/>
              </a:spcBef>
              <a:spcAft>
                <a:spcPts val="0"/>
              </a:spcAft>
              <a:buSzPts val="2400"/>
              <a:buAutoNum type="arabicPeriod"/>
            </a:pPr>
            <a:r>
              <a:rPr lang="pt-PT" sz="2400"/>
              <a:t>using the trivial or transitive rules</a:t>
            </a:r>
            <a:endParaRPr sz="2400"/>
          </a:p>
          <a:p>
            <a:pPr marL="457200" lvl="0" indent="-381000" algn="l" rtl="0">
              <a:spcBef>
                <a:spcPts val="0"/>
              </a:spcBef>
              <a:spcAft>
                <a:spcPts val="0"/>
              </a:spcAft>
              <a:buSzPts val="2400"/>
              <a:buAutoNum type="arabicPeriod"/>
            </a:pPr>
            <a:r>
              <a:rPr lang="pt-PT" sz="2400"/>
              <a:t>using the splitting rule</a:t>
            </a:r>
            <a:endParaRPr sz="2400"/>
          </a:p>
          <a:p>
            <a:pPr marL="457200" lvl="0" indent="-381000" algn="l" rtl="0">
              <a:spcBef>
                <a:spcPts val="0"/>
              </a:spcBef>
              <a:spcAft>
                <a:spcPts val="0"/>
              </a:spcAft>
              <a:buSzPts val="2400"/>
              <a:buAutoNum type="arabicPeriod"/>
            </a:pPr>
            <a:r>
              <a:rPr lang="pt-PT" sz="2400"/>
              <a:t>using the combining rule</a:t>
            </a:r>
            <a:endParaRPr sz="2400"/>
          </a:p>
        </p:txBody>
      </p:sp>
      <p:pic>
        <p:nvPicPr>
          <p:cNvPr id="511" name="Google Shape;511;p85"/>
          <p:cNvPicPr preferRelativeResize="0"/>
          <p:nvPr/>
        </p:nvPicPr>
        <p:blipFill>
          <a:blip r:embed="rId3">
            <a:alphaModFix/>
          </a:blip>
          <a:stretch>
            <a:fillRect/>
          </a:stretch>
        </p:blipFill>
        <p:spPr>
          <a:xfrm>
            <a:off x="1448125" y="1050588"/>
            <a:ext cx="5467350" cy="962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86"/>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36. </a:t>
            </a:r>
            <a:r>
              <a:rPr lang="pt-PT" dirty="0" err="1"/>
              <a:t>What</a:t>
            </a:r>
            <a:r>
              <a:rPr lang="pt-PT" dirty="0"/>
              <a:t> </a:t>
            </a:r>
            <a:r>
              <a:rPr lang="pt-PT" dirty="0" err="1"/>
              <a:t>is</a:t>
            </a:r>
            <a:r>
              <a:rPr lang="pt-PT" dirty="0"/>
              <a:t> </a:t>
            </a:r>
            <a:r>
              <a:rPr lang="pt-PT" dirty="0" err="1"/>
              <a:t>the</a:t>
            </a:r>
            <a:r>
              <a:rPr lang="pt-PT" dirty="0"/>
              <a:t> </a:t>
            </a:r>
            <a:r>
              <a:rPr lang="pt-PT" dirty="0" err="1"/>
              <a:t>closure</a:t>
            </a:r>
            <a:r>
              <a:rPr lang="pt-PT" dirty="0"/>
              <a:t> </a:t>
            </a:r>
            <a:r>
              <a:rPr lang="pt-PT" dirty="0" err="1"/>
              <a:t>of</a:t>
            </a:r>
            <a:r>
              <a:rPr lang="pt-PT" dirty="0"/>
              <a:t> {A, C}?</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17" name="Google Shape;517;p86"/>
          <p:cNvSpPr txBox="1">
            <a:spLocks noGrp="1"/>
          </p:cNvSpPr>
          <p:nvPr>
            <p:ph type="body" idx="1"/>
          </p:nvPr>
        </p:nvSpPr>
        <p:spPr>
          <a:xfrm>
            <a:off x="1480450" y="2150950"/>
            <a:ext cx="5402700" cy="2879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{A, C}</a:t>
            </a:r>
            <a:endParaRPr sz="2400"/>
          </a:p>
          <a:p>
            <a:pPr marL="457200" lvl="0" indent="-381000" algn="l" rtl="0">
              <a:spcBef>
                <a:spcPts val="0"/>
              </a:spcBef>
              <a:spcAft>
                <a:spcPts val="0"/>
              </a:spcAft>
              <a:buSzPts val="2400"/>
              <a:buAutoNum type="arabicPeriod"/>
            </a:pPr>
            <a:r>
              <a:rPr lang="pt-PT" sz="2400"/>
              <a:t>{A, C, D}</a:t>
            </a:r>
            <a:endParaRPr sz="2400"/>
          </a:p>
          <a:p>
            <a:pPr marL="457200" lvl="0" indent="-381000" algn="l" rtl="0">
              <a:spcBef>
                <a:spcPts val="0"/>
              </a:spcBef>
              <a:spcAft>
                <a:spcPts val="0"/>
              </a:spcAft>
              <a:buSzPts val="2400"/>
              <a:buAutoNum type="arabicPeriod"/>
            </a:pPr>
            <a:r>
              <a:rPr lang="pt-PT" sz="2400"/>
              <a:t>{A, C, D, A}</a:t>
            </a:r>
            <a:endParaRPr sz="2400"/>
          </a:p>
          <a:p>
            <a:pPr marL="457200" lvl="0" indent="-381000" algn="l" rtl="0">
              <a:spcBef>
                <a:spcPts val="0"/>
              </a:spcBef>
              <a:spcAft>
                <a:spcPts val="0"/>
              </a:spcAft>
              <a:buSzPts val="2400"/>
              <a:buAutoNum type="arabicPeriod"/>
            </a:pPr>
            <a:r>
              <a:rPr lang="pt-PT" sz="2400"/>
              <a:t>None of the other answers</a:t>
            </a:r>
            <a:endParaRPr sz="2400"/>
          </a:p>
        </p:txBody>
      </p:sp>
      <p:pic>
        <p:nvPicPr>
          <p:cNvPr id="518" name="Google Shape;518;p86"/>
          <p:cNvPicPr preferRelativeResize="0"/>
          <p:nvPr/>
        </p:nvPicPr>
        <p:blipFill>
          <a:blip r:embed="rId3">
            <a:alphaModFix/>
          </a:blip>
          <a:stretch>
            <a:fillRect/>
          </a:stretch>
        </p:blipFill>
        <p:spPr>
          <a:xfrm>
            <a:off x="1448125" y="1050588"/>
            <a:ext cx="5467350" cy="9620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87"/>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37. </a:t>
            </a:r>
            <a:r>
              <a:rPr lang="pt-PT" dirty="0" err="1"/>
              <a:t>Identify</a:t>
            </a:r>
            <a:r>
              <a:rPr lang="pt-PT" dirty="0"/>
              <a:t> </a:t>
            </a:r>
            <a:r>
              <a:rPr lang="pt-PT" dirty="0" err="1"/>
              <a:t>the</a:t>
            </a:r>
            <a:r>
              <a:rPr lang="pt-PT" dirty="0"/>
              <a:t> </a:t>
            </a:r>
            <a:r>
              <a:rPr lang="pt-PT" dirty="0" err="1"/>
              <a:t>correct</a:t>
            </a:r>
            <a:r>
              <a:rPr lang="pt-PT" dirty="0"/>
              <a:t> </a:t>
            </a:r>
            <a:r>
              <a:rPr lang="pt-PT" dirty="0" err="1"/>
              <a:t>statement</a:t>
            </a: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24" name="Google Shape;524;p87"/>
          <p:cNvSpPr txBox="1">
            <a:spLocks noGrp="1"/>
          </p:cNvSpPr>
          <p:nvPr>
            <p:ph type="body" idx="1"/>
          </p:nvPr>
        </p:nvSpPr>
        <p:spPr>
          <a:xfrm>
            <a:off x="1480450" y="2198275"/>
            <a:ext cx="5402700" cy="2879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a:t>{A, C} </a:t>
            </a:r>
            <a:r>
              <a:rPr lang="pt-PT" sz="2400" dirty="0" err="1"/>
              <a:t>is</a:t>
            </a:r>
            <a:r>
              <a:rPr lang="pt-PT" sz="2400" dirty="0"/>
              <a:t> a </a:t>
            </a:r>
            <a:r>
              <a:rPr lang="pt-PT" sz="2400" dirty="0" err="1"/>
              <a:t>key</a:t>
            </a:r>
            <a:r>
              <a:rPr lang="pt-PT" sz="2400" dirty="0"/>
              <a:t> </a:t>
            </a:r>
            <a:r>
              <a:rPr lang="pt-PT" sz="2400" dirty="0" err="1"/>
              <a:t>of</a:t>
            </a:r>
            <a:r>
              <a:rPr lang="pt-PT" sz="2400" dirty="0"/>
              <a:t> R</a:t>
            </a:r>
            <a:endParaRPr sz="2400" dirty="0"/>
          </a:p>
          <a:p>
            <a:pPr marL="457200" lvl="0" indent="-381000" algn="l" rtl="0">
              <a:spcBef>
                <a:spcPts val="0"/>
              </a:spcBef>
              <a:spcAft>
                <a:spcPts val="0"/>
              </a:spcAft>
              <a:buSzPts val="2400"/>
              <a:buAutoNum type="arabicPeriod"/>
            </a:pPr>
            <a:r>
              <a:rPr lang="pt-PT" sz="2400" dirty="0"/>
              <a:t>{A, D} </a:t>
            </a:r>
            <a:r>
              <a:rPr lang="pt-PT" sz="2400" dirty="0" err="1"/>
              <a:t>is</a:t>
            </a:r>
            <a:r>
              <a:rPr lang="pt-PT" sz="2400" dirty="0"/>
              <a:t> a </a:t>
            </a:r>
            <a:r>
              <a:rPr lang="pt-PT" sz="2400" dirty="0" err="1"/>
              <a:t>key</a:t>
            </a:r>
            <a:r>
              <a:rPr lang="pt-PT" sz="2400" dirty="0"/>
              <a:t> </a:t>
            </a:r>
            <a:r>
              <a:rPr lang="pt-PT" sz="2400" dirty="0" err="1"/>
              <a:t>of</a:t>
            </a:r>
            <a:r>
              <a:rPr lang="pt-PT" sz="2400" dirty="0"/>
              <a:t> R</a:t>
            </a:r>
            <a:endParaRPr sz="2400" dirty="0"/>
          </a:p>
          <a:p>
            <a:pPr marL="457200" lvl="0" indent="-381000" algn="l" rtl="0">
              <a:spcBef>
                <a:spcPts val="0"/>
              </a:spcBef>
              <a:spcAft>
                <a:spcPts val="0"/>
              </a:spcAft>
              <a:buSzPts val="2400"/>
              <a:buAutoNum type="arabicPeriod"/>
            </a:pPr>
            <a:r>
              <a:rPr lang="pt-PT" sz="2400" dirty="0"/>
              <a:t>{C, D} </a:t>
            </a:r>
            <a:r>
              <a:rPr lang="pt-PT" sz="2400" dirty="0" err="1"/>
              <a:t>is</a:t>
            </a:r>
            <a:r>
              <a:rPr lang="pt-PT" sz="2400" dirty="0"/>
              <a:t> a </a:t>
            </a:r>
            <a:r>
              <a:rPr lang="pt-PT" sz="2400" dirty="0" err="1"/>
              <a:t>key</a:t>
            </a:r>
            <a:r>
              <a:rPr lang="pt-PT" sz="2400" dirty="0"/>
              <a:t> </a:t>
            </a:r>
            <a:r>
              <a:rPr lang="pt-PT" sz="2400" dirty="0" err="1"/>
              <a:t>of</a:t>
            </a:r>
            <a:r>
              <a:rPr lang="pt-PT" sz="2400" dirty="0"/>
              <a:t> R</a:t>
            </a:r>
            <a:endParaRPr sz="2400" dirty="0"/>
          </a:p>
          <a:p>
            <a:pPr marL="457200" lvl="0" indent="-381000" algn="l" rtl="0">
              <a:spcBef>
                <a:spcPts val="0"/>
              </a:spcBef>
              <a:spcAft>
                <a:spcPts val="0"/>
              </a:spcAft>
              <a:buSzPts val="2400"/>
              <a:buAutoNum type="arabicPeriod"/>
            </a:pPr>
            <a:r>
              <a:rPr lang="pt-PT" sz="2400" dirty="0"/>
              <a:t>{A, B} </a:t>
            </a:r>
            <a:r>
              <a:rPr lang="pt-PT" sz="2400" dirty="0" err="1"/>
              <a:t>is</a:t>
            </a:r>
            <a:r>
              <a:rPr lang="pt-PT" sz="2400" dirty="0"/>
              <a:t> a </a:t>
            </a:r>
            <a:r>
              <a:rPr lang="pt-PT" sz="2400" dirty="0" err="1"/>
              <a:t>key</a:t>
            </a:r>
            <a:r>
              <a:rPr lang="pt-PT" sz="2400" dirty="0"/>
              <a:t> </a:t>
            </a:r>
            <a:r>
              <a:rPr lang="pt-PT" sz="2400" dirty="0" err="1"/>
              <a:t>of</a:t>
            </a:r>
            <a:r>
              <a:rPr lang="pt-PT" sz="2400" dirty="0"/>
              <a:t> R</a:t>
            </a:r>
            <a:endParaRPr sz="2400" dirty="0"/>
          </a:p>
        </p:txBody>
      </p:sp>
      <p:pic>
        <p:nvPicPr>
          <p:cNvPr id="525" name="Google Shape;525;p87"/>
          <p:cNvPicPr preferRelativeResize="0"/>
          <p:nvPr/>
        </p:nvPicPr>
        <p:blipFill>
          <a:blip r:embed="rId3">
            <a:alphaModFix/>
          </a:blip>
          <a:stretch>
            <a:fillRect/>
          </a:stretch>
        </p:blipFill>
        <p:spPr>
          <a:xfrm>
            <a:off x="1448125" y="1050588"/>
            <a:ext cx="5467350" cy="9620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88"/>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38. </a:t>
            </a:r>
            <a:r>
              <a:rPr lang="pt-PT" dirty="0" err="1"/>
              <a:t>Identify</a:t>
            </a:r>
            <a:r>
              <a:rPr lang="pt-PT" dirty="0"/>
              <a:t> </a:t>
            </a:r>
            <a:r>
              <a:rPr lang="pt-PT" dirty="0" err="1"/>
              <a:t>the</a:t>
            </a:r>
            <a:r>
              <a:rPr lang="pt-PT" dirty="0"/>
              <a:t> </a:t>
            </a:r>
            <a:r>
              <a:rPr lang="pt-PT" dirty="0" err="1"/>
              <a:t>correct</a:t>
            </a:r>
            <a:r>
              <a:rPr lang="pt-PT" dirty="0"/>
              <a:t> </a:t>
            </a:r>
            <a:r>
              <a:rPr lang="pt-PT" dirty="0" err="1"/>
              <a:t>statement</a:t>
            </a: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31" name="Google Shape;531;p88"/>
          <p:cNvSpPr txBox="1">
            <a:spLocks noGrp="1"/>
          </p:cNvSpPr>
          <p:nvPr>
            <p:ph type="body" idx="1"/>
          </p:nvPr>
        </p:nvSpPr>
        <p:spPr>
          <a:xfrm>
            <a:off x="1480450" y="2198275"/>
            <a:ext cx="6021000" cy="2879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{A, B, C} is a key of R</a:t>
            </a:r>
            <a:endParaRPr sz="2400"/>
          </a:p>
          <a:p>
            <a:pPr marL="457200" lvl="0" indent="-381000" algn="l" rtl="0">
              <a:spcBef>
                <a:spcPts val="0"/>
              </a:spcBef>
              <a:spcAft>
                <a:spcPts val="0"/>
              </a:spcAft>
              <a:buSzPts val="2400"/>
              <a:buAutoNum type="arabicPeriod"/>
            </a:pPr>
            <a:r>
              <a:rPr lang="pt-PT" sz="2400"/>
              <a:t>{A, B, C} is both a key and a superkey of R</a:t>
            </a:r>
            <a:endParaRPr sz="2400"/>
          </a:p>
          <a:p>
            <a:pPr marL="457200" lvl="0" indent="-381000" algn="l" rtl="0">
              <a:spcBef>
                <a:spcPts val="0"/>
              </a:spcBef>
              <a:spcAft>
                <a:spcPts val="0"/>
              </a:spcAft>
              <a:buSzPts val="2400"/>
              <a:buAutoNum type="arabicPeriod"/>
            </a:pPr>
            <a:r>
              <a:rPr lang="pt-PT" sz="2400"/>
              <a:t>{A, B} is both a key and a superkey of R</a:t>
            </a:r>
            <a:endParaRPr sz="2400"/>
          </a:p>
          <a:p>
            <a:pPr marL="457200" lvl="0" indent="-381000" algn="l" rtl="0">
              <a:spcBef>
                <a:spcPts val="0"/>
              </a:spcBef>
              <a:spcAft>
                <a:spcPts val="0"/>
              </a:spcAft>
              <a:buSzPts val="2400"/>
              <a:buAutoNum type="arabicPeriod"/>
            </a:pPr>
            <a:r>
              <a:rPr lang="pt-PT" sz="2400"/>
              <a:t>{A, B} is a superkey but not a key of R</a:t>
            </a:r>
            <a:endParaRPr sz="2400"/>
          </a:p>
        </p:txBody>
      </p:sp>
      <p:pic>
        <p:nvPicPr>
          <p:cNvPr id="532" name="Google Shape;532;p88"/>
          <p:cNvPicPr preferRelativeResize="0"/>
          <p:nvPr/>
        </p:nvPicPr>
        <p:blipFill>
          <a:blip r:embed="rId3">
            <a:alphaModFix/>
          </a:blip>
          <a:stretch>
            <a:fillRect/>
          </a:stretch>
        </p:blipFill>
        <p:spPr>
          <a:xfrm>
            <a:off x="1448125" y="1050588"/>
            <a:ext cx="5467350" cy="9620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89"/>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39. </a:t>
            </a:r>
            <a:r>
              <a:rPr lang="pt-PT" dirty="0" err="1"/>
              <a:t>Identify</a:t>
            </a:r>
            <a:r>
              <a:rPr lang="pt-PT" dirty="0"/>
              <a:t> </a:t>
            </a:r>
            <a:r>
              <a:rPr lang="pt-PT" dirty="0" err="1"/>
              <a:t>the</a:t>
            </a:r>
            <a:r>
              <a:rPr lang="pt-PT" dirty="0"/>
              <a:t> </a:t>
            </a:r>
            <a:r>
              <a:rPr lang="pt-PT" dirty="0" err="1"/>
              <a:t>correct</a:t>
            </a:r>
            <a:r>
              <a:rPr lang="pt-PT" dirty="0"/>
              <a:t> </a:t>
            </a:r>
            <a:r>
              <a:rPr lang="pt-PT" dirty="0" err="1"/>
              <a:t>statement</a:t>
            </a: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38" name="Google Shape;538;p89"/>
          <p:cNvSpPr txBox="1">
            <a:spLocks noGrp="1"/>
          </p:cNvSpPr>
          <p:nvPr>
            <p:ph type="body" idx="1"/>
          </p:nvPr>
        </p:nvSpPr>
        <p:spPr>
          <a:xfrm>
            <a:off x="686200" y="2012613"/>
            <a:ext cx="7824300" cy="3052306"/>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000" dirty="0"/>
              <a:t>{B-&gt;C} </a:t>
            </a:r>
            <a:r>
              <a:rPr lang="pt-PT" sz="2000" dirty="0" err="1"/>
              <a:t>follows</a:t>
            </a:r>
            <a:r>
              <a:rPr lang="pt-PT" sz="2000" dirty="0"/>
              <a:t> </a:t>
            </a:r>
            <a:r>
              <a:rPr lang="pt-PT" sz="2000" dirty="0" err="1"/>
              <a:t>from</a:t>
            </a:r>
            <a:r>
              <a:rPr lang="pt-PT" sz="2000" dirty="0"/>
              <a:t> </a:t>
            </a:r>
            <a:r>
              <a:rPr lang="pt-PT" sz="2000" dirty="0" err="1"/>
              <a:t>the</a:t>
            </a:r>
            <a:r>
              <a:rPr lang="pt-PT" sz="2000" dirty="0"/>
              <a:t> </a:t>
            </a:r>
            <a:r>
              <a:rPr lang="pt-PT" sz="2000" dirty="0" err="1"/>
              <a:t>above</a:t>
            </a:r>
            <a:r>
              <a:rPr lang="pt-PT" sz="2000" dirty="0"/>
              <a:t> </a:t>
            </a:r>
            <a:r>
              <a:rPr lang="pt-PT" sz="2000" dirty="0" err="1"/>
              <a:t>functional</a:t>
            </a:r>
            <a:r>
              <a:rPr lang="pt-PT" sz="2000" dirty="0"/>
              <a:t> </a:t>
            </a:r>
            <a:r>
              <a:rPr lang="pt-PT" sz="2000" dirty="0" err="1"/>
              <a:t>dependencies</a:t>
            </a:r>
            <a:endParaRPr sz="2000" dirty="0"/>
          </a:p>
          <a:p>
            <a:pPr marL="457200" lvl="0" indent="-381000" algn="l" rtl="0">
              <a:spcBef>
                <a:spcPts val="0"/>
              </a:spcBef>
              <a:spcAft>
                <a:spcPts val="0"/>
              </a:spcAft>
              <a:buSzPts val="2400"/>
              <a:buAutoNum type="arabicPeriod"/>
            </a:pPr>
            <a:r>
              <a:rPr lang="pt-PT" sz="2000" dirty="0"/>
              <a:t>{D-&gt;C} </a:t>
            </a:r>
            <a:r>
              <a:rPr lang="pt-PT" sz="2000" dirty="0" err="1"/>
              <a:t>follows</a:t>
            </a:r>
            <a:r>
              <a:rPr lang="pt-PT" sz="2000" dirty="0"/>
              <a:t> </a:t>
            </a:r>
            <a:r>
              <a:rPr lang="pt-PT" sz="2000" dirty="0" err="1"/>
              <a:t>from</a:t>
            </a:r>
            <a:r>
              <a:rPr lang="pt-PT" sz="2000" dirty="0"/>
              <a:t> </a:t>
            </a:r>
            <a:r>
              <a:rPr lang="pt-PT" sz="2000" dirty="0" err="1"/>
              <a:t>the</a:t>
            </a:r>
            <a:r>
              <a:rPr lang="pt-PT" sz="2000" dirty="0"/>
              <a:t> </a:t>
            </a:r>
            <a:r>
              <a:rPr lang="pt-PT" sz="2000" dirty="0" err="1"/>
              <a:t>above</a:t>
            </a:r>
            <a:r>
              <a:rPr lang="pt-PT" sz="2000" dirty="0"/>
              <a:t> </a:t>
            </a:r>
            <a:r>
              <a:rPr lang="pt-PT" sz="2000" dirty="0" err="1"/>
              <a:t>functional</a:t>
            </a:r>
            <a:r>
              <a:rPr lang="pt-PT" sz="2000" dirty="0"/>
              <a:t> </a:t>
            </a:r>
            <a:r>
              <a:rPr lang="pt-PT" sz="2000" dirty="0" err="1"/>
              <a:t>dependencies</a:t>
            </a:r>
            <a:endParaRPr sz="2000" dirty="0"/>
          </a:p>
          <a:p>
            <a:pPr marL="457200" lvl="0" indent="-381000" algn="l" rtl="0">
              <a:spcBef>
                <a:spcPts val="0"/>
              </a:spcBef>
              <a:spcAft>
                <a:spcPts val="0"/>
              </a:spcAft>
              <a:buSzPts val="2400"/>
              <a:buAutoNum type="arabicPeriod"/>
            </a:pPr>
            <a:r>
              <a:rPr lang="pt-PT" sz="2000" dirty="0"/>
              <a:t>{C-&gt;B} </a:t>
            </a:r>
            <a:r>
              <a:rPr lang="pt-PT" sz="2000" dirty="0" err="1"/>
              <a:t>follows</a:t>
            </a:r>
            <a:r>
              <a:rPr lang="pt-PT" sz="2000" dirty="0"/>
              <a:t> </a:t>
            </a:r>
            <a:r>
              <a:rPr lang="pt-PT" sz="2000" dirty="0" err="1"/>
              <a:t>from</a:t>
            </a:r>
            <a:r>
              <a:rPr lang="pt-PT" sz="2000" dirty="0"/>
              <a:t> </a:t>
            </a:r>
            <a:r>
              <a:rPr lang="pt-PT" sz="2000" dirty="0" err="1"/>
              <a:t>the</a:t>
            </a:r>
            <a:r>
              <a:rPr lang="pt-PT" sz="2000" dirty="0"/>
              <a:t> </a:t>
            </a:r>
            <a:r>
              <a:rPr lang="pt-PT" sz="2000" dirty="0" err="1"/>
              <a:t>above</a:t>
            </a:r>
            <a:r>
              <a:rPr lang="pt-PT" sz="2000" dirty="0"/>
              <a:t> </a:t>
            </a:r>
            <a:r>
              <a:rPr lang="pt-PT" sz="2000" dirty="0" err="1"/>
              <a:t>functional</a:t>
            </a:r>
            <a:r>
              <a:rPr lang="pt-PT" sz="2000" dirty="0"/>
              <a:t> </a:t>
            </a:r>
            <a:r>
              <a:rPr lang="pt-PT" sz="2000" dirty="0" err="1"/>
              <a:t>dependencies</a:t>
            </a:r>
            <a:endParaRPr sz="2000" dirty="0"/>
          </a:p>
          <a:p>
            <a:pPr marL="457200" lvl="0" indent="-381000" algn="l" rtl="0">
              <a:spcBef>
                <a:spcPts val="0"/>
              </a:spcBef>
              <a:spcAft>
                <a:spcPts val="0"/>
              </a:spcAft>
              <a:buSzPts val="2400"/>
              <a:buAutoNum type="arabicPeriod"/>
            </a:pPr>
            <a:r>
              <a:rPr lang="pt-PT" sz="2000" dirty="0"/>
              <a:t>{C-&gt;A} </a:t>
            </a:r>
            <a:r>
              <a:rPr lang="pt-PT" sz="2000" dirty="0" err="1"/>
              <a:t>follows</a:t>
            </a:r>
            <a:r>
              <a:rPr lang="pt-PT" sz="2000" dirty="0"/>
              <a:t> </a:t>
            </a:r>
            <a:r>
              <a:rPr lang="pt-PT" sz="2000" dirty="0" err="1"/>
              <a:t>from</a:t>
            </a:r>
            <a:r>
              <a:rPr lang="pt-PT" sz="2000" dirty="0"/>
              <a:t> </a:t>
            </a:r>
            <a:r>
              <a:rPr lang="pt-PT" sz="2000" dirty="0" err="1"/>
              <a:t>the</a:t>
            </a:r>
            <a:r>
              <a:rPr lang="pt-PT" sz="2000" dirty="0"/>
              <a:t> </a:t>
            </a:r>
            <a:r>
              <a:rPr lang="pt-PT" sz="2000" dirty="0" err="1"/>
              <a:t>above</a:t>
            </a:r>
            <a:r>
              <a:rPr lang="pt-PT" sz="2000" dirty="0"/>
              <a:t> </a:t>
            </a:r>
            <a:r>
              <a:rPr lang="pt-PT" sz="2000" dirty="0" err="1"/>
              <a:t>functional</a:t>
            </a:r>
            <a:r>
              <a:rPr lang="pt-PT" sz="2000" dirty="0"/>
              <a:t> </a:t>
            </a:r>
            <a:r>
              <a:rPr lang="pt-PT" sz="2000" dirty="0" err="1"/>
              <a:t>dependencies</a:t>
            </a:r>
            <a:endParaRPr sz="2000" dirty="0"/>
          </a:p>
        </p:txBody>
      </p:sp>
      <p:pic>
        <p:nvPicPr>
          <p:cNvPr id="539" name="Google Shape;539;p89"/>
          <p:cNvPicPr preferRelativeResize="0"/>
          <p:nvPr/>
        </p:nvPicPr>
        <p:blipFill>
          <a:blip r:embed="rId3">
            <a:alphaModFix/>
          </a:blip>
          <a:stretch>
            <a:fillRect/>
          </a:stretch>
        </p:blipFill>
        <p:spPr>
          <a:xfrm>
            <a:off x="1448125" y="1050588"/>
            <a:ext cx="5467350" cy="9620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90"/>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40. R(A, B, C, D) </a:t>
            </a:r>
            <a:r>
              <a:rPr lang="pt-PT" dirty="0" err="1"/>
              <a:t>is</a:t>
            </a:r>
            <a:r>
              <a:rPr lang="pt-PT" dirty="0"/>
              <a:t> in </a:t>
            </a:r>
            <a:r>
              <a:rPr lang="pt-PT" dirty="0" err="1"/>
              <a:t>the</a:t>
            </a:r>
            <a:r>
              <a:rPr lang="pt-PT" dirty="0"/>
              <a:t> 3rd </a:t>
            </a:r>
            <a:r>
              <a:rPr lang="pt-PT" dirty="0" err="1"/>
              <a:t>Form</a:t>
            </a:r>
            <a:r>
              <a:rPr lang="pt-PT" dirty="0"/>
              <a:t> </a:t>
            </a:r>
            <a:r>
              <a:rPr lang="pt-PT" dirty="0" err="1"/>
              <a:t>if</a:t>
            </a:r>
            <a:r>
              <a:rPr lang="pt-PT"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45" name="Google Shape;545;p90"/>
          <p:cNvSpPr txBox="1">
            <a:spLocks noGrp="1"/>
          </p:cNvSpPr>
          <p:nvPr>
            <p:ph type="body" idx="1"/>
          </p:nvPr>
        </p:nvSpPr>
        <p:spPr>
          <a:xfrm>
            <a:off x="686200" y="1604975"/>
            <a:ext cx="7824300" cy="34728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for every functional dependency, the left side is a key</a:t>
            </a:r>
            <a:endParaRPr sz="2400"/>
          </a:p>
          <a:p>
            <a:pPr marL="457200" lvl="0" indent="-381000" algn="l" rtl="0">
              <a:spcBef>
                <a:spcPts val="0"/>
              </a:spcBef>
              <a:spcAft>
                <a:spcPts val="0"/>
              </a:spcAft>
              <a:buSzPts val="2400"/>
              <a:buAutoNum type="arabicPeriod"/>
            </a:pPr>
            <a:r>
              <a:rPr lang="pt-PT" sz="2400"/>
              <a:t>every attribute contains only atomic values</a:t>
            </a:r>
            <a:endParaRPr sz="2400"/>
          </a:p>
          <a:p>
            <a:pPr marL="457200" lvl="0" indent="-381000" algn="l" rtl="0">
              <a:spcBef>
                <a:spcPts val="0"/>
              </a:spcBef>
              <a:spcAft>
                <a:spcPts val="0"/>
              </a:spcAft>
              <a:buSzPts val="2400"/>
              <a:buAutoNum type="arabicPeriod"/>
            </a:pPr>
            <a:r>
              <a:rPr lang="pt-PT" sz="2400"/>
              <a:t>are no dependencies on part of the key</a:t>
            </a:r>
            <a:endParaRPr sz="2400"/>
          </a:p>
          <a:p>
            <a:pPr marL="457200" lvl="0" indent="-381000" algn="l" rtl="0">
              <a:spcBef>
                <a:spcPts val="0"/>
              </a:spcBef>
              <a:spcAft>
                <a:spcPts val="0"/>
              </a:spcAft>
              <a:buSzPts val="2400"/>
              <a:buAutoNum type="arabicPeriod"/>
            </a:pPr>
            <a:r>
              <a:rPr lang="pt-PT" sz="2400"/>
              <a:t>None of the other answers</a:t>
            </a:r>
            <a:endParaRPr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91"/>
          <p:cNvSpPr txBox="1">
            <a:spLocks noGrp="1"/>
          </p:cNvSpPr>
          <p:nvPr>
            <p:ph type="title"/>
          </p:nvPr>
        </p:nvSpPr>
        <p:spPr>
          <a:xfrm>
            <a:off x="467360" y="356675"/>
            <a:ext cx="851734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41. For R1 </a:t>
            </a:r>
            <a:r>
              <a:rPr lang="pt-PT" dirty="0" err="1"/>
              <a:t>and</a:t>
            </a:r>
            <a:r>
              <a:rPr lang="pt-PT" dirty="0"/>
              <a:t> R2 </a:t>
            </a:r>
            <a:r>
              <a:rPr lang="pt-PT" dirty="0" err="1"/>
              <a:t>and</a:t>
            </a:r>
            <a:r>
              <a:rPr lang="pt-PT" dirty="0"/>
              <a:t> R3 to </a:t>
            </a:r>
            <a:r>
              <a:rPr lang="pt-PT" dirty="0" err="1"/>
              <a:t>be</a:t>
            </a:r>
            <a:r>
              <a:rPr lang="pt-PT" dirty="0"/>
              <a:t> a </a:t>
            </a:r>
            <a:r>
              <a:rPr lang="pt-PT" dirty="0" err="1"/>
              <a:t>decomposition</a:t>
            </a:r>
            <a:r>
              <a:rPr lang="pt-PT" dirty="0"/>
              <a:t> </a:t>
            </a:r>
            <a:r>
              <a:rPr lang="pt-PT" dirty="0" err="1"/>
              <a:t>of</a:t>
            </a:r>
            <a:r>
              <a:rPr lang="pt-PT" dirty="0"/>
              <a:t> R,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51" name="Google Shape;551;p91"/>
          <p:cNvSpPr txBox="1">
            <a:spLocks noGrp="1"/>
          </p:cNvSpPr>
          <p:nvPr>
            <p:ph type="body" idx="1"/>
          </p:nvPr>
        </p:nvSpPr>
        <p:spPr>
          <a:xfrm>
            <a:off x="686200" y="1604975"/>
            <a:ext cx="7824300" cy="34728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the attributes of R are in either R1, R2 or R3.</a:t>
            </a:r>
            <a:endParaRPr sz="2400"/>
          </a:p>
          <a:p>
            <a:pPr marL="457200" lvl="0" indent="-381000" algn="l" rtl="0">
              <a:spcBef>
                <a:spcPts val="0"/>
              </a:spcBef>
              <a:spcAft>
                <a:spcPts val="0"/>
              </a:spcAft>
              <a:buSzPts val="2400"/>
              <a:buAutoNum type="arabicPeriod"/>
            </a:pPr>
            <a:r>
              <a:rPr lang="pt-PT" sz="2400"/>
              <a:t>the attributes of R are in R1, R2 and R2</a:t>
            </a:r>
            <a:endParaRPr sz="2400"/>
          </a:p>
          <a:p>
            <a:pPr marL="457200" lvl="0" indent="-381000" algn="l" rtl="0">
              <a:spcBef>
                <a:spcPts val="0"/>
              </a:spcBef>
              <a:spcAft>
                <a:spcPts val="0"/>
              </a:spcAft>
              <a:buSzPts val="2400"/>
              <a:buAutoNum type="arabicPeriod"/>
            </a:pPr>
            <a:r>
              <a:rPr lang="pt-PT" sz="2400"/>
              <a:t>all the tuples of R are in either R1, R2 or R3</a:t>
            </a:r>
            <a:endParaRPr sz="2400"/>
          </a:p>
          <a:p>
            <a:pPr marL="457200" lvl="0" indent="-381000" algn="l" rtl="0">
              <a:spcBef>
                <a:spcPts val="0"/>
              </a:spcBef>
              <a:spcAft>
                <a:spcPts val="0"/>
              </a:spcAft>
              <a:buSzPts val="2400"/>
              <a:buAutoNum type="arabicPeriod"/>
            </a:pPr>
            <a:r>
              <a:rPr lang="pt-PT" sz="2400"/>
              <a:t>R can be obtained through a join of R1 and R2</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92"/>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42. Is </a:t>
            </a:r>
            <a:r>
              <a:rPr lang="pt-PT" dirty="0" err="1"/>
              <a:t>the</a:t>
            </a:r>
            <a:r>
              <a:rPr lang="pt-PT" dirty="0"/>
              <a:t> </a:t>
            </a:r>
            <a:r>
              <a:rPr lang="pt-PT" dirty="0" err="1"/>
              <a:t>Movie</a:t>
            </a:r>
            <a:r>
              <a:rPr lang="pt-PT" dirty="0"/>
              <a:t> </a:t>
            </a:r>
            <a:r>
              <a:rPr lang="pt-PT" dirty="0" err="1"/>
              <a:t>relation</a:t>
            </a:r>
            <a:r>
              <a:rPr lang="pt-PT" dirty="0"/>
              <a:t> in BCNF?</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57" name="Google Shape;557;p92"/>
          <p:cNvSpPr txBox="1">
            <a:spLocks noGrp="1"/>
          </p:cNvSpPr>
          <p:nvPr>
            <p:ph type="body" idx="1"/>
          </p:nvPr>
        </p:nvSpPr>
        <p:spPr>
          <a:xfrm>
            <a:off x="610000" y="2369050"/>
            <a:ext cx="7824300" cy="2708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No, there is 1 BCNF violation</a:t>
            </a:r>
            <a:endParaRPr sz="2400"/>
          </a:p>
          <a:p>
            <a:pPr marL="457200" lvl="0" indent="-381000" algn="l" rtl="0">
              <a:spcBef>
                <a:spcPts val="0"/>
              </a:spcBef>
              <a:spcAft>
                <a:spcPts val="0"/>
              </a:spcAft>
              <a:buSzPts val="2400"/>
              <a:buAutoNum type="arabicPeriod"/>
            </a:pPr>
            <a:r>
              <a:rPr lang="pt-PT" sz="2400"/>
              <a:t>No, there are 2 BCNF violations</a:t>
            </a:r>
            <a:endParaRPr sz="2400"/>
          </a:p>
          <a:p>
            <a:pPr marL="457200" lvl="0" indent="-381000" algn="l" rtl="0">
              <a:spcBef>
                <a:spcPts val="0"/>
              </a:spcBef>
              <a:spcAft>
                <a:spcPts val="0"/>
              </a:spcAft>
              <a:buSzPts val="2400"/>
              <a:buAutoNum type="arabicPeriod"/>
            </a:pPr>
            <a:r>
              <a:rPr lang="pt-PT" sz="2400"/>
              <a:t>No, there are 3 BCNF violations</a:t>
            </a:r>
            <a:endParaRPr sz="2400"/>
          </a:p>
          <a:p>
            <a:pPr marL="457200" lvl="0" indent="-381000" algn="l" rtl="0">
              <a:spcBef>
                <a:spcPts val="0"/>
              </a:spcBef>
              <a:spcAft>
                <a:spcPts val="0"/>
              </a:spcAft>
              <a:buSzPts val="2400"/>
              <a:buAutoNum type="arabicPeriod"/>
            </a:pPr>
            <a:r>
              <a:rPr lang="pt-PT" sz="2400"/>
              <a:t>Yes, there are no BCNF violations</a:t>
            </a:r>
            <a:endParaRPr sz="2400"/>
          </a:p>
        </p:txBody>
      </p:sp>
      <p:pic>
        <p:nvPicPr>
          <p:cNvPr id="558" name="Google Shape;558;p92"/>
          <p:cNvPicPr preferRelativeResize="0"/>
          <p:nvPr/>
        </p:nvPicPr>
        <p:blipFill>
          <a:blip r:embed="rId3">
            <a:alphaModFix/>
          </a:blip>
          <a:stretch>
            <a:fillRect/>
          </a:stretch>
        </p:blipFill>
        <p:spPr>
          <a:xfrm>
            <a:off x="2395538" y="1067538"/>
            <a:ext cx="4352925" cy="11144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93"/>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43. Compute </a:t>
            </a:r>
            <a:r>
              <a:rPr lang="pt-PT" dirty="0" err="1"/>
              <a:t>the</a:t>
            </a:r>
            <a:r>
              <a:rPr lang="pt-PT" dirty="0"/>
              <a:t> </a:t>
            </a:r>
            <a:r>
              <a:rPr lang="pt-PT" dirty="0" err="1"/>
              <a:t>functional</a:t>
            </a:r>
            <a:r>
              <a:rPr lang="pt-PT" dirty="0"/>
              <a:t> </a:t>
            </a:r>
            <a:r>
              <a:rPr lang="pt-PT" dirty="0" err="1"/>
              <a:t>dependencies</a:t>
            </a:r>
            <a:r>
              <a:rPr lang="pt-PT" dirty="0"/>
              <a:t> for Movie2(</a:t>
            </a:r>
            <a:r>
              <a:rPr lang="pt-PT" dirty="0" err="1"/>
              <a:t>studioName</a:t>
            </a:r>
            <a:r>
              <a:rPr lang="pt-PT" dirty="0"/>
              <a:t>, </a:t>
            </a:r>
            <a:r>
              <a:rPr lang="pt-PT" dirty="0" err="1"/>
              <a:t>title</a:t>
            </a:r>
            <a:r>
              <a:rPr lang="pt-PT" dirty="0"/>
              <a:t>, </a:t>
            </a:r>
            <a:r>
              <a:rPr lang="pt-PT" dirty="0" err="1"/>
              <a:t>year</a:t>
            </a:r>
            <a:r>
              <a:rPr lang="pt-PT" dirty="0"/>
              <a:t>, </a:t>
            </a:r>
            <a:r>
              <a:rPr lang="pt-PT" dirty="0" err="1"/>
              <a:t>presAddr</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64" name="Google Shape;564;p93"/>
          <p:cNvSpPr txBox="1">
            <a:spLocks noGrp="1"/>
          </p:cNvSpPr>
          <p:nvPr>
            <p:ph type="body" idx="1"/>
          </p:nvPr>
        </p:nvSpPr>
        <p:spPr>
          <a:xfrm>
            <a:off x="610000" y="2571750"/>
            <a:ext cx="7824300" cy="2505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title, year-&gt;studioName and studioName-&gt;president</a:t>
            </a:r>
            <a:endParaRPr sz="2400"/>
          </a:p>
          <a:p>
            <a:pPr marL="457200" lvl="0" indent="-381000" algn="l" rtl="0">
              <a:spcBef>
                <a:spcPts val="0"/>
              </a:spcBef>
              <a:spcAft>
                <a:spcPts val="0"/>
              </a:spcAft>
              <a:buSzPts val="2400"/>
              <a:buAutoNum type="arabicPeriod"/>
            </a:pPr>
            <a:r>
              <a:rPr lang="pt-PT" sz="2400"/>
              <a:t>title, year-&gt;studioName and studioName-&gt;presAddr</a:t>
            </a:r>
            <a:endParaRPr sz="2400"/>
          </a:p>
          <a:p>
            <a:pPr marL="457200" lvl="0" indent="-381000" algn="l" rtl="0">
              <a:spcBef>
                <a:spcPts val="0"/>
              </a:spcBef>
              <a:spcAft>
                <a:spcPts val="0"/>
              </a:spcAft>
              <a:buSzPts val="2400"/>
              <a:buAutoNum type="arabicPeriod"/>
            </a:pPr>
            <a:r>
              <a:rPr lang="pt-PT" sz="2400"/>
              <a:t>title, year-&gt; studioName</a:t>
            </a:r>
            <a:endParaRPr sz="2400"/>
          </a:p>
          <a:p>
            <a:pPr marL="457200" lvl="0" indent="-381000" algn="l" rtl="0">
              <a:spcBef>
                <a:spcPts val="0"/>
              </a:spcBef>
              <a:spcAft>
                <a:spcPts val="0"/>
              </a:spcAft>
              <a:buSzPts val="2400"/>
              <a:buAutoNum type="arabicPeriod"/>
            </a:pPr>
            <a:r>
              <a:rPr lang="pt-PT" sz="2400"/>
              <a:t>All the functional dependencies of Movie</a:t>
            </a:r>
            <a:endParaRPr sz="2400"/>
          </a:p>
        </p:txBody>
      </p:sp>
      <p:pic>
        <p:nvPicPr>
          <p:cNvPr id="565" name="Google Shape;565;p93"/>
          <p:cNvPicPr preferRelativeResize="0"/>
          <p:nvPr/>
        </p:nvPicPr>
        <p:blipFill>
          <a:blip r:embed="rId3">
            <a:alphaModFix/>
          </a:blip>
          <a:stretch>
            <a:fillRect/>
          </a:stretch>
        </p:blipFill>
        <p:spPr>
          <a:xfrm>
            <a:off x="2345675" y="1457313"/>
            <a:ext cx="4352925" cy="11144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94"/>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44. </a:t>
            </a:r>
            <a:r>
              <a:rPr lang="pt-PT" dirty="0" err="1"/>
              <a:t>Decompose</a:t>
            </a:r>
            <a:r>
              <a:rPr lang="pt-PT" dirty="0"/>
              <a:t> </a:t>
            </a:r>
            <a:r>
              <a:rPr lang="pt-PT" dirty="0" err="1"/>
              <a:t>Movie</a:t>
            </a:r>
            <a:r>
              <a:rPr lang="pt-PT" dirty="0"/>
              <a:t> to BCNF </a:t>
            </a:r>
            <a:r>
              <a:rPr lang="pt-PT" dirty="0" err="1"/>
              <a:t>starting</a:t>
            </a:r>
            <a:r>
              <a:rPr lang="pt-PT" dirty="0"/>
              <a:t> </a:t>
            </a:r>
            <a:r>
              <a:rPr lang="pt-PT" dirty="0" err="1"/>
              <a:t>with</a:t>
            </a:r>
            <a:r>
              <a:rPr lang="pt-PT" dirty="0"/>
              <a:t> </a:t>
            </a:r>
            <a:r>
              <a:rPr lang="pt-PT" dirty="0" err="1"/>
              <a:t>studioName</a:t>
            </a:r>
            <a:r>
              <a:rPr lang="pt-PT" dirty="0"/>
              <a:t>-&gt;</a:t>
            </a:r>
            <a:r>
              <a:rPr lang="pt-PT" dirty="0" err="1"/>
              <a:t>president</a:t>
            </a:r>
            <a:r>
              <a:rPr lang="pt-PT" dirty="0"/>
              <a:t>. </a:t>
            </a:r>
            <a:r>
              <a:rPr lang="pt-PT" dirty="0" err="1"/>
              <a:t>The</a:t>
            </a:r>
            <a:r>
              <a:rPr lang="pt-PT" dirty="0"/>
              <a:t> final </a:t>
            </a:r>
            <a:r>
              <a:rPr lang="pt-PT" dirty="0" err="1"/>
              <a:t>decomposed</a:t>
            </a:r>
            <a:r>
              <a:rPr lang="pt-PT" dirty="0"/>
              <a:t> </a:t>
            </a:r>
            <a:r>
              <a:rPr lang="pt-PT" dirty="0" err="1"/>
              <a:t>schema</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71" name="Google Shape;571;p94"/>
          <p:cNvSpPr txBox="1">
            <a:spLocks noGrp="1"/>
          </p:cNvSpPr>
          <p:nvPr>
            <p:ph type="body" idx="1"/>
          </p:nvPr>
        </p:nvSpPr>
        <p:spPr>
          <a:xfrm>
            <a:off x="610000" y="2571750"/>
            <a:ext cx="7824300" cy="2505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will have 2 relations with a common attribute</a:t>
            </a:r>
            <a:endParaRPr sz="2400"/>
          </a:p>
          <a:p>
            <a:pPr marL="457200" lvl="0" indent="-381000" algn="l" rtl="0">
              <a:spcBef>
                <a:spcPts val="0"/>
              </a:spcBef>
              <a:spcAft>
                <a:spcPts val="0"/>
              </a:spcAft>
              <a:buSzPts val="2400"/>
              <a:buAutoNum type="arabicPeriod"/>
            </a:pPr>
            <a:r>
              <a:rPr lang="pt-PT" sz="2400"/>
              <a:t>will have 3 relations with a common attribute</a:t>
            </a:r>
            <a:endParaRPr sz="2400"/>
          </a:p>
          <a:p>
            <a:pPr marL="457200" lvl="0" indent="-381000" algn="l" rtl="0">
              <a:spcBef>
                <a:spcPts val="0"/>
              </a:spcBef>
              <a:spcAft>
                <a:spcPts val="0"/>
              </a:spcAft>
              <a:buSzPts val="2400"/>
              <a:buAutoNum type="arabicPeriod"/>
            </a:pPr>
            <a:r>
              <a:rPr lang="pt-PT" sz="2400"/>
              <a:t>will have 3 relations, 2 of them having a common attribute</a:t>
            </a:r>
            <a:endParaRPr sz="2400"/>
          </a:p>
          <a:p>
            <a:pPr marL="457200" lvl="0" indent="-381000" algn="l" rtl="0">
              <a:spcBef>
                <a:spcPts val="0"/>
              </a:spcBef>
              <a:spcAft>
                <a:spcPts val="0"/>
              </a:spcAft>
              <a:buSzPts val="2400"/>
              <a:buAutoNum type="arabicPeriod"/>
            </a:pPr>
            <a:r>
              <a:rPr lang="pt-PT" sz="2400"/>
              <a:t>will have 4 relations</a:t>
            </a:r>
            <a:endParaRPr sz="2400"/>
          </a:p>
        </p:txBody>
      </p:sp>
      <p:pic>
        <p:nvPicPr>
          <p:cNvPr id="572" name="Google Shape;572;p94"/>
          <p:cNvPicPr preferRelativeResize="0"/>
          <p:nvPr/>
        </p:nvPicPr>
        <p:blipFill>
          <a:blip r:embed="rId3">
            <a:alphaModFix/>
          </a:blip>
          <a:stretch>
            <a:fillRect/>
          </a:stretch>
        </p:blipFill>
        <p:spPr>
          <a:xfrm>
            <a:off x="2345675" y="1457313"/>
            <a:ext cx="4352925" cy="11144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95"/>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45. </a:t>
            </a:r>
            <a:r>
              <a:rPr lang="pt-PT" dirty="0" err="1"/>
              <a:t>The</a:t>
            </a:r>
            <a:r>
              <a:rPr lang="pt-PT" dirty="0"/>
              <a:t> </a:t>
            </a:r>
            <a:r>
              <a:rPr lang="pt-PT" dirty="0" err="1"/>
              <a:t>tableau</a:t>
            </a:r>
            <a:r>
              <a:rPr lang="pt-PT" dirty="0"/>
              <a:t> </a:t>
            </a:r>
            <a:r>
              <a:rPr lang="pt-PT" dirty="0" err="1"/>
              <a:t>of</a:t>
            </a:r>
            <a:r>
              <a:rPr lang="pt-PT" dirty="0"/>
              <a:t> </a:t>
            </a:r>
            <a:r>
              <a:rPr lang="pt-PT" dirty="0" err="1"/>
              <a:t>the</a:t>
            </a:r>
            <a:r>
              <a:rPr lang="pt-PT" dirty="0"/>
              <a:t> </a:t>
            </a:r>
            <a:r>
              <a:rPr lang="pt-PT" dirty="0" err="1"/>
              <a:t>chase</a:t>
            </a:r>
            <a:r>
              <a:rPr lang="pt-PT" dirty="0"/>
              <a:t> </a:t>
            </a:r>
            <a:r>
              <a:rPr lang="pt-PT" dirty="0" err="1"/>
              <a:t>test</a:t>
            </a:r>
            <a:r>
              <a:rPr lang="pt-PT" dirty="0"/>
              <a:t> </a:t>
            </a:r>
            <a:r>
              <a:rPr lang="pt-PT" dirty="0" err="1"/>
              <a:t>will</a:t>
            </a:r>
            <a:r>
              <a:rPr lang="pt-PT" dirty="0"/>
              <a:t> </a:t>
            </a:r>
            <a:r>
              <a:rPr lang="pt-PT" dirty="0" err="1"/>
              <a:t>have</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78" name="Google Shape;578;p95"/>
          <p:cNvSpPr txBox="1">
            <a:spLocks noGrp="1"/>
          </p:cNvSpPr>
          <p:nvPr>
            <p:ph type="body" idx="1"/>
          </p:nvPr>
        </p:nvSpPr>
        <p:spPr>
          <a:xfrm>
            <a:off x="610000" y="3175125"/>
            <a:ext cx="7824300" cy="19026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5 columns and 3 lines</a:t>
            </a:r>
            <a:endParaRPr sz="2400"/>
          </a:p>
          <a:p>
            <a:pPr marL="457200" lvl="0" indent="-381000" algn="l" rtl="0">
              <a:spcBef>
                <a:spcPts val="0"/>
              </a:spcBef>
              <a:spcAft>
                <a:spcPts val="0"/>
              </a:spcAft>
              <a:buSzPts val="2400"/>
              <a:buAutoNum type="arabicPeriod"/>
            </a:pPr>
            <a:r>
              <a:rPr lang="pt-PT" sz="2400"/>
              <a:t>3 columns and 5 lines</a:t>
            </a:r>
            <a:endParaRPr sz="2400"/>
          </a:p>
          <a:p>
            <a:pPr marL="457200" lvl="0" indent="-381000" algn="l" rtl="0">
              <a:spcBef>
                <a:spcPts val="0"/>
              </a:spcBef>
              <a:spcAft>
                <a:spcPts val="0"/>
              </a:spcAft>
              <a:buSzPts val="2400"/>
              <a:buAutoNum type="arabicPeriod"/>
            </a:pPr>
            <a:r>
              <a:rPr lang="pt-PT" sz="2400"/>
              <a:t>7 columns and 3 lines</a:t>
            </a:r>
            <a:endParaRPr sz="2400"/>
          </a:p>
          <a:p>
            <a:pPr marL="457200" lvl="0" indent="-381000" algn="l" rtl="0">
              <a:spcBef>
                <a:spcPts val="0"/>
              </a:spcBef>
              <a:spcAft>
                <a:spcPts val="0"/>
              </a:spcAft>
              <a:buSzPts val="2400"/>
              <a:buAutoNum type="arabicPeriod"/>
            </a:pPr>
            <a:r>
              <a:rPr lang="pt-PT" sz="2400"/>
              <a:t>3 columns and 7 lines</a:t>
            </a:r>
            <a:endParaRPr sz="2400"/>
          </a:p>
        </p:txBody>
      </p:sp>
      <p:pic>
        <p:nvPicPr>
          <p:cNvPr id="579" name="Google Shape;579;p95"/>
          <p:cNvPicPr preferRelativeResize="0"/>
          <p:nvPr/>
        </p:nvPicPr>
        <p:blipFill>
          <a:blip r:embed="rId3">
            <a:alphaModFix/>
          </a:blip>
          <a:stretch>
            <a:fillRect/>
          </a:stretch>
        </p:blipFill>
        <p:spPr>
          <a:xfrm>
            <a:off x="2409825" y="974838"/>
            <a:ext cx="4324350" cy="22002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96"/>
          <p:cNvSpPr txBox="1">
            <a:spLocks noGrp="1"/>
          </p:cNvSpPr>
          <p:nvPr>
            <p:ph type="title"/>
          </p:nvPr>
        </p:nvSpPr>
        <p:spPr>
          <a:xfrm>
            <a:off x="464100" y="356675"/>
            <a:ext cx="8520600" cy="153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46. </a:t>
            </a:r>
            <a:r>
              <a:rPr lang="pt-PT" dirty="0" err="1"/>
              <a:t>Let</a:t>
            </a:r>
            <a:r>
              <a:rPr lang="pt-PT" dirty="0"/>
              <a:t> R(A, B, C, D, E) </a:t>
            </a:r>
            <a:r>
              <a:rPr lang="pt-PT" dirty="0" err="1"/>
              <a:t>have</a:t>
            </a:r>
            <a:r>
              <a:rPr lang="pt-PT" dirty="0"/>
              <a:t> B-&gt;E </a:t>
            </a:r>
            <a:r>
              <a:rPr lang="pt-PT" dirty="0" err="1"/>
              <a:t>and</a:t>
            </a:r>
            <a:r>
              <a:rPr lang="pt-PT" dirty="0"/>
              <a:t> CE-&gt;A. </a:t>
            </a:r>
            <a:r>
              <a:rPr lang="pt-PT" dirty="0" err="1"/>
              <a:t>The</a:t>
            </a:r>
            <a:r>
              <a:rPr lang="pt-PT" dirty="0"/>
              <a:t> </a:t>
            </a:r>
            <a:r>
              <a:rPr lang="pt-PT" dirty="0" err="1"/>
              <a:t>decomposition</a:t>
            </a:r>
            <a:r>
              <a:rPr lang="pt-PT" dirty="0"/>
              <a:t> in R1(A, B, C); R2(B, C, D) </a:t>
            </a:r>
            <a:r>
              <a:rPr lang="pt-PT" dirty="0" err="1"/>
              <a:t>and</a:t>
            </a:r>
            <a:r>
              <a:rPr lang="pt-PT" dirty="0"/>
              <a:t>        R3(A, C, E):</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85" name="Google Shape;585;p96"/>
          <p:cNvSpPr txBox="1">
            <a:spLocks noGrp="1"/>
          </p:cNvSpPr>
          <p:nvPr>
            <p:ph type="body" idx="1"/>
          </p:nvPr>
        </p:nvSpPr>
        <p:spPr>
          <a:xfrm>
            <a:off x="610000" y="1793081"/>
            <a:ext cx="7824300" cy="3284519"/>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err="1"/>
              <a:t>is</a:t>
            </a:r>
            <a:r>
              <a:rPr lang="pt-PT" sz="2400" dirty="0"/>
              <a:t> </a:t>
            </a:r>
            <a:r>
              <a:rPr lang="pt-PT" sz="2400" dirty="0" err="1"/>
              <a:t>lossless</a:t>
            </a:r>
            <a:r>
              <a:rPr lang="pt-PT" sz="2400" dirty="0"/>
              <a:t> </a:t>
            </a:r>
            <a:r>
              <a:rPr lang="pt-PT" sz="2400" dirty="0" err="1"/>
              <a:t>because</a:t>
            </a:r>
            <a:r>
              <a:rPr lang="pt-PT" sz="2400" dirty="0"/>
              <a:t> </a:t>
            </a:r>
            <a:r>
              <a:rPr lang="pt-PT" sz="2400" dirty="0" err="1"/>
              <a:t>there</a:t>
            </a:r>
            <a:r>
              <a:rPr lang="pt-PT" sz="2400" dirty="0"/>
              <a:t> </a:t>
            </a:r>
            <a:r>
              <a:rPr lang="pt-PT" sz="2400" dirty="0" err="1"/>
              <a:t>is</a:t>
            </a:r>
            <a:r>
              <a:rPr lang="pt-PT" sz="2400" dirty="0"/>
              <a:t> </a:t>
            </a:r>
            <a:r>
              <a:rPr lang="pt-PT" sz="2400" dirty="0" err="1"/>
              <a:t>an</a:t>
            </a:r>
            <a:r>
              <a:rPr lang="pt-PT" sz="2400" dirty="0"/>
              <a:t> </a:t>
            </a:r>
            <a:r>
              <a:rPr lang="pt-PT" sz="2400" dirty="0" err="1"/>
              <a:t>unsubscripted</a:t>
            </a:r>
            <a:r>
              <a:rPr lang="pt-PT" sz="2400" dirty="0"/>
              <a:t> </a:t>
            </a:r>
            <a:r>
              <a:rPr lang="pt-PT" sz="2400" dirty="0" err="1"/>
              <a:t>row</a:t>
            </a:r>
            <a:endParaRPr sz="2400" dirty="0"/>
          </a:p>
          <a:p>
            <a:pPr marL="457200" lvl="0" indent="-381000" algn="l" rtl="0">
              <a:spcBef>
                <a:spcPts val="0"/>
              </a:spcBef>
              <a:spcAft>
                <a:spcPts val="0"/>
              </a:spcAft>
              <a:buSzPts val="2400"/>
              <a:buAutoNum type="arabicPeriod"/>
            </a:pPr>
            <a:r>
              <a:rPr lang="pt-PT" sz="2400" dirty="0" err="1"/>
              <a:t>is</a:t>
            </a:r>
            <a:r>
              <a:rPr lang="pt-PT" sz="2400" dirty="0"/>
              <a:t> </a:t>
            </a:r>
            <a:r>
              <a:rPr lang="pt-PT" sz="2400" dirty="0" err="1"/>
              <a:t>lossless</a:t>
            </a:r>
            <a:r>
              <a:rPr lang="pt-PT" sz="2400" dirty="0"/>
              <a:t> </a:t>
            </a:r>
            <a:r>
              <a:rPr lang="pt-PT" sz="2400" dirty="0" err="1"/>
              <a:t>because</a:t>
            </a:r>
            <a:r>
              <a:rPr lang="pt-PT" sz="2400" dirty="0"/>
              <a:t> </a:t>
            </a:r>
            <a:r>
              <a:rPr lang="pt-PT" sz="2400" dirty="0" err="1"/>
              <a:t>there</a:t>
            </a:r>
            <a:r>
              <a:rPr lang="pt-PT" sz="2400" dirty="0"/>
              <a:t> </a:t>
            </a:r>
            <a:r>
              <a:rPr lang="pt-PT" sz="2400" dirty="0" err="1"/>
              <a:t>is</a:t>
            </a:r>
            <a:r>
              <a:rPr lang="pt-PT" sz="2400" dirty="0"/>
              <a:t> </a:t>
            </a:r>
            <a:r>
              <a:rPr lang="pt-PT" sz="2400" dirty="0" err="1"/>
              <a:t>not</a:t>
            </a:r>
            <a:r>
              <a:rPr lang="pt-PT" sz="2400" dirty="0"/>
              <a:t> </a:t>
            </a:r>
            <a:r>
              <a:rPr lang="pt-PT" sz="2400" dirty="0" err="1"/>
              <a:t>an</a:t>
            </a:r>
            <a:r>
              <a:rPr lang="pt-PT" sz="2400" dirty="0"/>
              <a:t> </a:t>
            </a:r>
            <a:r>
              <a:rPr lang="pt-PT" sz="2400" dirty="0" err="1"/>
              <a:t>unsubscripted</a:t>
            </a:r>
            <a:r>
              <a:rPr lang="pt-PT" sz="2400" dirty="0"/>
              <a:t> </a:t>
            </a:r>
            <a:r>
              <a:rPr lang="pt-PT" sz="2400" dirty="0" err="1"/>
              <a:t>row</a:t>
            </a:r>
            <a:endParaRPr sz="2400" dirty="0"/>
          </a:p>
          <a:p>
            <a:pPr marL="457200" lvl="0" indent="-381000" algn="l" rtl="0">
              <a:spcBef>
                <a:spcPts val="0"/>
              </a:spcBef>
              <a:spcAft>
                <a:spcPts val="0"/>
              </a:spcAft>
              <a:buSzPts val="2400"/>
              <a:buAutoNum type="arabicPeriod"/>
            </a:pPr>
            <a:r>
              <a:rPr lang="pt-PT" sz="2400" dirty="0" err="1"/>
              <a:t>is</a:t>
            </a:r>
            <a:r>
              <a:rPr lang="pt-PT" sz="2400" dirty="0"/>
              <a:t> </a:t>
            </a:r>
            <a:r>
              <a:rPr lang="pt-PT" sz="2400" dirty="0" err="1"/>
              <a:t>not</a:t>
            </a:r>
            <a:r>
              <a:rPr lang="pt-PT" sz="2400" dirty="0"/>
              <a:t> </a:t>
            </a:r>
            <a:r>
              <a:rPr lang="pt-PT" sz="2400" dirty="0" err="1"/>
              <a:t>lossless</a:t>
            </a:r>
            <a:r>
              <a:rPr lang="pt-PT" sz="2400" dirty="0"/>
              <a:t> </a:t>
            </a:r>
            <a:r>
              <a:rPr lang="pt-PT" sz="2400" dirty="0" err="1"/>
              <a:t>because</a:t>
            </a:r>
            <a:r>
              <a:rPr lang="pt-PT" sz="2400" dirty="0"/>
              <a:t> </a:t>
            </a:r>
            <a:r>
              <a:rPr lang="pt-PT" sz="2400" dirty="0" err="1"/>
              <a:t>there</a:t>
            </a:r>
            <a:r>
              <a:rPr lang="pt-PT" sz="2400" dirty="0"/>
              <a:t> </a:t>
            </a:r>
            <a:r>
              <a:rPr lang="pt-PT" sz="2400" dirty="0" err="1"/>
              <a:t>is</a:t>
            </a:r>
            <a:r>
              <a:rPr lang="pt-PT" sz="2400" dirty="0"/>
              <a:t> </a:t>
            </a:r>
            <a:r>
              <a:rPr lang="pt-PT" sz="2400" dirty="0" err="1"/>
              <a:t>an</a:t>
            </a:r>
            <a:r>
              <a:rPr lang="pt-PT" sz="2400" dirty="0"/>
              <a:t> </a:t>
            </a:r>
            <a:r>
              <a:rPr lang="pt-PT" sz="2400" dirty="0" err="1"/>
              <a:t>unsubscripted</a:t>
            </a:r>
            <a:r>
              <a:rPr lang="pt-PT" sz="2400" dirty="0"/>
              <a:t> </a:t>
            </a:r>
            <a:r>
              <a:rPr lang="pt-PT" sz="2400" dirty="0" err="1"/>
              <a:t>row</a:t>
            </a:r>
            <a:endParaRPr sz="2400" dirty="0"/>
          </a:p>
          <a:p>
            <a:pPr marL="457200" lvl="0" indent="-381000" algn="l" rtl="0">
              <a:spcBef>
                <a:spcPts val="0"/>
              </a:spcBef>
              <a:spcAft>
                <a:spcPts val="0"/>
              </a:spcAft>
              <a:buSzPts val="2400"/>
              <a:buAutoNum type="arabicPeriod"/>
            </a:pPr>
            <a:r>
              <a:rPr lang="pt-PT" sz="2400" dirty="0" err="1"/>
              <a:t>is</a:t>
            </a:r>
            <a:r>
              <a:rPr lang="pt-PT" sz="2400"/>
              <a:t> not</a:t>
            </a:r>
            <a:r>
              <a:rPr lang="pt-PT" sz="2400" dirty="0"/>
              <a:t> </a:t>
            </a:r>
            <a:r>
              <a:rPr lang="pt-PT" sz="2400" dirty="0" err="1"/>
              <a:t>lossless</a:t>
            </a:r>
            <a:r>
              <a:rPr lang="pt-PT" sz="2400" dirty="0"/>
              <a:t> </a:t>
            </a:r>
            <a:r>
              <a:rPr lang="pt-PT" sz="2400" dirty="0" err="1"/>
              <a:t>because</a:t>
            </a:r>
            <a:r>
              <a:rPr lang="pt-PT" sz="2400" dirty="0"/>
              <a:t> </a:t>
            </a:r>
            <a:r>
              <a:rPr lang="pt-PT" sz="2400" dirty="0" err="1"/>
              <a:t>there</a:t>
            </a:r>
            <a:r>
              <a:rPr lang="pt-PT" sz="2400" dirty="0"/>
              <a:t> </a:t>
            </a:r>
            <a:r>
              <a:rPr lang="pt-PT" sz="2400" dirty="0" err="1"/>
              <a:t>is</a:t>
            </a:r>
            <a:r>
              <a:rPr lang="pt-PT" sz="2400" dirty="0"/>
              <a:t> </a:t>
            </a:r>
            <a:r>
              <a:rPr lang="pt-PT" sz="2400" dirty="0" err="1"/>
              <a:t>not</a:t>
            </a:r>
            <a:r>
              <a:rPr lang="pt-PT" sz="2400" dirty="0"/>
              <a:t> </a:t>
            </a:r>
            <a:r>
              <a:rPr lang="pt-PT" sz="2400" dirty="0" err="1"/>
              <a:t>an</a:t>
            </a:r>
            <a:r>
              <a:rPr lang="pt-PT" sz="2400" dirty="0"/>
              <a:t> </a:t>
            </a:r>
            <a:r>
              <a:rPr lang="pt-PT" sz="2400" dirty="0" err="1"/>
              <a:t>unsubscripted</a:t>
            </a:r>
            <a:r>
              <a:rPr lang="pt-PT" sz="2400" dirty="0"/>
              <a:t> </a:t>
            </a:r>
            <a:r>
              <a:rPr lang="pt-PT" sz="2400" dirty="0" err="1"/>
              <a:t>row</a:t>
            </a:r>
            <a:endParaRPr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97"/>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47. Is </a:t>
            </a:r>
            <a:r>
              <a:rPr lang="pt-PT" dirty="0" err="1"/>
              <a:t>the</a:t>
            </a:r>
            <a:r>
              <a:rPr lang="pt-PT" dirty="0"/>
              <a:t> </a:t>
            </a:r>
            <a:r>
              <a:rPr lang="pt-PT" dirty="0" err="1"/>
              <a:t>Movie</a:t>
            </a:r>
            <a:r>
              <a:rPr lang="pt-PT" dirty="0"/>
              <a:t> </a:t>
            </a:r>
            <a:r>
              <a:rPr lang="pt-PT" dirty="0" err="1"/>
              <a:t>relation</a:t>
            </a:r>
            <a:r>
              <a:rPr lang="pt-PT" dirty="0"/>
              <a:t> in 3NF?</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91" name="Google Shape;591;p97"/>
          <p:cNvSpPr txBox="1">
            <a:spLocks noGrp="1"/>
          </p:cNvSpPr>
          <p:nvPr>
            <p:ph type="body" idx="1"/>
          </p:nvPr>
        </p:nvSpPr>
        <p:spPr>
          <a:xfrm>
            <a:off x="610000" y="2571750"/>
            <a:ext cx="7824300" cy="2505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No, there is one 3NF violation</a:t>
            </a:r>
            <a:endParaRPr sz="2400"/>
          </a:p>
          <a:p>
            <a:pPr marL="457200" lvl="0" indent="-381000" algn="l" rtl="0">
              <a:spcBef>
                <a:spcPts val="0"/>
              </a:spcBef>
              <a:spcAft>
                <a:spcPts val="0"/>
              </a:spcAft>
              <a:buSzPts val="2400"/>
              <a:buAutoNum type="arabicPeriod"/>
            </a:pPr>
            <a:r>
              <a:rPr lang="pt-PT" sz="2400"/>
              <a:t>No, there are two 3NF violations</a:t>
            </a:r>
            <a:endParaRPr sz="2400"/>
          </a:p>
          <a:p>
            <a:pPr marL="457200" lvl="0" indent="-381000" algn="l" rtl="0">
              <a:spcBef>
                <a:spcPts val="0"/>
              </a:spcBef>
              <a:spcAft>
                <a:spcPts val="0"/>
              </a:spcAft>
              <a:buSzPts val="2400"/>
              <a:buAutoNum type="arabicPeriod"/>
            </a:pPr>
            <a:r>
              <a:rPr lang="pt-PT" sz="2400"/>
              <a:t>No, there are three 2NF violations</a:t>
            </a:r>
            <a:endParaRPr sz="2400"/>
          </a:p>
          <a:p>
            <a:pPr marL="457200" lvl="0" indent="-381000" algn="l" rtl="0">
              <a:spcBef>
                <a:spcPts val="0"/>
              </a:spcBef>
              <a:spcAft>
                <a:spcPts val="0"/>
              </a:spcAft>
              <a:buSzPts val="2400"/>
              <a:buAutoNum type="arabicPeriod"/>
            </a:pPr>
            <a:r>
              <a:rPr lang="pt-PT" sz="2400"/>
              <a:t>Yes, there are no 3NF violations</a:t>
            </a:r>
            <a:endParaRPr sz="2400"/>
          </a:p>
        </p:txBody>
      </p:sp>
      <p:pic>
        <p:nvPicPr>
          <p:cNvPr id="592" name="Google Shape;592;p97"/>
          <p:cNvPicPr preferRelativeResize="0"/>
          <p:nvPr/>
        </p:nvPicPr>
        <p:blipFill>
          <a:blip r:embed="rId3">
            <a:alphaModFix/>
          </a:blip>
          <a:stretch>
            <a:fillRect/>
          </a:stretch>
        </p:blipFill>
        <p:spPr>
          <a:xfrm>
            <a:off x="2345688" y="1286538"/>
            <a:ext cx="4352925" cy="11144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98"/>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48. </a:t>
            </a:r>
            <a:r>
              <a:rPr lang="pt-PT" dirty="0" err="1"/>
              <a:t>Find</a:t>
            </a:r>
            <a:r>
              <a:rPr lang="pt-PT" dirty="0"/>
              <a:t> a minimal base for </a:t>
            </a:r>
            <a:r>
              <a:rPr lang="pt-PT" dirty="0" err="1"/>
              <a:t>the</a:t>
            </a:r>
            <a:r>
              <a:rPr lang="pt-PT" dirty="0"/>
              <a:t> </a:t>
            </a:r>
            <a:r>
              <a:rPr lang="pt-PT" dirty="0" err="1"/>
              <a:t>following</a:t>
            </a:r>
            <a:r>
              <a:rPr lang="pt-PT" dirty="0"/>
              <a:t> </a:t>
            </a:r>
            <a:r>
              <a:rPr lang="pt-PT" dirty="0" err="1"/>
              <a:t>functional</a:t>
            </a:r>
            <a:r>
              <a:rPr lang="pt-PT" dirty="0"/>
              <a:t> </a:t>
            </a:r>
            <a:r>
              <a:rPr lang="pt-PT" dirty="0" err="1"/>
              <a:t>dependencies</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98" name="Google Shape;598;p98"/>
          <p:cNvSpPr txBox="1">
            <a:spLocks noGrp="1"/>
          </p:cNvSpPr>
          <p:nvPr>
            <p:ph type="body" idx="1"/>
          </p:nvPr>
        </p:nvSpPr>
        <p:spPr>
          <a:xfrm>
            <a:off x="610000" y="2571750"/>
            <a:ext cx="7824300" cy="2505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err="1"/>
              <a:t>The</a:t>
            </a:r>
            <a:r>
              <a:rPr lang="pt-PT" sz="2400" dirty="0"/>
              <a:t> </a:t>
            </a:r>
            <a:r>
              <a:rPr lang="pt-PT" sz="2400" dirty="0" err="1"/>
              <a:t>given</a:t>
            </a:r>
            <a:r>
              <a:rPr lang="pt-PT" sz="2400" dirty="0"/>
              <a:t> </a:t>
            </a:r>
            <a:r>
              <a:rPr lang="pt-PT" sz="2400" dirty="0" err="1"/>
              <a:t>FDs</a:t>
            </a:r>
            <a:r>
              <a:rPr lang="pt-PT" sz="2400" dirty="0"/>
              <a:t> are </a:t>
            </a:r>
            <a:r>
              <a:rPr lang="pt-PT" sz="2400" dirty="0" err="1"/>
              <a:t>their</a:t>
            </a:r>
            <a:r>
              <a:rPr lang="pt-PT" sz="2400" dirty="0"/>
              <a:t> </a:t>
            </a:r>
            <a:r>
              <a:rPr lang="pt-PT" sz="2400" dirty="0" err="1"/>
              <a:t>own</a:t>
            </a:r>
            <a:r>
              <a:rPr lang="pt-PT" sz="2400" dirty="0"/>
              <a:t> minimal </a:t>
            </a:r>
            <a:r>
              <a:rPr lang="pt-PT" sz="2400" dirty="0" err="1"/>
              <a:t>basis</a:t>
            </a:r>
            <a:endParaRPr sz="2400" dirty="0"/>
          </a:p>
          <a:p>
            <a:pPr marL="457200" lvl="0" indent="-381000" algn="l" rtl="0">
              <a:spcBef>
                <a:spcPts val="0"/>
              </a:spcBef>
              <a:spcAft>
                <a:spcPts val="0"/>
              </a:spcAft>
              <a:buSzPts val="2400"/>
              <a:buAutoNum type="arabicPeriod"/>
            </a:pPr>
            <a:r>
              <a:rPr lang="pt-PT" sz="2400" dirty="0" err="1"/>
              <a:t>title</a:t>
            </a:r>
            <a:r>
              <a:rPr lang="pt-PT" sz="2400" dirty="0"/>
              <a:t>, </a:t>
            </a:r>
            <a:r>
              <a:rPr lang="pt-PT" sz="2400" dirty="0" err="1"/>
              <a:t>year</a:t>
            </a:r>
            <a:r>
              <a:rPr lang="pt-PT" sz="2400" dirty="0"/>
              <a:t>-&gt;</a:t>
            </a:r>
            <a:r>
              <a:rPr lang="pt-PT" sz="2400" dirty="0" err="1"/>
              <a:t>studioName</a:t>
            </a:r>
            <a:r>
              <a:rPr lang="pt-PT" sz="2400" dirty="0"/>
              <a:t>, </a:t>
            </a:r>
            <a:r>
              <a:rPr lang="pt-PT" sz="2400" dirty="0" err="1"/>
              <a:t>studioName</a:t>
            </a:r>
            <a:r>
              <a:rPr lang="pt-PT" sz="2400" dirty="0"/>
              <a:t>-&gt;</a:t>
            </a:r>
            <a:r>
              <a:rPr lang="pt-PT" sz="2400" dirty="0" err="1"/>
              <a:t>presAddr</a:t>
            </a:r>
            <a:endParaRPr sz="2400" dirty="0"/>
          </a:p>
          <a:p>
            <a:pPr marL="457200" lvl="0" indent="-381000" algn="l" rtl="0">
              <a:spcBef>
                <a:spcPts val="0"/>
              </a:spcBef>
              <a:spcAft>
                <a:spcPts val="0"/>
              </a:spcAft>
              <a:buSzPts val="2400"/>
              <a:buAutoNum type="arabicPeriod"/>
            </a:pPr>
            <a:r>
              <a:rPr lang="pt-PT" sz="2400" dirty="0" err="1"/>
              <a:t>year</a:t>
            </a:r>
            <a:r>
              <a:rPr lang="pt-PT" sz="2400" dirty="0"/>
              <a:t>-&gt;</a:t>
            </a:r>
            <a:r>
              <a:rPr lang="pt-PT" sz="2400" dirty="0" err="1"/>
              <a:t>studioName</a:t>
            </a:r>
            <a:r>
              <a:rPr lang="pt-PT" sz="2400" dirty="0"/>
              <a:t>, </a:t>
            </a:r>
            <a:r>
              <a:rPr lang="pt-PT" sz="2400" dirty="0" err="1"/>
              <a:t>studioName</a:t>
            </a:r>
            <a:r>
              <a:rPr lang="pt-PT" sz="2400" dirty="0"/>
              <a:t>-&gt;</a:t>
            </a:r>
            <a:r>
              <a:rPr lang="pt-PT" sz="2400" dirty="0" err="1"/>
              <a:t>president</a:t>
            </a:r>
            <a:r>
              <a:rPr lang="pt-PT" sz="2400" dirty="0"/>
              <a:t>, </a:t>
            </a:r>
            <a:r>
              <a:rPr lang="pt-PT" sz="2400" dirty="0" err="1"/>
              <a:t>president</a:t>
            </a:r>
            <a:r>
              <a:rPr lang="pt-PT" sz="2400" dirty="0"/>
              <a:t>-&gt;</a:t>
            </a:r>
            <a:r>
              <a:rPr lang="pt-PT" sz="2400" dirty="0" err="1"/>
              <a:t>presAddr</a:t>
            </a:r>
            <a:endParaRPr sz="2400" dirty="0"/>
          </a:p>
          <a:p>
            <a:pPr marL="457200" lvl="0" indent="-381000" algn="l" rtl="0">
              <a:spcBef>
                <a:spcPts val="0"/>
              </a:spcBef>
              <a:spcAft>
                <a:spcPts val="0"/>
              </a:spcAft>
              <a:buSzPts val="2400"/>
              <a:buAutoNum type="arabicPeriod"/>
            </a:pPr>
            <a:r>
              <a:rPr lang="pt-PT" sz="2400" dirty="0" err="1"/>
              <a:t>title</a:t>
            </a:r>
            <a:r>
              <a:rPr lang="pt-PT" sz="2400" dirty="0"/>
              <a:t>-&gt;</a:t>
            </a:r>
            <a:r>
              <a:rPr lang="pt-PT" sz="2400" dirty="0" err="1"/>
              <a:t>studioName</a:t>
            </a:r>
            <a:r>
              <a:rPr lang="pt-PT" sz="2400" dirty="0"/>
              <a:t>, </a:t>
            </a:r>
            <a:r>
              <a:rPr lang="pt-PT" sz="2400" dirty="0" err="1"/>
              <a:t>year</a:t>
            </a:r>
            <a:r>
              <a:rPr lang="pt-PT" sz="2400" dirty="0"/>
              <a:t>-&gt;</a:t>
            </a:r>
            <a:r>
              <a:rPr lang="pt-PT" sz="2400" dirty="0" err="1"/>
              <a:t>studioName</a:t>
            </a:r>
            <a:r>
              <a:rPr lang="pt-PT" sz="2400" dirty="0"/>
              <a:t>,    </a:t>
            </a:r>
            <a:r>
              <a:rPr lang="pt-PT" sz="2400" dirty="0" err="1"/>
              <a:t>studioName</a:t>
            </a:r>
            <a:r>
              <a:rPr lang="pt-PT" sz="2400" dirty="0"/>
              <a:t>-&gt;</a:t>
            </a:r>
            <a:r>
              <a:rPr lang="pt-PT" sz="2400" dirty="0" err="1"/>
              <a:t>presAddr</a:t>
            </a:r>
            <a:endParaRPr sz="2400" dirty="0"/>
          </a:p>
        </p:txBody>
      </p:sp>
      <p:pic>
        <p:nvPicPr>
          <p:cNvPr id="599" name="Google Shape;599;p98"/>
          <p:cNvPicPr preferRelativeResize="0"/>
          <p:nvPr/>
        </p:nvPicPr>
        <p:blipFill>
          <a:blip r:embed="rId3">
            <a:alphaModFix/>
          </a:blip>
          <a:stretch>
            <a:fillRect/>
          </a:stretch>
        </p:blipFill>
        <p:spPr>
          <a:xfrm>
            <a:off x="2345675" y="1457313"/>
            <a:ext cx="4352925" cy="11144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99"/>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49. </a:t>
            </a:r>
            <a:r>
              <a:rPr lang="pt-PT" dirty="0" err="1"/>
              <a:t>How</a:t>
            </a:r>
            <a:r>
              <a:rPr lang="pt-PT" dirty="0"/>
              <a:t> </a:t>
            </a:r>
            <a:r>
              <a:rPr lang="pt-PT" dirty="0" err="1"/>
              <a:t>many</a:t>
            </a:r>
            <a:r>
              <a:rPr lang="pt-PT" dirty="0"/>
              <a:t> </a:t>
            </a:r>
            <a:r>
              <a:rPr lang="pt-PT" dirty="0" err="1"/>
              <a:t>relations</a:t>
            </a:r>
            <a:r>
              <a:rPr lang="pt-PT" dirty="0"/>
              <a:t> </a:t>
            </a:r>
            <a:r>
              <a:rPr lang="pt-PT" dirty="0" err="1"/>
              <a:t>will</a:t>
            </a:r>
            <a:r>
              <a:rPr lang="pt-PT" dirty="0"/>
              <a:t> </a:t>
            </a:r>
            <a:r>
              <a:rPr lang="pt-PT" dirty="0" err="1"/>
              <a:t>result</a:t>
            </a:r>
            <a:r>
              <a:rPr lang="pt-PT" dirty="0"/>
              <a:t> </a:t>
            </a:r>
            <a:r>
              <a:rPr lang="pt-PT" dirty="0" err="1"/>
              <a:t>from</a:t>
            </a:r>
            <a:r>
              <a:rPr lang="pt-PT" dirty="0"/>
              <a:t> </a:t>
            </a:r>
            <a:r>
              <a:rPr lang="pt-PT" dirty="0" err="1"/>
              <a:t>the</a:t>
            </a:r>
            <a:r>
              <a:rPr lang="pt-PT" dirty="0"/>
              <a:t> 3NF </a:t>
            </a:r>
            <a:r>
              <a:rPr lang="pt-PT" dirty="0" err="1"/>
              <a:t>decomposition</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05" name="Google Shape;605;p99"/>
          <p:cNvSpPr txBox="1">
            <a:spLocks noGrp="1"/>
          </p:cNvSpPr>
          <p:nvPr>
            <p:ph type="body" idx="1"/>
          </p:nvPr>
        </p:nvSpPr>
        <p:spPr>
          <a:xfrm>
            <a:off x="610000" y="2571750"/>
            <a:ext cx="7824300" cy="2505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2 + 1 for the super key</a:t>
            </a:r>
            <a:endParaRPr sz="2400"/>
          </a:p>
          <a:p>
            <a:pPr marL="457200" lvl="0" indent="-381000" algn="l" rtl="0">
              <a:spcBef>
                <a:spcPts val="0"/>
              </a:spcBef>
              <a:spcAft>
                <a:spcPts val="0"/>
              </a:spcAft>
              <a:buSzPts val="2400"/>
              <a:buAutoNum type="arabicPeriod"/>
            </a:pPr>
            <a:r>
              <a:rPr lang="pt-PT" sz="2400"/>
              <a:t>3 + 0 for the superkey</a:t>
            </a:r>
            <a:endParaRPr sz="2400"/>
          </a:p>
          <a:p>
            <a:pPr marL="457200" lvl="0" indent="-381000" algn="l" rtl="0">
              <a:spcBef>
                <a:spcPts val="0"/>
              </a:spcBef>
              <a:spcAft>
                <a:spcPts val="0"/>
              </a:spcAft>
              <a:buSzPts val="2400"/>
              <a:buAutoNum type="arabicPeriod"/>
            </a:pPr>
            <a:r>
              <a:rPr lang="pt-PT" sz="2400"/>
              <a:t>3 + 1 for the super key</a:t>
            </a:r>
            <a:endParaRPr sz="2400"/>
          </a:p>
          <a:p>
            <a:pPr marL="457200" lvl="0" indent="-381000" algn="l" rtl="0">
              <a:spcBef>
                <a:spcPts val="0"/>
              </a:spcBef>
              <a:spcAft>
                <a:spcPts val="0"/>
              </a:spcAft>
              <a:buSzPts val="2400"/>
              <a:buAutoNum type="arabicPeriod"/>
            </a:pPr>
            <a:r>
              <a:rPr lang="pt-PT" sz="2400"/>
              <a:t>4 + 0 for the superkey</a:t>
            </a:r>
            <a:endParaRPr sz="2400"/>
          </a:p>
        </p:txBody>
      </p:sp>
      <p:pic>
        <p:nvPicPr>
          <p:cNvPr id="606" name="Google Shape;606;p99"/>
          <p:cNvPicPr preferRelativeResize="0"/>
          <p:nvPr/>
        </p:nvPicPr>
        <p:blipFill>
          <a:blip r:embed="rId3">
            <a:alphaModFix/>
          </a:blip>
          <a:stretch>
            <a:fillRect/>
          </a:stretch>
        </p:blipFill>
        <p:spPr>
          <a:xfrm>
            <a:off x="2345675" y="1457313"/>
            <a:ext cx="4352925" cy="11144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100"/>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50. </a:t>
            </a:r>
            <a:r>
              <a:rPr lang="pt-PT" dirty="0" err="1"/>
              <a:t>Normally</a:t>
            </a:r>
            <a:r>
              <a:rPr lang="pt-PT" dirty="0"/>
              <a:t>, </a:t>
            </a:r>
            <a:r>
              <a:rPr lang="pt-PT" dirty="0" err="1"/>
              <a:t>how</a:t>
            </a:r>
            <a:r>
              <a:rPr lang="pt-PT" dirty="0"/>
              <a:t> </a:t>
            </a:r>
            <a:r>
              <a:rPr lang="pt-PT" dirty="0" err="1"/>
              <a:t>would</a:t>
            </a:r>
            <a:r>
              <a:rPr lang="pt-PT" dirty="0"/>
              <a:t> </a:t>
            </a:r>
            <a:r>
              <a:rPr lang="pt-PT" dirty="0" err="1"/>
              <a:t>the</a:t>
            </a:r>
            <a:r>
              <a:rPr lang="pt-PT" dirty="0"/>
              <a:t> </a:t>
            </a:r>
            <a:r>
              <a:rPr lang="pt-PT" dirty="0" err="1"/>
              <a:t>model</a:t>
            </a:r>
            <a:r>
              <a:rPr lang="pt-PT" dirty="0"/>
              <a:t> ‘G62-340-US’ </a:t>
            </a:r>
            <a:r>
              <a:rPr lang="pt-PT" dirty="0" err="1"/>
              <a:t>be</a:t>
            </a:r>
            <a:r>
              <a:rPr lang="pt-PT" dirty="0"/>
              <a:t> </a:t>
            </a:r>
            <a:r>
              <a:rPr lang="pt-PT" dirty="0" err="1"/>
              <a:t>stored</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12" name="Google Shape;612;p100"/>
          <p:cNvSpPr txBox="1">
            <a:spLocks noGrp="1"/>
          </p:cNvSpPr>
          <p:nvPr>
            <p:ph type="body" idx="1"/>
          </p:nvPr>
        </p:nvSpPr>
        <p:spPr>
          <a:xfrm>
            <a:off x="4716325" y="1724300"/>
            <a:ext cx="4268400" cy="3051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20 blank chars + ‘G62-340-US’</a:t>
            </a:r>
            <a:endParaRPr sz="2400"/>
          </a:p>
          <a:p>
            <a:pPr marL="457200" lvl="0" indent="-381000" algn="l" rtl="0">
              <a:spcBef>
                <a:spcPts val="0"/>
              </a:spcBef>
              <a:spcAft>
                <a:spcPts val="0"/>
              </a:spcAft>
              <a:buSzPts val="2400"/>
              <a:buAutoNum type="arabicPeriod"/>
            </a:pPr>
            <a:r>
              <a:rPr lang="pt-PT" sz="2400"/>
              <a:t>‘G62-340-US’ + 20 blank chars</a:t>
            </a:r>
            <a:endParaRPr sz="2400"/>
          </a:p>
          <a:p>
            <a:pPr marL="457200" lvl="0" indent="-381000" algn="l" rtl="0">
              <a:spcBef>
                <a:spcPts val="0"/>
              </a:spcBef>
              <a:spcAft>
                <a:spcPts val="0"/>
              </a:spcAft>
              <a:buSzPts val="2400"/>
              <a:buAutoNum type="arabicPeriod"/>
            </a:pPr>
            <a:r>
              <a:rPr lang="pt-PT" sz="2400"/>
              <a:t>‘G62-340-US’</a:t>
            </a:r>
            <a:endParaRPr sz="2400"/>
          </a:p>
          <a:p>
            <a:pPr marL="457200" lvl="0" indent="-381000" algn="l" rtl="0">
              <a:spcBef>
                <a:spcPts val="0"/>
              </a:spcBef>
              <a:spcAft>
                <a:spcPts val="0"/>
              </a:spcAft>
              <a:buSzPts val="2400"/>
              <a:buAutoNum type="arabicPeriod"/>
            </a:pPr>
            <a:r>
              <a:rPr lang="pt-PT" sz="2400"/>
              <a:t>The letters as chars and the digit as numbers</a:t>
            </a:r>
            <a:endParaRPr sz="2400"/>
          </a:p>
        </p:txBody>
      </p:sp>
      <p:pic>
        <p:nvPicPr>
          <p:cNvPr id="613" name="Google Shape;613;p100"/>
          <p:cNvPicPr preferRelativeResize="0"/>
          <p:nvPr/>
        </p:nvPicPr>
        <p:blipFill>
          <a:blip r:embed="rId3">
            <a:alphaModFix/>
          </a:blip>
          <a:stretch>
            <a:fillRect/>
          </a:stretch>
        </p:blipFill>
        <p:spPr>
          <a:xfrm>
            <a:off x="464100" y="1686000"/>
            <a:ext cx="4268376" cy="26764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101"/>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51. Can </a:t>
            </a:r>
            <a:r>
              <a:rPr lang="pt-PT" dirty="0" err="1"/>
              <a:t>this</a:t>
            </a:r>
            <a:r>
              <a:rPr lang="pt-PT" dirty="0"/>
              <a:t> </a:t>
            </a:r>
            <a:r>
              <a:rPr lang="pt-PT" dirty="0" err="1"/>
              <a:t>table</a:t>
            </a:r>
            <a:r>
              <a:rPr lang="pt-PT" dirty="0"/>
              <a:t> </a:t>
            </a:r>
            <a:r>
              <a:rPr lang="pt-PT" dirty="0" err="1"/>
              <a:t>be</a:t>
            </a:r>
            <a:r>
              <a:rPr lang="pt-PT" dirty="0"/>
              <a:t> </a:t>
            </a:r>
            <a:r>
              <a:rPr lang="pt-PT" dirty="0" err="1"/>
              <a:t>created</a:t>
            </a:r>
            <a:r>
              <a:rPr lang="pt-PT" dirty="0"/>
              <a:t> in </a:t>
            </a:r>
            <a:r>
              <a:rPr lang="pt-PT" dirty="0" err="1"/>
              <a:t>SQLite</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19" name="Google Shape;619;p101"/>
          <p:cNvSpPr txBox="1">
            <a:spLocks noGrp="1"/>
          </p:cNvSpPr>
          <p:nvPr>
            <p:ph type="body" idx="1"/>
          </p:nvPr>
        </p:nvSpPr>
        <p:spPr>
          <a:xfrm>
            <a:off x="4107225" y="850200"/>
            <a:ext cx="4877400" cy="4196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No there is no CHAR and DECIMAL datatypes in SQLite</a:t>
            </a:r>
            <a:endParaRPr sz="2400"/>
          </a:p>
          <a:p>
            <a:pPr marL="457200" lvl="0" indent="-381000" algn="l" rtl="0">
              <a:spcBef>
                <a:spcPts val="0"/>
              </a:spcBef>
              <a:spcAft>
                <a:spcPts val="0"/>
              </a:spcAft>
              <a:buSzPts val="2400"/>
              <a:buAutoNum type="arabicPeriod"/>
            </a:pPr>
            <a:r>
              <a:rPr lang="pt-PT" sz="2400"/>
              <a:t>Yes, CHAR would be converted to TEXT and DECIMAL to REAL</a:t>
            </a:r>
            <a:endParaRPr sz="2400"/>
          </a:p>
          <a:p>
            <a:pPr marL="457200" lvl="0" indent="-381000" algn="l" rtl="0">
              <a:spcBef>
                <a:spcPts val="0"/>
              </a:spcBef>
              <a:spcAft>
                <a:spcPts val="0"/>
              </a:spcAft>
              <a:buSzPts val="2400"/>
              <a:buAutoNum type="arabicPeriod"/>
            </a:pPr>
            <a:r>
              <a:rPr lang="pt-PT" sz="2400"/>
              <a:t>Yes, CHAR would be converted to TEXT, others to NUMERIC</a:t>
            </a:r>
            <a:endParaRPr sz="2400"/>
          </a:p>
          <a:p>
            <a:pPr marL="457200" lvl="0" indent="-381000" algn="l" rtl="0">
              <a:spcBef>
                <a:spcPts val="0"/>
              </a:spcBef>
              <a:spcAft>
                <a:spcPts val="0"/>
              </a:spcAft>
              <a:buSzPts val="2400"/>
              <a:buAutoNum type="arabicPeriod"/>
            </a:pPr>
            <a:r>
              <a:rPr lang="pt-PT" sz="2400"/>
              <a:t>Yes, every column would be converted to BLOB</a:t>
            </a:r>
            <a:endParaRPr sz="2400"/>
          </a:p>
        </p:txBody>
      </p:sp>
      <p:pic>
        <p:nvPicPr>
          <p:cNvPr id="620" name="Google Shape;620;p101"/>
          <p:cNvPicPr preferRelativeResize="0"/>
          <p:nvPr/>
        </p:nvPicPr>
        <p:blipFill>
          <a:blip r:embed="rId3">
            <a:alphaModFix/>
          </a:blip>
          <a:stretch>
            <a:fillRect/>
          </a:stretch>
        </p:blipFill>
        <p:spPr>
          <a:xfrm>
            <a:off x="162075" y="1670450"/>
            <a:ext cx="3872250" cy="24280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102"/>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52. </a:t>
            </a:r>
            <a:r>
              <a:rPr lang="pt-PT" dirty="0" err="1"/>
              <a:t>How</a:t>
            </a:r>
            <a:r>
              <a:rPr lang="pt-PT" dirty="0"/>
              <a:t> do </a:t>
            </a:r>
            <a:r>
              <a:rPr lang="pt-PT" dirty="0" err="1"/>
              <a:t>you</a:t>
            </a:r>
            <a:r>
              <a:rPr lang="pt-PT" dirty="0"/>
              <a:t> alter Laptop to </a:t>
            </a:r>
            <a:r>
              <a:rPr lang="pt-PT" dirty="0" err="1"/>
              <a:t>eliminate</a:t>
            </a:r>
            <a:r>
              <a:rPr lang="pt-PT" dirty="0"/>
              <a:t> </a:t>
            </a:r>
            <a:r>
              <a:rPr lang="pt-PT" dirty="0" err="1"/>
              <a:t>the</a:t>
            </a:r>
            <a:r>
              <a:rPr lang="pt-PT" dirty="0"/>
              <a:t> </a:t>
            </a:r>
            <a:r>
              <a:rPr lang="pt-PT" dirty="0" err="1"/>
              <a:t>attribute</a:t>
            </a:r>
            <a:r>
              <a:rPr lang="pt-PT" dirty="0"/>
              <a:t> </a:t>
            </a:r>
            <a:r>
              <a:rPr lang="pt-PT" dirty="0" err="1"/>
              <a:t>screen</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26" name="Google Shape;626;p102"/>
          <p:cNvSpPr txBox="1">
            <a:spLocks noGrp="1"/>
          </p:cNvSpPr>
          <p:nvPr>
            <p:ph type="body" idx="1"/>
          </p:nvPr>
        </p:nvSpPr>
        <p:spPr>
          <a:xfrm>
            <a:off x="4272375" y="1670450"/>
            <a:ext cx="4712400" cy="3105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ALTER TABLE Laptop DELETE screen;</a:t>
            </a:r>
            <a:endParaRPr sz="2400"/>
          </a:p>
          <a:p>
            <a:pPr marL="457200" lvl="0" indent="-381000" algn="l" rtl="0">
              <a:spcBef>
                <a:spcPts val="0"/>
              </a:spcBef>
              <a:spcAft>
                <a:spcPts val="0"/>
              </a:spcAft>
              <a:buSzPts val="2400"/>
              <a:buAutoNum type="arabicPeriod"/>
            </a:pPr>
            <a:r>
              <a:rPr lang="pt-PT" sz="2400"/>
              <a:t>DROP screen FROM Laptop;</a:t>
            </a:r>
            <a:endParaRPr sz="2400"/>
          </a:p>
          <a:p>
            <a:pPr marL="457200" lvl="0" indent="-381000" algn="l" rtl="0">
              <a:spcBef>
                <a:spcPts val="0"/>
              </a:spcBef>
              <a:spcAft>
                <a:spcPts val="0"/>
              </a:spcAft>
              <a:buSzPts val="2400"/>
              <a:buAutoNum type="arabicPeriod"/>
            </a:pPr>
            <a:r>
              <a:rPr lang="pt-PT" sz="2400"/>
              <a:t>ALTER Laptop DROP screen;</a:t>
            </a:r>
            <a:endParaRPr sz="2400"/>
          </a:p>
          <a:p>
            <a:pPr marL="457200" lvl="0" indent="-381000" algn="l" rtl="0">
              <a:spcBef>
                <a:spcPts val="0"/>
              </a:spcBef>
              <a:spcAft>
                <a:spcPts val="0"/>
              </a:spcAft>
              <a:buSzPts val="2400"/>
              <a:buAutoNum type="arabicPeriod"/>
            </a:pPr>
            <a:r>
              <a:rPr lang="pt-PT" sz="2400"/>
              <a:t>ALTER TABLE Laptop DROP screen;</a:t>
            </a:r>
            <a:endParaRPr sz="2400"/>
          </a:p>
        </p:txBody>
      </p:sp>
      <p:pic>
        <p:nvPicPr>
          <p:cNvPr id="627" name="Google Shape;627;p102"/>
          <p:cNvPicPr preferRelativeResize="0"/>
          <p:nvPr/>
        </p:nvPicPr>
        <p:blipFill>
          <a:blip r:embed="rId3">
            <a:alphaModFix/>
          </a:blip>
          <a:stretch>
            <a:fillRect/>
          </a:stretch>
        </p:blipFill>
        <p:spPr>
          <a:xfrm>
            <a:off x="303625" y="1670450"/>
            <a:ext cx="3872250" cy="24280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103"/>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53. Alter </a:t>
            </a:r>
            <a:r>
              <a:rPr lang="pt-PT" dirty="0" err="1"/>
              <a:t>the</a:t>
            </a:r>
            <a:r>
              <a:rPr lang="pt-PT" dirty="0"/>
              <a:t> Laptop </a:t>
            </a:r>
            <a:r>
              <a:rPr lang="pt-PT" dirty="0" err="1"/>
              <a:t>schema</a:t>
            </a:r>
            <a:r>
              <a:rPr lang="pt-PT" dirty="0"/>
              <a:t> to </a:t>
            </a:r>
            <a:r>
              <a:rPr lang="pt-PT" dirty="0" err="1"/>
              <a:t>add</a:t>
            </a:r>
            <a:r>
              <a:rPr lang="pt-PT" dirty="0"/>
              <a:t> </a:t>
            </a:r>
            <a:r>
              <a:rPr lang="pt-PT" dirty="0" err="1"/>
              <a:t>the</a:t>
            </a:r>
            <a:r>
              <a:rPr lang="pt-PT" dirty="0"/>
              <a:t> </a:t>
            </a:r>
            <a:r>
              <a:rPr lang="pt-PT" dirty="0" err="1"/>
              <a:t>attribute</a:t>
            </a:r>
            <a:r>
              <a:rPr lang="pt-PT" dirty="0"/>
              <a:t> </a:t>
            </a:r>
            <a:r>
              <a:rPr lang="pt-PT" dirty="0" err="1"/>
              <a:t>opt-disk</a:t>
            </a:r>
            <a:r>
              <a:rPr lang="pt-PT" dirty="0"/>
              <a:t> </a:t>
            </a:r>
            <a:r>
              <a:rPr lang="pt-PT" dirty="0" err="1"/>
              <a:t>with</a:t>
            </a:r>
            <a:r>
              <a:rPr lang="pt-PT" dirty="0"/>
              <a:t> a </a:t>
            </a:r>
            <a:r>
              <a:rPr lang="pt-PT" dirty="0" err="1"/>
              <a:t>default</a:t>
            </a:r>
            <a:r>
              <a:rPr lang="pt-PT" dirty="0"/>
              <a:t> </a:t>
            </a:r>
            <a:r>
              <a:rPr lang="pt-PT" dirty="0" err="1"/>
              <a:t>value</a:t>
            </a:r>
            <a:r>
              <a:rPr lang="pt-PT" dirty="0"/>
              <a:t> </a:t>
            </a:r>
            <a:r>
              <a:rPr lang="pt-PT" dirty="0" err="1"/>
              <a:t>of</a:t>
            </a:r>
            <a:r>
              <a:rPr lang="pt-PT" dirty="0"/>
              <a:t> ‘</a:t>
            </a:r>
            <a:r>
              <a:rPr lang="pt-PT" dirty="0" err="1"/>
              <a:t>none</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33" name="Google Shape;633;p103"/>
          <p:cNvSpPr txBox="1">
            <a:spLocks noGrp="1"/>
          </p:cNvSpPr>
          <p:nvPr>
            <p:ph type="body" idx="1"/>
          </p:nvPr>
        </p:nvSpPr>
        <p:spPr>
          <a:xfrm>
            <a:off x="4272375" y="1604975"/>
            <a:ext cx="4712400" cy="3170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pt-PT"/>
              <a:t>ALTER Laptop ADD opt-disk CHAR(10) DEFAULT ‘none’;</a:t>
            </a:r>
            <a:endParaRPr/>
          </a:p>
          <a:p>
            <a:pPr marL="457200" lvl="0" indent="-342900" algn="l" rtl="0">
              <a:spcBef>
                <a:spcPts val="0"/>
              </a:spcBef>
              <a:spcAft>
                <a:spcPts val="0"/>
              </a:spcAft>
              <a:buSzPts val="1800"/>
              <a:buAutoNum type="arabicPeriod"/>
            </a:pPr>
            <a:r>
              <a:rPr lang="pt-PT"/>
              <a:t>ALTER TABLE Laptop ADD opt-disk CHAR(10) DEFAULT ‘none’;</a:t>
            </a:r>
            <a:endParaRPr/>
          </a:p>
          <a:p>
            <a:pPr marL="457200" lvl="0" indent="-342900" algn="l" rtl="0">
              <a:spcBef>
                <a:spcPts val="0"/>
              </a:spcBef>
              <a:spcAft>
                <a:spcPts val="0"/>
              </a:spcAft>
              <a:buSzPts val="1800"/>
              <a:buAutoNum type="arabicPeriod"/>
            </a:pPr>
            <a:r>
              <a:rPr lang="pt-PT"/>
              <a:t>ADD TABLE Laptop opt-disk CHAR(10) DEFAULT ‘none’;</a:t>
            </a:r>
            <a:endParaRPr/>
          </a:p>
          <a:p>
            <a:pPr marL="457200" lvl="0" indent="-342900" algn="l" rtl="0">
              <a:spcBef>
                <a:spcPts val="0"/>
              </a:spcBef>
              <a:spcAft>
                <a:spcPts val="0"/>
              </a:spcAft>
              <a:buSzPts val="1800"/>
              <a:buAutoNum type="arabicPeriod"/>
            </a:pPr>
            <a:r>
              <a:rPr lang="pt-PT"/>
              <a:t>ALTER TABLE Laptop ADD opt-disk CHAR(10) DEFAULT NULL;</a:t>
            </a:r>
            <a:endParaRPr/>
          </a:p>
        </p:txBody>
      </p:sp>
      <p:pic>
        <p:nvPicPr>
          <p:cNvPr id="634" name="Google Shape;634;p103"/>
          <p:cNvPicPr preferRelativeResize="0"/>
          <p:nvPr/>
        </p:nvPicPr>
        <p:blipFill>
          <a:blip r:embed="rId3">
            <a:alphaModFix/>
          </a:blip>
          <a:stretch>
            <a:fillRect/>
          </a:stretch>
        </p:blipFill>
        <p:spPr>
          <a:xfrm>
            <a:off x="303625" y="1670450"/>
            <a:ext cx="3872250" cy="24280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104"/>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54. </a:t>
            </a:r>
            <a:r>
              <a:rPr lang="pt-PT" dirty="0" err="1"/>
              <a:t>Constraints</a:t>
            </a:r>
            <a:r>
              <a:rPr lang="pt-PT" dirty="0"/>
              <a:t> can </a:t>
            </a:r>
            <a:r>
              <a:rPr lang="pt-PT" dirty="0" err="1"/>
              <a:t>be</a:t>
            </a:r>
            <a:r>
              <a:rPr lang="pt-PT" dirty="0"/>
              <a:t> </a:t>
            </a:r>
            <a:r>
              <a:rPr lang="pt-PT" dirty="0" err="1"/>
              <a:t>declared</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40" name="Google Shape;640;p104"/>
          <p:cNvSpPr txBox="1">
            <a:spLocks noGrp="1"/>
          </p:cNvSpPr>
          <p:nvPr>
            <p:ph type="body" idx="1"/>
          </p:nvPr>
        </p:nvSpPr>
        <p:spPr>
          <a:xfrm>
            <a:off x="562000" y="1670450"/>
            <a:ext cx="8422800" cy="3105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only with the original schema.</a:t>
            </a:r>
            <a:endParaRPr sz="2400"/>
          </a:p>
          <a:p>
            <a:pPr marL="457200" lvl="0" indent="-381000" algn="l" rtl="0">
              <a:spcBef>
                <a:spcPts val="0"/>
              </a:spcBef>
              <a:spcAft>
                <a:spcPts val="0"/>
              </a:spcAft>
              <a:buSzPts val="2400"/>
              <a:buAutoNum type="arabicPeriod"/>
            </a:pPr>
            <a:r>
              <a:rPr lang="pt-PT" sz="2400"/>
              <a:t>after the original schema if no data has been inserted.</a:t>
            </a:r>
            <a:endParaRPr sz="2400"/>
          </a:p>
          <a:p>
            <a:pPr marL="457200" lvl="0" indent="-381000" algn="l" rtl="0">
              <a:spcBef>
                <a:spcPts val="0"/>
              </a:spcBef>
              <a:spcAft>
                <a:spcPts val="0"/>
              </a:spcAft>
              <a:buSzPts val="2400"/>
              <a:buAutoNum type="arabicPeriod"/>
            </a:pPr>
            <a:r>
              <a:rPr lang="pt-PT" sz="2400"/>
              <a:t>after the original schema even if data has been inserted.</a:t>
            </a:r>
            <a:endParaRPr sz="2400"/>
          </a:p>
          <a:p>
            <a:pPr marL="457200" lvl="0" indent="-381000" algn="l" rtl="0">
              <a:spcBef>
                <a:spcPts val="0"/>
              </a:spcBef>
              <a:spcAft>
                <a:spcPts val="0"/>
              </a:spcAft>
              <a:buSzPts val="2400"/>
              <a:buAutoNum type="arabicPeriod"/>
            </a:pPr>
            <a:r>
              <a:rPr lang="pt-PT" sz="2400"/>
              <a:t>only after the original schema has been inserted.</a:t>
            </a:r>
            <a:endParaRPr sz="2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105"/>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55. </a:t>
            </a:r>
            <a:r>
              <a:rPr lang="pt-PT" dirty="0" err="1"/>
              <a:t>The</a:t>
            </a:r>
            <a:r>
              <a:rPr lang="pt-PT" dirty="0"/>
              <a:t> </a:t>
            </a:r>
            <a:r>
              <a:rPr lang="pt-PT" dirty="0" err="1"/>
              <a:t>presented</a:t>
            </a:r>
            <a:r>
              <a:rPr lang="pt-PT" dirty="0"/>
              <a:t> </a:t>
            </a:r>
            <a:r>
              <a:rPr lang="pt-PT" dirty="0" err="1"/>
              <a:t>constraint</a:t>
            </a:r>
            <a:r>
              <a:rPr lang="pt-PT" dirty="0"/>
              <a:t> </a:t>
            </a:r>
            <a:r>
              <a:rPr lang="pt-PT" dirty="0" err="1"/>
              <a:t>be</a:t>
            </a:r>
            <a:r>
              <a:rPr lang="pt-PT" dirty="0"/>
              <a:t> </a:t>
            </a:r>
            <a:r>
              <a:rPr lang="pt-PT" dirty="0" err="1"/>
              <a:t>checked</a:t>
            </a:r>
            <a:r>
              <a:rPr lang="pt-PT" dirty="0"/>
              <a:t> </a:t>
            </a:r>
            <a:r>
              <a:rPr lang="pt-PT" dirty="0" err="1"/>
              <a:t>should</a:t>
            </a:r>
            <a:r>
              <a:rPr lang="pt-PT" dirty="0"/>
              <a:t> </a:t>
            </a:r>
            <a:r>
              <a:rPr lang="pt-PT" dirty="0" err="1"/>
              <a:t>be</a:t>
            </a:r>
            <a:r>
              <a:rPr lang="pt-PT" dirty="0"/>
              <a:t> </a:t>
            </a:r>
            <a:r>
              <a:rPr lang="pt-PT" dirty="0" err="1"/>
              <a:t>checked</a:t>
            </a:r>
            <a:r>
              <a:rPr lang="pt-PT" dirty="0"/>
              <a:t> </a:t>
            </a:r>
            <a:r>
              <a:rPr lang="pt-PT" dirty="0" err="1"/>
              <a:t>every</a:t>
            </a:r>
            <a:r>
              <a:rPr lang="pt-PT" dirty="0"/>
              <a:t> time </a:t>
            </a:r>
            <a:r>
              <a:rPr lang="pt-PT" dirty="0" err="1"/>
              <a:t>there</a:t>
            </a:r>
            <a:r>
              <a:rPr lang="pt-PT" dirty="0"/>
              <a:t> </a:t>
            </a:r>
            <a:r>
              <a:rPr lang="pt-PT" dirty="0" err="1"/>
              <a:t>is</a:t>
            </a:r>
            <a:r>
              <a:rPr lang="pt-PT" dirty="0"/>
              <a:t> </a:t>
            </a:r>
            <a:r>
              <a:rPr lang="pt-PT" dirty="0" err="1"/>
              <a:t>an</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46" name="Google Shape;646;p105"/>
          <p:cNvSpPr txBox="1">
            <a:spLocks noGrp="1"/>
          </p:cNvSpPr>
          <p:nvPr>
            <p:ph type="body" idx="1"/>
          </p:nvPr>
        </p:nvSpPr>
        <p:spPr>
          <a:xfrm>
            <a:off x="4272375" y="1670450"/>
            <a:ext cx="4712400" cy="3105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insert or update on the database</a:t>
            </a:r>
            <a:endParaRPr sz="2400"/>
          </a:p>
          <a:p>
            <a:pPr marL="457200" lvl="0" indent="-381000" algn="l" rtl="0">
              <a:spcBef>
                <a:spcPts val="0"/>
              </a:spcBef>
              <a:spcAft>
                <a:spcPts val="0"/>
              </a:spcAft>
              <a:buSzPts val="2400"/>
              <a:buAutoNum type="arabicPeriod"/>
            </a:pPr>
            <a:r>
              <a:rPr lang="pt-PT" sz="2400"/>
              <a:t>insert or update on the Laptop table.</a:t>
            </a:r>
            <a:endParaRPr sz="2400"/>
          </a:p>
          <a:p>
            <a:pPr marL="457200" lvl="0" indent="-381000" algn="l" rtl="0">
              <a:spcBef>
                <a:spcPts val="0"/>
              </a:spcBef>
              <a:spcAft>
                <a:spcPts val="0"/>
              </a:spcAft>
              <a:buSzPts val="2400"/>
              <a:buAutoNum type="arabicPeriod"/>
            </a:pPr>
            <a:r>
              <a:rPr lang="pt-PT" sz="2400"/>
              <a:t>insert or update on the database affecting model.</a:t>
            </a:r>
            <a:endParaRPr sz="2400"/>
          </a:p>
          <a:p>
            <a:pPr marL="457200" lvl="0" indent="-381000" algn="l" rtl="0">
              <a:spcBef>
                <a:spcPts val="0"/>
              </a:spcBef>
              <a:spcAft>
                <a:spcPts val="0"/>
              </a:spcAft>
              <a:buSzPts val="2400"/>
              <a:buAutoNum type="arabicPeriod"/>
            </a:pPr>
            <a:r>
              <a:rPr lang="pt-PT" sz="2400"/>
              <a:t>insert, update or deletion on the Laptop table.</a:t>
            </a:r>
            <a:endParaRPr sz="2400"/>
          </a:p>
        </p:txBody>
      </p:sp>
      <p:pic>
        <p:nvPicPr>
          <p:cNvPr id="647" name="Google Shape;647;p105"/>
          <p:cNvPicPr preferRelativeResize="0"/>
          <p:nvPr/>
        </p:nvPicPr>
        <p:blipFill>
          <a:blip r:embed="rId3">
            <a:alphaModFix/>
          </a:blip>
          <a:stretch>
            <a:fillRect/>
          </a:stretch>
        </p:blipFill>
        <p:spPr>
          <a:xfrm>
            <a:off x="304800" y="1960225"/>
            <a:ext cx="3838025" cy="20136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06"/>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56. </a:t>
            </a:r>
            <a:r>
              <a:rPr lang="pt-PT" dirty="0" err="1"/>
              <a:t>If</a:t>
            </a:r>
            <a:r>
              <a:rPr lang="pt-PT" dirty="0"/>
              <a:t> </a:t>
            </a:r>
            <a:r>
              <a:rPr lang="pt-PT" dirty="0" err="1"/>
              <a:t>you</a:t>
            </a:r>
            <a:r>
              <a:rPr lang="pt-PT" dirty="0"/>
              <a:t> </a:t>
            </a:r>
            <a:r>
              <a:rPr lang="pt-PT" dirty="0" err="1"/>
              <a:t>want</a:t>
            </a:r>
            <a:r>
              <a:rPr lang="pt-PT" dirty="0"/>
              <a:t> to </a:t>
            </a:r>
            <a:r>
              <a:rPr lang="pt-PT" dirty="0" err="1"/>
              <a:t>impose</a:t>
            </a:r>
            <a:r>
              <a:rPr lang="pt-PT" dirty="0"/>
              <a:t> </a:t>
            </a:r>
            <a:r>
              <a:rPr lang="pt-PT" dirty="0" err="1"/>
              <a:t>that</a:t>
            </a:r>
            <a:r>
              <a:rPr lang="pt-PT" dirty="0"/>
              <a:t> </a:t>
            </a:r>
            <a:r>
              <a:rPr lang="pt-PT" dirty="0" err="1"/>
              <a:t>hd</a:t>
            </a:r>
            <a:r>
              <a:rPr lang="pt-PT" dirty="0"/>
              <a:t> </a:t>
            </a:r>
            <a:r>
              <a:rPr lang="pt-PT" dirty="0" err="1"/>
              <a:t>is</a:t>
            </a:r>
            <a:r>
              <a:rPr lang="pt-PT" dirty="0"/>
              <a:t> </a:t>
            </a:r>
            <a:r>
              <a:rPr lang="pt-PT" dirty="0" err="1"/>
              <a:t>always</a:t>
            </a:r>
            <a:r>
              <a:rPr lang="pt-PT" dirty="0"/>
              <a:t> </a:t>
            </a:r>
            <a:r>
              <a:rPr lang="pt-PT" dirty="0" err="1"/>
              <a:t>higher</a:t>
            </a:r>
            <a:r>
              <a:rPr lang="pt-PT" dirty="0"/>
              <a:t> </a:t>
            </a:r>
            <a:r>
              <a:rPr lang="pt-PT" dirty="0" err="1"/>
              <a:t>than</a:t>
            </a:r>
            <a:r>
              <a:rPr lang="pt-PT" dirty="0"/>
              <a:t> </a:t>
            </a:r>
            <a:r>
              <a:rPr lang="pt-PT" dirty="0" err="1"/>
              <a:t>ram</a:t>
            </a:r>
            <a:r>
              <a:rPr lang="pt-PT" dirty="0"/>
              <a:t> </a:t>
            </a:r>
            <a:r>
              <a:rPr lang="pt-PT" dirty="0" err="1"/>
              <a:t>what</a:t>
            </a:r>
            <a:r>
              <a:rPr lang="pt-PT" dirty="0"/>
              <a:t> </a:t>
            </a:r>
            <a:r>
              <a:rPr lang="pt-PT" dirty="0" err="1"/>
              <a:t>constraint</a:t>
            </a:r>
            <a:r>
              <a:rPr lang="pt-PT" dirty="0"/>
              <a:t> </a:t>
            </a:r>
            <a:r>
              <a:rPr lang="pt-PT" dirty="0" err="1"/>
              <a:t>would</a:t>
            </a:r>
            <a:r>
              <a:rPr lang="pt-PT" dirty="0"/>
              <a:t> </a:t>
            </a:r>
            <a:r>
              <a:rPr lang="pt-PT" dirty="0" err="1"/>
              <a:t>you</a:t>
            </a:r>
            <a:r>
              <a:rPr lang="pt-PT" dirty="0"/>
              <a:t> </a:t>
            </a:r>
            <a:r>
              <a:rPr lang="pt-PT" dirty="0" err="1"/>
              <a:t>create</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53" name="Google Shape;653;p106"/>
          <p:cNvSpPr txBox="1">
            <a:spLocks noGrp="1"/>
          </p:cNvSpPr>
          <p:nvPr>
            <p:ph type="body" idx="1"/>
          </p:nvPr>
        </p:nvSpPr>
        <p:spPr>
          <a:xfrm>
            <a:off x="4272375" y="1670450"/>
            <a:ext cx="4712400" cy="3105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unique constraint</a:t>
            </a:r>
            <a:endParaRPr sz="2400"/>
          </a:p>
          <a:p>
            <a:pPr marL="457200" lvl="0" indent="-381000" algn="l" rtl="0">
              <a:spcBef>
                <a:spcPts val="0"/>
              </a:spcBef>
              <a:spcAft>
                <a:spcPts val="0"/>
              </a:spcAft>
              <a:buSzPts val="2400"/>
              <a:buAutoNum type="arabicPeriod"/>
            </a:pPr>
            <a:r>
              <a:rPr lang="pt-PT" sz="2400"/>
              <a:t>key constraint</a:t>
            </a:r>
            <a:endParaRPr sz="2400"/>
          </a:p>
          <a:p>
            <a:pPr marL="457200" lvl="0" indent="-381000" algn="l" rtl="0">
              <a:spcBef>
                <a:spcPts val="0"/>
              </a:spcBef>
              <a:spcAft>
                <a:spcPts val="0"/>
              </a:spcAft>
              <a:buSzPts val="2400"/>
              <a:buAutoNum type="arabicPeriod"/>
            </a:pPr>
            <a:r>
              <a:rPr lang="pt-PT" sz="2400"/>
              <a:t>attribute-based constraint</a:t>
            </a:r>
            <a:endParaRPr sz="2400"/>
          </a:p>
          <a:p>
            <a:pPr marL="457200" lvl="0" indent="-381000" algn="l" rtl="0">
              <a:spcBef>
                <a:spcPts val="0"/>
              </a:spcBef>
              <a:spcAft>
                <a:spcPts val="0"/>
              </a:spcAft>
              <a:buSzPts val="2400"/>
              <a:buAutoNum type="arabicPeriod"/>
            </a:pPr>
            <a:r>
              <a:rPr lang="pt-PT" sz="2400"/>
              <a:t>tuple-based constraint</a:t>
            </a:r>
            <a:endParaRPr sz="2400"/>
          </a:p>
        </p:txBody>
      </p:sp>
      <p:pic>
        <p:nvPicPr>
          <p:cNvPr id="654" name="Google Shape;654;p106"/>
          <p:cNvPicPr preferRelativeResize="0"/>
          <p:nvPr/>
        </p:nvPicPr>
        <p:blipFill>
          <a:blip r:embed="rId3">
            <a:alphaModFix/>
          </a:blip>
          <a:stretch>
            <a:fillRect/>
          </a:stretch>
        </p:blipFill>
        <p:spPr>
          <a:xfrm>
            <a:off x="304800" y="1960225"/>
            <a:ext cx="3838025" cy="20136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107"/>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57. </a:t>
            </a:r>
            <a:r>
              <a:rPr lang="pt-PT" dirty="0" err="1"/>
              <a:t>How</a:t>
            </a:r>
            <a:r>
              <a:rPr lang="pt-PT" dirty="0"/>
              <a:t> </a:t>
            </a:r>
            <a:r>
              <a:rPr lang="pt-PT" dirty="0" err="1"/>
              <a:t>many</a:t>
            </a:r>
            <a:r>
              <a:rPr lang="pt-PT" dirty="0"/>
              <a:t> </a:t>
            </a:r>
            <a:r>
              <a:rPr lang="pt-PT" dirty="0" err="1"/>
              <a:t>foreign</a:t>
            </a:r>
            <a:r>
              <a:rPr lang="pt-PT" dirty="0"/>
              <a:t> </a:t>
            </a:r>
            <a:r>
              <a:rPr lang="pt-PT" dirty="0" err="1"/>
              <a:t>keys</a:t>
            </a:r>
            <a:r>
              <a:rPr lang="pt-PT" dirty="0"/>
              <a:t> </a:t>
            </a:r>
            <a:r>
              <a:rPr lang="pt-PT" dirty="0" err="1"/>
              <a:t>would</a:t>
            </a:r>
            <a:r>
              <a:rPr lang="pt-PT" dirty="0"/>
              <a:t> </a:t>
            </a:r>
            <a:r>
              <a:rPr lang="pt-PT" dirty="0" err="1"/>
              <a:t>you</a:t>
            </a:r>
            <a:r>
              <a:rPr lang="pt-PT" dirty="0"/>
              <a:t> </a:t>
            </a:r>
            <a:r>
              <a:rPr lang="pt-PT" dirty="0" err="1"/>
              <a:t>suggest</a:t>
            </a:r>
            <a:r>
              <a:rPr lang="pt-PT" dirty="0"/>
              <a:t> for </a:t>
            </a:r>
            <a:r>
              <a:rPr lang="pt-PT" dirty="0" err="1"/>
              <a:t>the</a:t>
            </a:r>
            <a:r>
              <a:rPr lang="pt-PT" dirty="0"/>
              <a:t> </a:t>
            </a:r>
            <a:r>
              <a:rPr lang="pt-PT" dirty="0" err="1"/>
              <a:t>presented</a:t>
            </a:r>
            <a:r>
              <a:rPr lang="pt-PT" dirty="0"/>
              <a:t> </a:t>
            </a:r>
            <a:r>
              <a:rPr lang="pt-PT" dirty="0" err="1"/>
              <a:t>database</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60" name="Google Shape;660;p107"/>
          <p:cNvSpPr txBox="1">
            <a:spLocks noGrp="1"/>
          </p:cNvSpPr>
          <p:nvPr>
            <p:ph type="body" idx="1"/>
          </p:nvPr>
        </p:nvSpPr>
        <p:spPr>
          <a:xfrm>
            <a:off x="610000" y="2741650"/>
            <a:ext cx="7824300" cy="2336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4, 1 in each table</a:t>
            </a:r>
            <a:endParaRPr sz="2400"/>
          </a:p>
          <a:p>
            <a:pPr marL="457200" lvl="0" indent="-381000" algn="l" rtl="0">
              <a:spcBef>
                <a:spcPts val="0"/>
              </a:spcBef>
              <a:spcAft>
                <a:spcPts val="0"/>
              </a:spcAft>
              <a:buSzPts val="2400"/>
              <a:buAutoNum type="arabicPeriod"/>
            </a:pPr>
            <a:r>
              <a:rPr lang="pt-PT" sz="2400"/>
              <a:t>3, 1 in PC + 1 in Laptop + 1 in Printer</a:t>
            </a:r>
            <a:endParaRPr sz="2400"/>
          </a:p>
          <a:p>
            <a:pPr marL="457200" lvl="0" indent="-381000" algn="l" rtl="0">
              <a:spcBef>
                <a:spcPts val="0"/>
              </a:spcBef>
              <a:spcAft>
                <a:spcPts val="0"/>
              </a:spcAft>
              <a:buSzPts val="2400"/>
              <a:buAutoNum type="arabicPeriod"/>
            </a:pPr>
            <a:r>
              <a:rPr lang="pt-PT" sz="2400"/>
              <a:t>6, 2 in PC + 2 in Laptop + 2 in Printer</a:t>
            </a:r>
            <a:endParaRPr sz="2400"/>
          </a:p>
          <a:p>
            <a:pPr marL="457200" lvl="0" indent="-381000" algn="l" rtl="0">
              <a:spcBef>
                <a:spcPts val="0"/>
              </a:spcBef>
              <a:spcAft>
                <a:spcPts val="0"/>
              </a:spcAft>
              <a:buSzPts val="2400"/>
              <a:buAutoNum type="arabicPeriod"/>
            </a:pPr>
            <a:r>
              <a:rPr lang="pt-PT" sz="2400"/>
              <a:t>No foreign keys are needed</a:t>
            </a:r>
            <a:endParaRPr sz="2400"/>
          </a:p>
        </p:txBody>
      </p:sp>
      <p:pic>
        <p:nvPicPr>
          <p:cNvPr id="661" name="Google Shape;661;p107"/>
          <p:cNvPicPr preferRelativeResize="0"/>
          <p:nvPr/>
        </p:nvPicPr>
        <p:blipFill>
          <a:blip r:embed="rId3">
            <a:alphaModFix/>
          </a:blip>
          <a:stretch>
            <a:fillRect/>
          </a:stretch>
        </p:blipFill>
        <p:spPr>
          <a:xfrm>
            <a:off x="1565450" y="1385550"/>
            <a:ext cx="5913424" cy="12483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108"/>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58. </a:t>
            </a:r>
            <a:r>
              <a:rPr lang="pt-PT" dirty="0" err="1"/>
              <a:t>Every</a:t>
            </a:r>
            <a:r>
              <a:rPr lang="pt-PT" dirty="0"/>
              <a:t> </a:t>
            </a:r>
            <a:r>
              <a:rPr lang="pt-PT" dirty="0" err="1"/>
              <a:t>model</a:t>
            </a:r>
            <a:r>
              <a:rPr lang="pt-PT" dirty="0"/>
              <a:t> </a:t>
            </a:r>
            <a:r>
              <a:rPr lang="pt-PT" dirty="0" err="1"/>
              <a:t>on</a:t>
            </a:r>
            <a:r>
              <a:rPr lang="pt-PT" dirty="0"/>
              <a:t> PC must </a:t>
            </a:r>
            <a:r>
              <a:rPr lang="pt-PT" dirty="0" err="1"/>
              <a:t>be</a:t>
            </a:r>
            <a:r>
              <a:rPr lang="pt-PT" dirty="0"/>
              <a:t> in </a:t>
            </a:r>
            <a:r>
              <a:rPr lang="pt-PT" dirty="0" err="1"/>
              <a:t>Product</a:t>
            </a:r>
            <a:r>
              <a:rPr lang="pt-PT" dirty="0"/>
              <a:t>. </a:t>
            </a:r>
            <a:r>
              <a:rPr lang="pt-PT" dirty="0" err="1"/>
              <a:t>All</a:t>
            </a:r>
            <a:r>
              <a:rPr lang="pt-PT" dirty="0"/>
              <a:t> </a:t>
            </a:r>
            <a:r>
              <a:rPr lang="pt-PT" dirty="0" err="1"/>
              <a:t>violations</a:t>
            </a:r>
            <a:r>
              <a:rPr lang="pt-PT" dirty="0"/>
              <a:t> set </a:t>
            </a:r>
            <a:r>
              <a:rPr lang="pt-PT" dirty="0" err="1"/>
              <a:t>referencing</a:t>
            </a:r>
            <a:r>
              <a:rPr lang="pt-PT" dirty="0"/>
              <a:t> </a:t>
            </a:r>
            <a:r>
              <a:rPr lang="pt-PT" dirty="0" err="1"/>
              <a:t>values</a:t>
            </a:r>
            <a:r>
              <a:rPr lang="pt-PT" dirty="0"/>
              <a:t> to NULL. </a:t>
            </a:r>
            <a:r>
              <a:rPr lang="pt-PT" dirty="0" err="1"/>
              <a:t>Foreign</a:t>
            </a:r>
            <a:r>
              <a:rPr lang="pt-PT" dirty="0"/>
              <a:t> </a:t>
            </a:r>
            <a:r>
              <a:rPr lang="pt-PT" dirty="0" err="1"/>
              <a:t>key</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67" name="Google Shape;667;p108"/>
          <p:cNvSpPr txBox="1">
            <a:spLocks noGrp="1"/>
          </p:cNvSpPr>
          <p:nvPr>
            <p:ph type="body" idx="1"/>
          </p:nvPr>
        </p:nvSpPr>
        <p:spPr>
          <a:xfrm>
            <a:off x="610000" y="2741650"/>
            <a:ext cx="7824300" cy="2336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a:t>in PC </a:t>
            </a:r>
            <a:r>
              <a:rPr lang="pt-PT" sz="2400" dirty="0" err="1"/>
              <a:t>with</a:t>
            </a:r>
            <a:r>
              <a:rPr lang="pt-PT" sz="2400" dirty="0"/>
              <a:t> ON DELETE </a:t>
            </a:r>
            <a:r>
              <a:rPr lang="pt-PT" sz="2400" dirty="0" err="1"/>
              <a:t>and</a:t>
            </a:r>
            <a:r>
              <a:rPr lang="pt-PT" sz="2400" dirty="0"/>
              <a:t> ON UPDATE SET NULL</a:t>
            </a:r>
            <a:endParaRPr sz="2400" dirty="0"/>
          </a:p>
          <a:p>
            <a:pPr marL="457200" lvl="0" indent="-381000" algn="l" rtl="0">
              <a:spcBef>
                <a:spcPts val="0"/>
              </a:spcBef>
              <a:spcAft>
                <a:spcPts val="0"/>
              </a:spcAft>
              <a:buSzPts val="2400"/>
              <a:buAutoNum type="arabicPeriod"/>
            </a:pPr>
            <a:r>
              <a:rPr lang="pt-PT" sz="2400" dirty="0"/>
              <a:t>in </a:t>
            </a:r>
            <a:r>
              <a:rPr lang="pt-PT" sz="2400" dirty="0" err="1"/>
              <a:t>Product</a:t>
            </a:r>
            <a:r>
              <a:rPr lang="pt-PT" sz="2400" dirty="0"/>
              <a:t> </a:t>
            </a:r>
            <a:r>
              <a:rPr lang="pt-PT" sz="2400" dirty="0" err="1"/>
              <a:t>with</a:t>
            </a:r>
            <a:r>
              <a:rPr lang="pt-PT" sz="2400" dirty="0"/>
              <a:t> ON DELETE </a:t>
            </a:r>
            <a:r>
              <a:rPr lang="pt-PT" sz="2400" dirty="0" err="1"/>
              <a:t>and</a:t>
            </a:r>
            <a:r>
              <a:rPr lang="pt-PT" sz="2400" dirty="0"/>
              <a:t> ON UPDATE SET NULL</a:t>
            </a:r>
            <a:endParaRPr sz="2400" dirty="0"/>
          </a:p>
          <a:p>
            <a:pPr marL="457200" lvl="0" indent="-381000" algn="l" rtl="0">
              <a:spcBef>
                <a:spcPts val="0"/>
              </a:spcBef>
              <a:spcAft>
                <a:spcPts val="0"/>
              </a:spcAft>
              <a:buSzPts val="2400"/>
              <a:buAutoNum type="arabicPeriod"/>
            </a:pPr>
            <a:r>
              <a:rPr lang="pt-PT" sz="2400" dirty="0"/>
              <a:t>in PC </a:t>
            </a:r>
            <a:r>
              <a:rPr lang="pt-PT" sz="2400" dirty="0" err="1"/>
              <a:t>with</a:t>
            </a:r>
            <a:r>
              <a:rPr lang="pt-PT" sz="2400" dirty="0"/>
              <a:t> no delete </a:t>
            </a:r>
            <a:r>
              <a:rPr lang="pt-PT" sz="2400" dirty="0" err="1"/>
              <a:t>and</a:t>
            </a:r>
            <a:r>
              <a:rPr lang="pt-PT" sz="2400" dirty="0"/>
              <a:t> </a:t>
            </a:r>
            <a:r>
              <a:rPr lang="pt-PT" sz="2400" dirty="0" err="1"/>
              <a:t>update</a:t>
            </a:r>
            <a:r>
              <a:rPr lang="pt-PT" sz="2400" dirty="0"/>
              <a:t> </a:t>
            </a:r>
            <a:r>
              <a:rPr lang="pt-PT" sz="2400" dirty="0" err="1"/>
              <a:t>actions</a:t>
            </a:r>
            <a:endParaRPr sz="2400" dirty="0"/>
          </a:p>
          <a:p>
            <a:pPr marL="457200" lvl="0" indent="-381000" algn="l" rtl="0">
              <a:spcBef>
                <a:spcPts val="0"/>
              </a:spcBef>
              <a:spcAft>
                <a:spcPts val="0"/>
              </a:spcAft>
              <a:buSzPts val="2400"/>
              <a:buAutoNum type="arabicPeriod"/>
            </a:pPr>
            <a:r>
              <a:rPr lang="pt-PT" sz="2400" dirty="0"/>
              <a:t>in </a:t>
            </a:r>
            <a:r>
              <a:rPr lang="pt-PT" sz="2400" dirty="0" err="1"/>
              <a:t>Product</a:t>
            </a:r>
            <a:r>
              <a:rPr lang="pt-PT" sz="2400" dirty="0"/>
              <a:t> </a:t>
            </a:r>
            <a:r>
              <a:rPr lang="pt-PT" sz="2400" dirty="0" err="1"/>
              <a:t>with</a:t>
            </a:r>
            <a:r>
              <a:rPr lang="pt-PT" sz="2400" dirty="0"/>
              <a:t> no delete </a:t>
            </a:r>
            <a:r>
              <a:rPr lang="pt-PT" sz="2400" dirty="0" err="1"/>
              <a:t>and</a:t>
            </a:r>
            <a:r>
              <a:rPr lang="pt-PT" sz="2400" dirty="0"/>
              <a:t> </a:t>
            </a:r>
            <a:r>
              <a:rPr lang="pt-PT" sz="2400" dirty="0" err="1"/>
              <a:t>update</a:t>
            </a:r>
            <a:r>
              <a:rPr lang="pt-PT" sz="2400" dirty="0"/>
              <a:t> </a:t>
            </a:r>
            <a:r>
              <a:rPr lang="pt-PT" sz="2400" dirty="0" err="1"/>
              <a:t>actions</a:t>
            </a:r>
            <a:endParaRPr sz="2400" dirty="0"/>
          </a:p>
        </p:txBody>
      </p:sp>
      <p:pic>
        <p:nvPicPr>
          <p:cNvPr id="668" name="Google Shape;668;p108"/>
          <p:cNvPicPr preferRelativeResize="0"/>
          <p:nvPr/>
        </p:nvPicPr>
        <p:blipFill>
          <a:blip r:embed="rId3">
            <a:alphaModFix/>
          </a:blip>
          <a:stretch>
            <a:fillRect/>
          </a:stretch>
        </p:blipFill>
        <p:spPr>
          <a:xfrm>
            <a:off x="1565450" y="1385550"/>
            <a:ext cx="5913424" cy="12483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109"/>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59. </a:t>
            </a:r>
            <a:r>
              <a:rPr lang="pt-PT" dirty="0" err="1"/>
              <a:t>What</a:t>
            </a:r>
            <a:r>
              <a:rPr lang="pt-PT" dirty="0"/>
              <a:t> </a:t>
            </a:r>
            <a:r>
              <a:rPr lang="pt-PT" dirty="0" err="1"/>
              <a:t>happens</a:t>
            </a:r>
            <a:r>
              <a:rPr lang="pt-PT" dirty="0"/>
              <a:t> </a:t>
            </a:r>
            <a:r>
              <a:rPr lang="pt-PT" dirty="0" err="1"/>
              <a:t>when</a:t>
            </a:r>
            <a:r>
              <a:rPr lang="pt-PT" dirty="0"/>
              <a:t> </a:t>
            </a:r>
            <a:r>
              <a:rPr lang="pt-PT" dirty="0" err="1"/>
              <a:t>PCs</a:t>
            </a:r>
            <a:r>
              <a:rPr lang="pt-PT" dirty="0"/>
              <a:t> </a:t>
            </a:r>
            <a:r>
              <a:rPr lang="pt-PT" dirty="0" err="1"/>
              <a:t>with</a:t>
            </a:r>
            <a:r>
              <a:rPr lang="pt-PT" dirty="0"/>
              <a:t> </a:t>
            </a:r>
            <a:r>
              <a:rPr lang="pt-PT" dirty="0" err="1"/>
              <a:t>model</a:t>
            </a:r>
            <a:r>
              <a:rPr lang="pt-PT" dirty="0"/>
              <a:t> ‘G62-340-US’ are </a:t>
            </a:r>
            <a:r>
              <a:rPr lang="pt-PT" dirty="0" err="1"/>
              <a:t>updated</a:t>
            </a:r>
            <a:r>
              <a:rPr lang="pt-PT" dirty="0"/>
              <a:t> to ‘G72-340-US’?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74" name="Google Shape;674;p109"/>
          <p:cNvSpPr txBox="1">
            <a:spLocks noGrp="1"/>
          </p:cNvSpPr>
          <p:nvPr>
            <p:ph type="body" idx="1"/>
          </p:nvPr>
        </p:nvSpPr>
        <p:spPr>
          <a:xfrm>
            <a:off x="338675" y="2829375"/>
            <a:ext cx="8922000" cy="2248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‘G62-340-US’ models in Product are updated to ‘G72-340-US’ </a:t>
            </a:r>
            <a:endParaRPr sz="2400"/>
          </a:p>
          <a:p>
            <a:pPr marL="457200" lvl="0" indent="-381000" algn="l" rtl="0">
              <a:spcBef>
                <a:spcPts val="0"/>
              </a:spcBef>
              <a:spcAft>
                <a:spcPts val="0"/>
              </a:spcAft>
              <a:buSzPts val="2400"/>
              <a:buAutoNum type="arabicPeriod"/>
            </a:pPr>
            <a:r>
              <a:rPr lang="pt-PT" sz="2400"/>
              <a:t>The operation is prohibited</a:t>
            </a:r>
            <a:endParaRPr sz="2400"/>
          </a:p>
          <a:p>
            <a:pPr marL="457200" lvl="0" indent="-381000" algn="l" rtl="0">
              <a:spcBef>
                <a:spcPts val="0"/>
              </a:spcBef>
              <a:spcAft>
                <a:spcPts val="0"/>
              </a:spcAft>
              <a:buSzPts val="2400"/>
              <a:buAutoNum type="arabicPeriod"/>
            </a:pPr>
            <a:r>
              <a:rPr lang="pt-PT" sz="2400"/>
              <a:t>Nothing, if ‘G72-340-US’ exists in the Product table</a:t>
            </a:r>
            <a:endParaRPr sz="2400"/>
          </a:p>
          <a:p>
            <a:pPr marL="457200" lvl="0" indent="-381000" algn="l" rtl="0">
              <a:spcBef>
                <a:spcPts val="0"/>
              </a:spcBef>
              <a:spcAft>
                <a:spcPts val="0"/>
              </a:spcAft>
              <a:buSzPts val="2400"/>
              <a:buAutoNum type="arabicPeriod"/>
            </a:pPr>
            <a:r>
              <a:rPr lang="pt-PT" sz="2400"/>
              <a:t>Nothing, if ‘G72-340-US’ doesn’t exist in the Product table</a:t>
            </a:r>
            <a:endParaRPr sz="2400"/>
          </a:p>
        </p:txBody>
      </p:sp>
      <p:pic>
        <p:nvPicPr>
          <p:cNvPr id="675" name="Google Shape;675;p109"/>
          <p:cNvPicPr preferRelativeResize="0"/>
          <p:nvPr/>
        </p:nvPicPr>
        <p:blipFill>
          <a:blip r:embed="rId3">
            <a:alphaModFix/>
          </a:blip>
          <a:stretch>
            <a:fillRect/>
          </a:stretch>
        </p:blipFill>
        <p:spPr>
          <a:xfrm>
            <a:off x="1845025" y="1355325"/>
            <a:ext cx="5453950" cy="14740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110"/>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60. </a:t>
            </a:r>
            <a:r>
              <a:rPr lang="pt-PT" dirty="0" err="1"/>
              <a:t>Constraint</a:t>
            </a:r>
            <a:r>
              <a:rPr lang="pt-PT" dirty="0"/>
              <a:t> </a:t>
            </a:r>
            <a:r>
              <a:rPr lang="pt-PT" dirty="0" err="1"/>
              <a:t>naming</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81" name="Google Shape;681;p110"/>
          <p:cNvSpPr txBox="1">
            <a:spLocks noGrp="1"/>
          </p:cNvSpPr>
          <p:nvPr>
            <p:ph type="body" idx="1"/>
          </p:nvPr>
        </p:nvSpPr>
        <p:spPr>
          <a:xfrm>
            <a:off x="610000" y="1604975"/>
            <a:ext cx="8242200" cy="34728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is always mandatory</a:t>
            </a:r>
            <a:endParaRPr sz="2400"/>
          </a:p>
          <a:p>
            <a:pPr marL="457200" lvl="0" indent="-381000" algn="l" rtl="0">
              <a:spcBef>
                <a:spcPts val="0"/>
              </a:spcBef>
              <a:spcAft>
                <a:spcPts val="0"/>
              </a:spcAft>
              <a:buSzPts val="2400"/>
              <a:buAutoNum type="arabicPeriod"/>
            </a:pPr>
            <a:r>
              <a:rPr lang="pt-PT" sz="2400"/>
              <a:t>is mandatory only on check constraints</a:t>
            </a:r>
            <a:endParaRPr sz="2400"/>
          </a:p>
          <a:p>
            <a:pPr marL="457200" lvl="0" indent="-381000" algn="l" rtl="0">
              <a:spcBef>
                <a:spcPts val="0"/>
              </a:spcBef>
              <a:spcAft>
                <a:spcPts val="0"/>
              </a:spcAft>
              <a:buSzPts val="2400"/>
              <a:buAutoNum type="arabicPeriod"/>
            </a:pPr>
            <a:r>
              <a:rPr lang="pt-PT" sz="2400"/>
              <a:t>is optional and useful when errors occur</a:t>
            </a:r>
            <a:endParaRPr sz="2400"/>
          </a:p>
          <a:p>
            <a:pPr marL="457200" lvl="0" indent="-381000" algn="l" rtl="0">
              <a:spcBef>
                <a:spcPts val="0"/>
              </a:spcBef>
              <a:spcAft>
                <a:spcPts val="0"/>
              </a:spcAft>
              <a:buSzPts val="2400"/>
              <a:buAutoNum type="arabicPeriod"/>
            </a:pPr>
            <a:r>
              <a:rPr lang="pt-PT" sz="2400"/>
              <a:t>is optional and useful to promote constraint reuse</a:t>
            </a:r>
            <a:endParaRPr sz="2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111"/>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93. List the names of the teachers of group 12</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87" name="Google Shape;687;p111"/>
          <p:cNvSpPr txBox="1">
            <a:spLocks noGrp="1"/>
          </p:cNvSpPr>
          <p:nvPr>
            <p:ph type="body" idx="1"/>
          </p:nvPr>
        </p:nvSpPr>
        <p:spPr>
          <a:xfrm>
            <a:off x="610000" y="2741650"/>
            <a:ext cx="7824300" cy="23361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𝛑 group=12 (σ name(Teacher))</a:t>
            </a:r>
            <a:endParaRPr sz="2400"/>
          </a:p>
          <a:p>
            <a:pPr marL="457200" lvl="0" indent="-381000" algn="l" rtl="0">
              <a:spcBef>
                <a:spcPts val="0"/>
              </a:spcBef>
              <a:spcAft>
                <a:spcPts val="0"/>
              </a:spcAft>
              <a:buSzPts val="2400"/>
              <a:buAutoNum type="arabicPeriod"/>
            </a:pPr>
            <a:r>
              <a:rPr lang="pt-PT" sz="2400"/>
              <a:t>𝛑 name (σ group=12(Teacher))</a:t>
            </a:r>
            <a:endParaRPr sz="2400"/>
          </a:p>
          <a:p>
            <a:pPr marL="457200" lvl="0" indent="-381000" algn="l" rtl="0">
              <a:spcBef>
                <a:spcPts val="0"/>
              </a:spcBef>
              <a:spcAft>
                <a:spcPts val="0"/>
              </a:spcAft>
              <a:buSzPts val="2400"/>
              <a:buAutoNum type="arabicPeriod"/>
            </a:pPr>
            <a:r>
              <a:rPr lang="pt-PT" sz="2400"/>
              <a:t>σ group=12 (𝛑 name(Teacher))</a:t>
            </a:r>
            <a:endParaRPr sz="2400"/>
          </a:p>
        </p:txBody>
      </p:sp>
      <p:pic>
        <p:nvPicPr>
          <p:cNvPr id="688" name="Google Shape;688;p111"/>
          <p:cNvPicPr preferRelativeResize="0"/>
          <p:nvPr/>
        </p:nvPicPr>
        <p:blipFill>
          <a:blip r:embed="rId3">
            <a:alphaModFix/>
          </a:blip>
          <a:stretch>
            <a:fillRect/>
          </a:stretch>
        </p:blipFill>
        <p:spPr>
          <a:xfrm>
            <a:off x="2409825" y="1170275"/>
            <a:ext cx="4324350" cy="7334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112"/>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94. List the names of the students enrolled in the course 456</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695" name="Google Shape;695;p112"/>
          <p:cNvPicPr preferRelativeResize="0"/>
          <p:nvPr/>
        </p:nvPicPr>
        <p:blipFill>
          <a:blip r:embed="rId3">
            <a:alphaModFix/>
          </a:blip>
          <a:stretch>
            <a:fillRect/>
          </a:stretch>
        </p:blipFill>
        <p:spPr>
          <a:xfrm>
            <a:off x="2409825" y="1170275"/>
            <a:ext cx="4324350" cy="733425"/>
          </a:xfrm>
          <a:prstGeom prst="rect">
            <a:avLst/>
          </a:prstGeom>
          <a:noFill/>
          <a:ln>
            <a:noFill/>
          </a:ln>
        </p:spPr>
      </p:pic>
      <p:pic>
        <p:nvPicPr>
          <p:cNvPr id="696" name="Google Shape;696;p112"/>
          <p:cNvPicPr preferRelativeResize="0"/>
          <p:nvPr/>
        </p:nvPicPr>
        <p:blipFill>
          <a:blip r:embed="rId4">
            <a:alphaModFix/>
          </a:blip>
          <a:stretch>
            <a:fillRect/>
          </a:stretch>
        </p:blipFill>
        <p:spPr>
          <a:xfrm>
            <a:off x="3958950" y="2142700"/>
            <a:ext cx="3223554" cy="2935000"/>
          </a:xfrm>
          <a:prstGeom prst="rect">
            <a:avLst/>
          </a:prstGeom>
          <a:noFill/>
          <a:ln>
            <a:noFill/>
          </a:ln>
        </p:spPr>
      </p:pic>
      <p:sp>
        <p:nvSpPr>
          <p:cNvPr id="8" name="Google Shape;813;p128">
            <a:extLst>
              <a:ext uri="{FF2B5EF4-FFF2-40B4-BE49-F238E27FC236}">
                <a16:creationId xmlns:a16="http://schemas.microsoft.com/office/drawing/2014/main" id="{D1C8C5FB-6288-4626-8E7A-82912EA4F071}"/>
              </a:ext>
            </a:extLst>
          </p:cNvPr>
          <p:cNvSpPr txBox="1">
            <a:spLocks noGrp="1"/>
          </p:cNvSpPr>
          <p:nvPr>
            <p:ph type="body" idx="1"/>
          </p:nvPr>
        </p:nvSpPr>
        <p:spPr>
          <a:xfrm>
            <a:off x="3450431" y="2071688"/>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113"/>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95. Student ⋉ Teacher returns: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03" name="Google Shape;703;p113"/>
          <p:cNvPicPr preferRelativeResize="0"/>
          <p:nvPr/>
        </p:nvPicPr>
        <p:blipFill>
          <a:blip r:embed="rId3">
            <a:alphaModFix/>
          </a:blip>
          <a:stretch>
            <a:fillRect/>
          </a:stretch>
        </p:blipFill>
        <p:spPr>
          <a:xfrm>
            <a:off x="2409825" y="1170275"/>
            <a:ext cx="4324350" cy="733425"/>
          </a:xfrm>
          <a:prstGeom prst="rect">
            <a:avLst/>
          </a:prstGeom>
          <a:noFill/>
          <a:ln>
            <a:noFill/>
          </a:ln>
        </p:spPr>
      </p:pic>
      <p:pic>
        <p:nvPicPr>
          <p:cNvPr id="704" name="Google Shape;704;p113"/>
          <p:cNvPicPr preferRelativeResize="0"/>
          <p:nvPr/>
        </p:nvPicPr>
        <p:blipFill>
          <a:blip r:embed="rId4">
            <a:alphaModFix/>
          </a:blip>
          <a:stretch>
            <a:fillRect/>
          </a:stretch>
        </p:blipFill>
        <p:spPr>
          <a:xfrm>
            <a:off x="3110963" y="2142700"/>
            <a:ext cx="3226879" cy="2935000"/>
          </a:xfrm>
          <a:prstGeom prst="rect">
            <a:avLst/>
          </a:prstGeom>
          <a:noFill/>
          <a:ln>
            <a:noFill/>
          </a:ln>
        </p:spPr>
      </p:pic>
      <p:sp>
        <p:nvSpPr>
          <p:cNvPr id="8" name="Google Shape;813;p128">
            <a:extLst>
              <a:ext uri="{FF2B5EF4-FFF2-40B4-BE49-F238E27FC236}">
                <a16:creationId xmlns:a16="http://schemas.microsoft.com/office/drawing/2014/main" id="{F1A7601D-0805-4447-BA36-D597E104EC54}"/>
              </a:ext>
            </a:extLst>
          </p:cNvPr>
          <p:cNvSpPr txBox="1">
            <a:spLocks noGrp="1"/>
          </p:cNvSpPr>
          <p:nvPr>
            <p:ph type="body" idx="1"/>
          </p:nvPr>
        </p:nvSpPr>
        <p:spPr>
          <a:xfrm>
            <a:off x="2661591" y="2100041"/>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14"/>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96. Which of the following is true?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11" name="Google Shape;711;p114"/>
          <p:cNvPicPr preferRelativeResize="0"/>
          <p:nvPr/>
        </p:nvPicPr>
        <p:blipFill>
          <a:blip r:embed="rId3">
            <a:alphaModFix/>
          </a:blip>
          <a:stretch>
            <a:fillRect/>
          </a:stretch>
        </p:blipFill>
        <p:spPr>
          <a:xfrm>
            <a:off x="3466497" y="1526394"/>
            <a:ext cx="2211006" cy="2848350"/>
          </a:xfrm>
          <a:prstGeom prst="rect">
            <a:avLst/>
          </a:prstGeom>
          <a:noFill/>
          <a:ln>
            <a:noFill/>
          </a:ln>
        </p:spPr>
      </p:pic>
      <p:sp>
        <p:nvSpPr>
          <p:cNvPr id="7" name="Google Shape;813;p128">
            <a:extLst>
              <a:ext uri="{FF2B5EF4-FFF2-40B4-BE49-F238E27FC236}">
                <a16:creationId xmlns:a16="http://schemas.microsoft.com/office/drawing/2014/main" id="{236513D6-BF42-4D85-88CE-E2D302305DDB}"/>
              </a:ext>
            </a:extLst>
          </p:cNvPr>
          <p:cNvSpPr txBox="1">
            <a:spLocks noGrp="1"/>
          </p:cNvSpPr>
          <p:nvPr>
            <p:ph type="body" idx="1"/>
          </p:nvPr>
        </p:nvSpPr>
        <p:spPr>
          <a:xfrm>
            <a:off x="2986088" y="1526394"/>
            <a:ext cx="1071562" cy="279557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000" dirty="0"/>
              <a:t>1.</a:t>
            </a:r>
          </a:p>
          <a:p>
            <a:pPr marL="0" lvl="0" indent="0" algn="l" rtl="0">
              <a:spcBef>
                <a:spcPts val="0"/>
              </a:spcBef>
              <a:spcAft>
                <a:spcPts val="0"/>
              </a:spcAft>
              <a:buSzPts val="4000"/>
              <a:buNone/>
            </a:pPr>
            <a:endParaRPr lang="pt-PT" sz="2000" dirty="0"/>
          </a:p>
          <a:p>
            <a:pPr marL="0" lvl="0" indent="0" algn="l" rtl="0">
              <a:spcBef>
                <a:spcPts val="0"/>
              </a:spcBef>
              <a:spcAft>
                <a:spcPts val="0"/>
              </a:spcAft>
              <a:buSzPts val="4000"/>
              <a:buNone/>
            </a:pPr>
            <a:r>
              <a:rPr lang="pt-PT" sz="2000" dirty="0"/>
              <a:t>2.</a:t>
            </a:r>
          </a:p>
          <a:p>
            <a:pPr marL="0" lvl="0" indent="0" algn="l" rtl="0">
              <a:spcBef>
                <a:spcPts val="0"/>
              </a:spcBef>
              <a:spcAft>
                <a:spcPts val="0"/>
              </a:spcAft>
              <a:buSzPts val="4000"/>
              <a:buNone/>
            </a:pPr>
            <a:endParaRPr lang="pt-PT" sz="2000" dirty="0"/>
          </a:p>
          <a:p>
            <a:pPr marL="0" lvl="0" indent="0" algn="l" rtl="0">
              <a:spcBef>
                <a:spcPts val="0"/>
              </a:spcBef>
              <a:spcAft>
                <a:spcPts val="0"/>
              </a:spcAft>
              <a:buSzPts val="4000"/>
              <a:buNone/>
            </a:pPr>
            <a:r>
              <a:rPr lang="pt-PT" sz="2000" dirty="0"/>
              <a:t>3.</a:t>
            </a:r>
          </a:p>
          <a:p>
            <a:pPr marL="0" lvl="0" indent="0" algn="l" rtl="0">
              <a:spcBef>
                <a:spcPts val="0"/>
              </a:spcBef>
              <a:spcAft>
                <a:spcPts val="0"/>
              </a:spcAft>
              <a:buSzPts val="4000"/>
              <a:buNone/>
            </a:pPr>
            <a:endParaRPr lang="pt-PT" sz="2000" dirty="0"/>
          </a:p>
          <a:p>
            <a:pPr marL="0" lvl="0" indent="0" algn="l" rtl="0">
              <a:spcBef>
                <a:spcPts val="0"/>
              </a:spcBef>
              <a:spcAft>
                <a:spcPts val="0"/>
              </a:spcAft>
              <a:buSzPts val="4000"/>
              <a:buNone/>
            </a:pPr>
            <a:r>
              <a:rPr lang="pt-PT" sz="20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115"/>
          <p:cNvSpPr txBox="1">
            <a:spLocks noGrp="1"/>
          </p:cNvSpPr>
          <p:nvPr>
            <p:ph type="title"/>
          </p:nvPr>
        </p:nvSpPr>
        <p:spPr>
          <a:xfrm>
            <a:off x="464100" y="356675"/>
            <a:ext cx="8586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97.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18" name="Google Shape;718;p115"/>
          <p:cNvPicPr preferRelativeResize="0"/>
          <p:nvPr/>
        </p:nvPicPr>
        <p:blipFill>
          <a:blip r:embed="rId3">
            <a:alphaModFix/>
          </a:blip>
          <a:stretch>
            <a:fillRect/>
          </a:stretch>
        </p:blipFill>
        <p:spPr>
          <a:xfrm>
            <a:off x="3143256" y="435538"/>
            <a:ext cx="2857500" cy="752475"/>
          </a:xfrm>
          <a:prstGeom prst="rect">
            <a:avLst/>
          </a:prstGeom>
          <a:noFill/>
          <a:ln>
            <a:noFill/>
          </a:ln>
        </p:spPr>
      </p:pic>
      <p:pic>
        <p:nvPicPr>
          <p:cNvPr id="719" name="Google Shape;719;p115"/>
          <p:cNvPicPr preferRelativeResize="0"/>
          <p:nvPr/>
        </p:nvPicPr>
        <p:blipFill>
          <a:blip r:embed="rId4">
            <a:alphaModFix/>
          </a:blip>
          <a:stretch>
            <a:fillRect/>
          </a:stretch>
        </p:blipFill>
        <p:spPr>
          <a:xfrm>
            <a:off x="3466503" y="1561699"/>
            <a:ext cx="3141466" cy="3020317"/>
          </a:xfrm>
          <a:prstGeom prst="rect">
            <a:avLst/>
          </a:prstGeom>
          <a:noFill/>
          <a:ln>
            <a:noFill/>
          </a:ln>
        </p:spPr>
      </p:pic>
      <p:sp>
        <p:nvSpPr>
          <p:cNvPr id="8" name="Google Shape;813;p128">
            <a:extLst>
              <a:ext uri="{FF2B5EF4-FFF2-40B4-BE49-F238E27FC236}">
                <a16:creationId xmlns:a16="http://schemas.microsoft.com/office/drawing/2014/main" id="{2E76024D-892A-4D0D-98B4-0F8445552BEF}"/>
              </a:ext>
            </a:extLst>
          </p:cNvPr>
          <p:cNvSpPr txBox="1">
            <a:spLocks/>
          </p:cNvSpPr>
          <p:nvPr/>
        </p:nvSpPr>
        <p:spPr>
          <a:xfrm>
            <a:off x="2914650" y="1548557"/>
            <a:ext cx="898744" cy="30203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1pPr>
            <a:lvl2pPr marL="914400" marR="0" lvl="1"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2pPr>
            <a:lvl3pPr marL="1371600" marR="0" lvl="2"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3pPr>
            <a:lvl4pPr marL="1828800" marR="0" lvl="3"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4pPr>
            <a:lvl5pPr marL="2286000" marR="0" lvl="4"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5pPr>
            <a:lvl6pPr marL="2743200" marR="0" lvl="5"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6pPr>
            <a:lvl7pPr marL="3200400" marR="0" lvl="6"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7pPr>
            <a:lvl8pPr marL="3657600" marR="0" lvl="7"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8pPr>
            <a:lvl9pPr marL="4114800" marR="0" lvl="8" indent="-317500" algn="l" rtl="0">
              <a:lnSpc>
                <a:spcPct val="115000"/>
              </a:lnSpc>
              <a:spcBef>
                <a:spcPts val="1600"/>
              </a:spcBef>
              <a:spcAft>
                <a:spcPts val="1600"/>
              </a:spcAft>
              <a:buClr>
                <a:schemeClr val="lt2"/>
              </a:buClr>
              <a:buSzPts val="1400"/>
              <a:buFont typeface="Arial"/>
              <a:buChar char="■"/>
              <a:defRPr sz="1400" b="0" i="0" u="none" strike="noStrike" cap="none">
                <a:solidFill>
                  <a:schemeClr val="lt2"/>
                </a:solidFill>
                <a:latin typeface="Arial"/>
                <a:ea typeface="Arial"/>
                <a:cs typeface="Arial"/>
                <a:sym typeface="Arial"/>
              </a:defRPr>
            </a:lvl9pPr>
          </a:lstStyle>
          <a:p>
            <a:pPr marL="0" indent="0">
              <a:buSzPts val="4000"/>
              <a:buFont typeface="Arial"/>
              <a:buNone/>
            </a:pPr>
            <a:r>
              <a:rPr lang="pt-PT" sz="2400"/>
              <a:t>1.</a:t>
            </a:r>
          </a:p>
          <a:p>
            <a:pPr marL="0" indent="0">
              <a:buSzPts val="4000"/>
              <a:buFont typeface="Arial"/>
              <a:buNone/>
            </a:pPr>
            <a:endParaRPr lang="pt-PT" sz="2400"/>
          </a:p>
          <a:p>
            <a:pPr marL="0" indent="0">
              <a:buSzPts val="4000"/>
              <a:buFont typeface="Arial"/>
              <a:buNone/>
            </a:pPr>
            <a:r>
              <a:rPr lang="pt-PT" sz="2400"/>
              <a:t>2.</a:t>
            </a:r>
          </a:p>
          <a:p>
            <a:pPr marL="0" indent="0">
              <a:buSzPts val="4000"/>
              <a:buFont typeface="Arial"/>
              <a:buNone/>
            </a:pPr>
            <a:endParaRPr lang="pt-PT" sz="2400"/>
          </a:p>
          <a:p>
            <a:pPr marL="0" indent="0">
              <a:buSzPts val="4000"/>
              <a:buFont typeface="Arial"/>
              <a:buNone/>
            </a:pPr>
            <a:r>
              <a:rPr lang="pt-PT" sz="2400"/>
              <a:t>3.</a:t>
            </a:r>
          </a:p>
          <a:p>
            <a:pPr marL="0" indent="0">
              <a:buSzPts val="4000"/>
              <a:buFont typeface="Arial"/>
              <a:buNone/>
            </a:pPr>
            <a:endParaRPr lang="pt-PT" sz="2400"/>
          </a:p>
          <a:p>
            <a:pPr marL="0" indent="0">
              <a:buSzPts val="4000"/>
              <a:buFont typeface="Arial"/>
              <a:buNone/>
            </a:pPr>
            <a:r>
              <a:rPr lang="pt-PT" sz="2400"/>
              <a:t>4. </a:t>
            </a:r>
          </a:p>
          <a:p>
            <a:pPr marL="0" indent="0">
              <a:buSzPts val="4000"/>
              <a:buFont typeface="Arial"/>
              <a:buNone/>
            </a:pPr>
            <a:r>
              <a:rPr lang="pt-PT" sz="2400"/>
              <a:t> </a:t>
            </a:r>
            <a:endParaRPr lang="pt-PT"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116"/>
          <p:cNvSpPr txBox="1">
            <a:spLocks noGrp="1"/>
          </p:cNvSpPr>
          <p:nvPr>
            <p:ph type="title"/>
          </p:nvPr>
        </p:nvSpPr>
        <p:spPr>
          <a:xfrm>
            <a:off x="464100" y="356675"/>
            <a:ext cx="70995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98. Which of the following is true?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26" name="Google Shape;726;p116"/>
          <p:cNvPicPr preferRelativeResize="0"/>
          <p:nvPr/>
        </p:nvPicPr>
        <p:blipFill>
          <a:blip r:embed="rId3">
            <a:alphaModFix/>
          </a:blip>
          <a:stretch>
            <a:fillRect/>
          </a:stretch>
        </p:blipFill>
        <p:spPr>
          <a:xfrm>
            <a:off x="3466500" y="1561698"/>
            <a:ext cx="2593444" cy="2934900"/>
          </a:xfrm>
          <a:prstGeom prst="rect">
            <a:avLst/>
          </a:prstGeom>
          <a:noFill/>
          <a:ln>
            <a:noFill/>
          </a:ln>
        </p:spPr>
      </p:pic>
      <p:sp>
        <p:nvSpPr>
          <p:cNvPr id="7" name="Google Shape;813;p128">
            <a:extLst>
              <a:ext uri="{FF2B5EF4-FFF2-40B4-BE49-F238E27FC236}">
                <a16:creationId xmlns:a16="http://schemas.microsoft.com/office/drawing/2014/main" id="{0EA9A37F-C88F-4406-8788-B675D8E3CA02}"/>
              </a:ext>
            </a:extLst>
          </p:cNvPr>
          <p:cNvSpPr txBox="1">
            <a:spLocks noGrp="1"/>
          </p:cNvSpPr>
          <p:nvPr>
            <p:ph type="body" idx="1"/>
          </p:nvPr>
        </p:nvSpPr>
        <p:spPr>
          <a:xfrm>
            <a:off x="2921793" y="1476280"/>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117"/>
          <p:cNvSpPr txBox="1">
            <a:spLocks noGrp="1"/>
          </p:cNvSpPr>
          <p:nvPr>
            <p:ph type="title"/>
          </p:nvPr>
        </p:nvSpPr>
        <p:spPr>
          <a:xfrm>
            <a:off x="464100" y="356675"/>
            <a:ext cx="70995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99. What does this expression returns?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32" name="Google Shape;732;p117"/>
          <p:cNvPicPr preferRelativeResize="0"/>
          <p:nvPr/>
        </p:nvPicPr>
        <p:blipFill>
          <a:blip r:embed="rId3">
            <a:alphaModFix/>
          </a:blip>
          <a:stretch>
            <a:fillRect/>
          </a:stretch>
        </p:blipFill>
        <p:spPr>
          <a:xfrm>
            <a:off x="1995113" y="1266874"/>
            <a:ext cx="5153775" cy="309907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18"/>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100. Which of the following is a fundamental operation in relational algebra?</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738" name="Google Shape;738;p118"/>
          <p:cNvSpPr txBox="1">
            <a:spLocks noGrp="1"/>
          </p:cNvSpPr>
          <p:nvPr>
            <p:ph type="body" idx="1"/>
          </p:nvPr>
        </p:nvSpPr>
        <p:spPr>
          <a:xfrm>
            <a:off x="610000" y="1604975"/>
            <a:ext cx="8242200" cy="34728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set intersection</a:t>
            </a:r>
            <a:endParaRPr sz="2400"/>
          </a:p>
          <a:p>
            <a:pPr marL="457200" lvl="0" indent="-381000" algn="l" rtl="0">
              <a:spcBef>
                <a:spcPts val="0"/>
              </a:spcBef>
              <a:spcAft>
                <a:spcPts val="0"/>
              </a:spcAft>
              <a:buSzPts val="2400"/>
              <a:buAutoNum type="arabicPeriod"/>
            </a:pPr>
            <a:r>
              <a:rPr lang="pt-PT" sz="2400"/>
              <a:t>natural join</a:t>
            </a:r>
            <a:endParaRPr sz="2400"/>
          </a:p>
          <a:p>
            <a:pPr marL="457200" lvl="0" indent="-381000" algn="l" rtl="0">
              <a:spcBef>
                <a:spcPts val="0"/>
              </a:spcBef>
              <a:spcAft>
                <a:spcPts val="0"/>
              </a:spcAft>
              <a:buSzPts val="2400"/>
              <a:buAutoNum type="arabicPeriod"/>
            </a:pPr>
            <a:r>
              <a:rPr lang="pt-PT" sz="2400"/>
              <a:t>assignment</a:t>
            </a:r>
            <a:endParaRPr sz="2400"/>
          </a:p>
          <a:p>
            <a:pPr marL="457200" lvl="0" indent="-381000" algn="l" rtl="0">
              <a:spcBef>
                <a:spcPts val="0"/>
              </a:spcBef>
              <a:spcAft>
                <a:spcPts val="0"/>
              </a:spcAft>
              <a:buSzPts val="2400"/>
              <a:buAutoNum type="arabicPeriod"/>
            </a:pPr>
            <a:r>
              <a:rPr lang="pt-PT" sz="2400"/>
              <a:t>none of the mentioned</a:t>
            </a:r>
            <a:endParaRPr sz="24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19"/>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101. SELECT sName FROM Student, Apply WHERE GPA&gt;3.8;</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744" name="Google Shape;744;p119"/>
          <p:cNvSpPr txBox="1">
            <a:spLocks noGrp="1"/>
          </p:cNvSpPr>
          <p:nvPr>
            <p:ph type="body" idx="1"/>
          </p:nvPr>
        </p:nvSpPr>
        <p:spPr>
          <a:xfrm>
            <a:off x="5220775" y="1604975"/>
            <a:ext cx="3763800" cy="2934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1 tuple will be returned</a:t>
            </a:r>
            <a:endParaRPr sz="2400"/>
          </a:p>
          <a:p>
            <a:pPr marL="457200" lvl="0" indent="-381000" algn="l" rtl="0">
              <a:spcBef>
                <a:spcPts val="0"/>
              </a:spcBef>
              <a:spcAft>
                <a:spcPts val="0"/>
              </a:spcAft>
              <a:buSzPts val="2400"/>
              <a:buAutoNum type="arabicPeriod"/>
            </a:pPr>
            <a:r>
              <a:rPr lang="pt-PT" sz="2400"/>
              <a:t>3 tuple will be returned</a:t>
            </a:r>
            <a:endParaRPr sz="2400"/>
          </a:p>
          <a:p>
            <a:pPr marL="457200" lvl="0" indent="-381000" algn="l" rtl="0">
              <a:spcBef>
                <a:spcPts val="0"/>
              </a:spcBef>
              <a:spcAft>
                <a:spcPts val="0"/>
              </a:spcAft>
              <a:buSzPts val="2400"/>
              <a:buAutoNum type="arabicPeriod"/>
            </a:pPr>
            <a:r>
              <a:rPr lang="pt-PT" sz="2400"/>
              <a:t>9 tuple will be returned</a:t>
            </a:r>
            <a:endParaRPr sz="2400"/>
          </a:p>
          <a:p>
            <a:pPr marL="457200" lvl="0" indent="-381000" algn="l" rtl="0">
              <a:spcBef>
                <a:spcPts val="0"/>
              </a:spcBef>
              <a:spcAft>
                <a:spcPts val="0"/>
              </a:spcAft>
              <a:buSzPts val="2400"/>
              <a:buAutoNum type="arabicPeriod"/>
            </a:pPr>
            <a:r>
              <a:rPr lang="pt-PT" sz="2400"/>
              <a:t>An error will be generated</a:t>
            </a:r>
            <a:endParaRPr sz="2400"/>
          </a:p>
        </p:txBody>
      </p:sp>
      <p:pic>
        <p:nvPicPr>
          <p:cNvPr id="745" name="Google Shape;745;p119"/>
          <p:cNvPicPr preferRelativeResize="0"/>
          <p:nvPr/>
        </p:nvPicPr>
        <p:blipFill>
          <a:blip r:embed="rId3">
            <a:alphaModFix/>
          </a:blip>
          <a:stretch>
            <a:fillRect/>
          </a:stretch>
        </p:blipFill>
        <p:spPr>
          <a:xfrm>
            <a:off x="464088" y="1604975"/>
            <a:ext cx="4562475" cy="24193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20"/>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102. SELECT DISTINCT </a:t>
            </a:r>
            <a:r>
              <a:rPr lang="pt-PT" dirty="0" err="1"/>
              <a:t>sName</a:t>
            </a:r>
            <a:r>
              <a:rPr lang="pt-PT" dirty="0"/>
              <a:t>, GPA FROM </a:t>
            </a:r>
            <a:r>
              <a:rPr lang="pt-PT" dirty="0" err="1"/>
              <a:t>Student</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pic>
        <p:nvPicPr>
          <p:cNvPr id="752" name="Google Shape;752;p120"/>
          <p:cNvPicPr preferRelativeResize="0"/>
          <p:nvPr/>
        </p:nvPicPr>
        <p:blipFill>
          <a:blip r:embed="rId3">
            <a:alphaModFix/>
          </a:blip>
          <a:stretch>
            <a:fillRect/>
          </a:stretch>
        </p:blipFill>
        <p:spPr>
          <a:xfrm>
            <a:off x="464088" y="1561700"/>
            <a:ext cx="4562475" cy="2419350"/>
          </a:xfrm>
          <a:prstGeom prst="rect">
            <a:avLst/>
          </a:prstGeom>
          <a:noFill/>
          <a:ln>
            <a:noFill/>
          </a:ln>
        </p:spPr>
      </p:pic>
      <p:pic>
        <p:nvPicPr>
          <p:cNvPr id="753" name="Google Shape;753;p120"/>
          <p:cNvPicPr preferRelativeResize="0"/>
          <p:nvPr/>
        </p:nvPicPr>
        <p:blipFill>
          <a:blip r:embed="rId4">
            <a:alphaModFix/>
          </a:blip>
          <a:stretch>
            <a:fillRect/>
          </a:stretch>
        </p:blipFill>
        <p:spPr>
          <a:xfrm>
            <a:off x="6115050" y="1704477"/>
            <a:ext cx="2938900" cy="3031828"/>
          </a:xfrm>
          <a:prstGeom prst="rect">
            <a:avLst/>
          </a:prstGeom>
          <a:noFill/>
          <a:ln>
            <a:noFill/>
          </a:ln>
        </p:spPr>
      </p:pic>
      <p:sp>
        <p:nvSpPr>
          <p:cNvPr id="8" name="Google Shape;813;p128">
            <a:extLst>
              <a:ext uri="{FF2B5EF4-FFF2-40B4-BE49-F238E27FC236}">
                <a16:creationId xmlns:a16="http://schemas.microsoft.com/office/drawing/2014/main" id="{4B9970C8-1231-49BA-8AFC-E4E18BD1A40A}"/>
              </a:ext>
            </a:extLst>
          </p:cNvPr>
          <p:cNvSpPr txBox="1">
            <a:spLocks noGrp="1"/>
          </p:cNvSpPr>
          <p:nvPr>
            <p:ph type="body" idx="1"/>
          </p:nvPr>
        </p:nvSpPr>
        <p:spPr>
          <a:xfrm>
            <a:off x="5614987" y="1704476"/>
            <a:ext cx="757238" cy="303182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121"/>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103. SELECT cName, enr FROM College WHERE cName like ‘%F_UP%’;</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60" name="Google Shape;760;p121"/>
          <p:cNvPicPr preferRelativeResize="0"/>
          <p:nvPr/>
        </p:nvPicPr>
        <p:blipFill>
          <a:blip r:embed="rId3">
            <a:alphaModFix/>
          </a:blip>
          <a:stretch>
            <a:fillRect/>
          </a:stretch>
        </p:blipFill>
        <p:spPr>
          <a:xfrm>
            <a:off x="464088" y="1561700"/>
            <a:ext cx="4562475" cy="2419350"/>
          </a:xfrm>
          <a:prstGeom prst="rect">
            <a:avLst/>
          </a:prstGeom>
          <a:noFill/>
          <a:ln>
            <a:noFill/>
          </a:ln>
        </p:spPr>
      </p:pic>
      <p:pic>
        <p:nvPicPr>
          <p:cNvPr id="761" name="Google Shape;761;p121"/>
          <p:cNvPicPr preferRelativeResize="0"/>
          <p:nvPr/>
        </p:nvPicPr>
        <p:blipFill>
          <a:blip r:embed="rId4">
            <a:alphaModFix/>
          </a:blip>
          <a:stretch>
            <a:fillRect/>
          </a:stretch>
        </p:blipFill>
        <p:spPr>
          <a:xfrm>
            <a:off x="5957888" y="1711299"/>
            <a:ext cx="3055687" cy="2874989"/>
          </a:xfrm>
          <a:prstGeom prst="rect">
            <a:avLst/>
          </a:prstGeom>
          <a:noFill/>
          <a:ln>
            <a:noFill/>
          </a:ln>
        </p:spPr>
      </p:pic>
      <p:sp>
        <p:nvSpPr>
          <p:cNvPr id="8" name="Google Shape;813;p128">
            <a:extLst>
              <a:ext uri="{FF2B5EF4-FFF2-40B4-BE49-F238E27FC236}">
                <a16:creationId xmlns:a16="http://schemas.microsoft.com/office/drawing/2014/main" id="{632CC502-759F-49E5-9ABF-745E64FB366A}"/>
              </a:ext>
            </a:extLst>
          </p:cNvPr>
          <p:cNvSpPr txBox="1">
            <a:spLocks noGrp="1"/>
          </p:cNvSpPr>
          <p:nvPr>
            <p:ph type="body" idx="1"/>
          </p:nvPr>
        </p:nvSpPr>
        <p:spPr>
          <a:xfrm>
            <a:off x="5457825" y="1621632"/>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122"/>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104. SELECT sName FROM student S1, student S2 WHERE S1.GPA = S2.GPA;</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68" name="Google Shape;768;p122"/>
          <p:cNvPicPr preferRelativeResize="0"/>
          <p:nvPr/>
        </p:nvPicPr>
        <p:blipFill>
          <a:blip r:embed="rId3">
            <a:alphaModFix/>
          </a:blip>
          <a:stretch>
            <a:fillRect/>
          </a:stretch>
        </p:blipFill>
        <p:spPr>
          <a:xfrm>
            <a:off x="550475" y="1604562"/>
            <a:ext cx="4562475" cy="2419350"/>
          </a:xfrm>
          <a:prstGeom prst="rect">
            <a:avLst/>
          </a:prstGeom>
          <a:noFill/>
          <a:ln>
            <a:noFill/>
          </a:ln>
        </p:spPr>
      </p:pic>
      <p:pic>
        <p:nvPicPr>
          <p:cNvPr id="769" name="Google Shape;769;p122"/>
          <p:cNvPicPr preferRelativeResize="0"/>
          <p:nvPr/>
        </p:nvPicPr>
        <p:blipFill>
          <a:blip r:embed="rId4">
            <a:alphaModFix/>
          </a:blip>
          <a:stretch>
            <a:fillRect/>
          </a:stretch>
        </p:blipFill>
        <p:spPr>
          <a:xfrm>
            <a:off x="5950744" y="1716396"/>
            <a:ext cx="2994656" cy="2855604"/>
          </a:xfrm>
          <a:prstGeom prst="rect">
            <a:avLst/>
          </a:prstGeom>
          <a:noFill/>
          <a:ln>
            <a:noFill/>
          </a:ln>
        </p:spPr>
      </p:pic>
      <p:sp>
        <p:nvSpPr>
          <p:cNvPr id="8" name="Google Shape;813;p128">
            <a:extLst>
              <a:ext uri="{FF2B5EF4-FFF2-40B4-BE49-F238E27FC236}">
                <a16:creationId xmlns:a16="http://schemas.microsoft.com/office/drawing/2014/main" id="{F5AFF578-A17D-4FCA-85A9-1D483C5E26E7}"/>
              </a:ext>
            </a:extLst>
          </p:cNvPr>
          <p:cNvSpPr txBox="1">
            <a:spLocks noGrp="1"/>
          </p:cNvSpPr>
          <p:nvPr>
            <p:ph type="body" idx="1"/>
          </p:nvPr>
        </p:nvSpPr>
        <p:spPr>
          <a:xfrm>
            <a:off x="5400675" y="1604562"/>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123"/>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105. SELECT cName FROM College; &lt;operator&gt; SELECT cName FROM Apply;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775" name="Google Shape;775;p123"/>
          <p:cNvSpPr txBox="1">
            <a:spLocks noGrp="1"/>
          </p:cNvSpPr>
          <p:nvPr>
            <p:ph type="body" idx="1"/>
          </p:nvPr>
        </p:nvSpPr>
        <p:spPr>
          <a:xfrm>
            <a:off x="5220775" y="1604975"/>
            <a:ext cx="3763800" cy="2934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3 tuples will be returned with UNION and 6 with UNION ALL</a:t>
            </a:r>
            <a:endParaRPr sz="2400"/>
          </a:p>
          <a:p>
            <a:pPr marL="457200" lvl="0" indent="-381000" algn="l" rtl="0">
              <a:spcBef>
                <a:spcPts val="0"/>
              </a:spcBef>
              <a:spcAft>
                <a:spcPts val="0"/>
              </a:spcAft>
              <a:buSzPts val="2400"/>
              <a:buAutoNum type="arabicPeriod"/>
            </a:pPr>
            <a:r>
              <a:rPr lang="pt-PT" sz="2400"/>
              <a:t>6 tuples will be returned with UNION and 3 with UNION ALL</a:t>
            </a:r>
            <a:endParaRPr sz="2400"/>
          </a:p>
        </p:txBody>
      </p:sp>
      <p:pic>
        <p:nvPicPr>
          <p:cNvPr id="776" name="Google Shape;776;p123"/>
          <p:cNvPicPr preferRelativeResize="0"/>
          <p:nvPr/>
        </p:nvPicPr>
        <p:blipFill>
          <a:blip r:embed="rId3">
            <a:alphaModFix/>
          </a:blip>
          <a:stretch>
            <a:fillRect/>
          </a:stretch>
        </p:blipFill>
        <p:spPr>
          <a:xfrm>
            <a:off x="464088" y="1604975"/>
            <a:ext cx="4562475" cy="24193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124"/>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106. </a:t>
            </a:r>
            <a:r>
              <a:rPr lang="pt-PT" dirty="0" err="1"/>
              <a:t>What</a:t>
            </a:r>
            <a:r>
              <a:rPr lang="pt-PT" dirty="0"/>
              <a:t> </a:t>
            </a:r>
            <a:r>
              <a:rPr lang="pt-PT" dirty="0" err="1"/>
              <a:t>will</a:t>
            </a:r>
            <a:r>
              <a:rPr lang="pt-PT" dirty="0"/>
              <a:t> </a:t>
            </a:r>
            <a:r>
              <a:rPr lang="pt-PT" dirty="0" err="1"/>
              <a:t>be</a:t>
            </a:r>
            <a:r>
              <a:rPr lang="pt-PT" dirty="0"/>
              <a:t> </a:t>
            </a:r>
            <a:r>
              <a:rPr lang="pt-PT" dirty="0" err="1"/>
              <a:t>returned</a:t>
            </a:r>
            <a:r>
              <a:rPr lang="pt-PT" dirty="0"/>
              <a:t> for </a:t>
            </a:r>
            <a:r>
              <a:rPr lang="pt-PT" dirty="0" err="1"/>
              <a:t>the</a:t>
            </a:r>
            <a:r>
              <a:rPr lang="pt-PT" dirty="0"/>
              <a:t> </a:t>
            </a:r>
            <a:r>
              <a:rPr lang="pt-PT" dirty="0" err="1"/>
              <a:t>query</a:t>
            </a:r>
            <a:r>
              <a:rPr lang="pt-PT" dirty="0"/>
              <a:t> in </a:t>
            </a:r>
            <a:r>
              <a:rPr lang="pt-PT" dirty="0" err="1"/>
              <a:t>the</a:t>
            </a:r>
            <a:r>
              <a:rPr lang="pt-PT" dirty="0"/>
              <a:t> </a:t>
            </a:r>
            <a:r>
              <a:rPr lang="pt-PT" dirty="0" err="1"/>
              <a:t>image</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pic>
        <p:nvPicPr>
          <p:cNvPr id="783" name="Google Shape;783;p124"/>
          <p:cNvPicPr preferRelativeResize="0"/>
          <p:nvPr/>
        </p:nvPicPr>
        <p:blipFill>
          <a:blip r:embed="rId3">
            <a:alphaModFix/>
          </a:blip>
          <a:stretch>
            <a:fillRect/>
          </a:stretch>
        </p:blipFill>
        <p:spPr>
          <a:xfrm>
            <a:off x="464100" y="1395613"/>
            <a:ext cx="4438650" cy="3267075"/>
          </a:xfrm>
          <a:prstGeom prst="rect">
            <a:avLst/>
          </a:prstGeom>
          <a:noFill/>
          <a:ln>
            <a:noFill/>
          </a:ln>
        </p:spPr>
      </p:pic>
      <p:pic>
        <p:nvPicPr>
          <p:cNvPr id="784" name="Google Shape;784;p124"/>
          <p:cNvPicPr preferRelativeResize="0"/>
          <p:nvPr/>
        </p:nvPicPr>
        <p:blipFill>
          <a:blip r:embed="rId4">
            <a:alphaModFix/>
          </a:blip>
          <a:stretch>
            <a:fillRect/>
          </a:stretch>
        </p:blipFill>
        <p:spPr>
          <a:xfrm>
            <a:off x="5879307" y="1585913"/>
            <a:ext cx="2972944" cy="3020318"/>
          </a:xfrm>
          <a:prstGeom prst="rect">
            <a:avLst/>
          </a:prstGeom>
          <a:noFill/>
          <a:ln>
            <a:noFill/>
          </a:ln>
        </p:spPr>
      </p:pic>
      <p:sp>
        <p:nvSpPr>
          <p:cNvPr id="8" name="Google Shape;813;p128">
            <a:extLst>
              <a:ext uri="{FF2B5EF4-FFF2-40B4-BE49-F238E27FC236}">
                <a16:creationId xmlns:a16="http://schemas.microsoft.com/office/drawing/2014/main" id="{4313CB19-8096-45D7-8913-96175D2BB737}"/>
              </a:ext>
            </a:extLst>
          </p:cNvPr>
          <p:cNvSpPr txBox="1">
            <a:spLocks noGrp="1"/>
          </p:cNvSpPr>
          <p:nvPr>
            <p:ph type="body" idx="1"/>
          </p:nvPr>
        </p:nvSpPr>
        <p:spPr>
          <a:xfrm>
            <a:off x="5357812" y="1518991"/>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125"/>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107. What will be returned for the query in the image?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91" name="Google Shape;791;p125"/>
          <p:cNvPicPr preferRelativeResize="0"/>
          <p:nvPr/>
        </p:nvPicPr>
        <p:blipFill>
          <a:blip r:embed="rId3">
            <a:alphaModFix/>
          </a:blip>
          <a:stretch>
            <a:fillRect/>
          </a:stretch>
        </p:blipFill>
        <p:spPr>
          <a:xfrm>
            <a:off x="464100" y="1395613"/>
            <a:ext cx="4438650" cy="3267075"/>
          </a:xfrm>
          <a:prstGeom prst="rect">
            <a:avLst/>
          </a:prstGeom>
          <a:noFill/>
          <a:ln>
            <a:noFill/>
          </a:ln>
        </p:spPr>
      </p:pic>
      <p:pic>
        <p:nvPicPr>
          <p:cNvPr id="792" name="Google Shape;792;p125"/>
          <p:cNvPicPr preferRelativeResize="0"/>
          <p:nvPr/>
        </p:nvPicPr>
        <p:blipFill>
          <a:blip r:embed="rId4">
            <a:alphaModFix/>
          </a:blip>
          <a:stretch>
            <a:fillRect/>
          </a:stretch>
        </p:blipFill>
        <p:spPr>
          <a:xfrm>
            <a:off x="5850731" y="1767209"/>
            <a:ext cx="3001519" cy="2895479"/>
          </a:xfrm>
          <a:prstGeom prst="rect">
            <a:avLst/>
          </a:prstGeom>
          <a:noFill/>
          <a:ln>
            <a:noFill/>
          </a:ln>
        </p:spPr>
      </p:pic>
      <p:sp>
        <p:nvSpPr>
          <p:cNvPr id="8" name="Google Shape;813;p128">
            <a:extLst>
              <a:ext uri="{FF2B5EF4-FFF2-40B4-BE49-F238E27FC236}">
                <a16:creationId xmlns:a16="http://schemas.microsoft.com/office/drawing/2014/main" id="{7E12DF2B-B7E2-452A-AF09-E41B1059409D}"/>
              </a:ext>
            </a:extLst>
          </p:cNvPr>
          <p:cNvSpPr txBox="1">
            <a:spLocks noGrp="1"/>
          </p:cNvSpPr>
          <p:nvPr>
            <p:ph type="body" idx="1"/>
          </p:nvPr>
        </p:nvSpPr>
        <p:spPr>
          <a:xfrm>
            <a:off x="5321794" y="1642370"/>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126"/>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108. SELECT cName FROM College WHERE NOT IN (SELECT cName FROM Apply WHERE dec=’N’)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99" name="Google Shape;799;p126"/>
          <p:cNvPicPr preferRelativeResize="0"/>
          <p:nvPr/>
        </p:nvPicPr>
        <p:blipFill>
          <a:blip r:embed="rId3">
            <a:alphaModFix/>
          </a:blip>
          <a:stretch>
            <a:fillRect/>
          </a:stretch>
        </p:blipFill>
        <p:spPr>
          <a:xfrm>
            <a:off x="464088" y="1561700"/>
            <a:ext cx="4562475" cy="2419350"/>
          </a:xfrm>
          <a:prstGeom prst="rect">
            <a:avLst/>
          </a:prstGeom>
          <a:noFill/>
          <a:ln>
            <a:noFill/>
          </a:ln>
        </p:spPr>
      </p:pic>
      <p:pic>
        <p:nvPicPr>
          <p:cNvPr id="800" name="Google Shape;800;p126"/>
          <p:cNvPicPr preferRelativeResize="0"/>
          <p:nvPr/>
        </p:nvPicPr>
        <p:blipFill>
          <a:blip r:embed="rId4">
            <a:alphaModFix/>
          </a:blip>
          <a:stretch>
            <a:fillRect/>
          </a:stretch>
        </p:blipFill>
        <p:spPr>
          <a:xfrm>
            <a:off x="5879307" y="1681646"/>
            <a:ext cx="3066094" cy="2900371"/>
          </a:xfrm>
          <a:prstGeom prst="rect">
            <a:avLst/>
          </a:prstGeom>
          <a:noFill/>
          <a:ln>
            <a:noFill/>
          </a:ln>
        </p:spPr>
      </p:pic>
      <p:sp>
        <p:nvSpPr>
          <p:cNvPr id="8" name="Google Shape;813;p128">
            <a:extLst>
              <a:ext uri="{FF2B5EF4-FFF2-40B4-BE49-F238E27FC236}">
                <a16:creationId xmlns:a16="http://schemas.microsoft.com/office/drawing/2014/main" id="{EAD8E29E-2A6A-40B6-8120-8422BF8F5DD0}"/>
              </a:ext>
            </a:extLst>
          </p:cNvPr>
          <p:cNvSpPr txBox="1">
            <a:spLocks noGrp="1"/>
          </p:cNvSpPr>
          <p:nvPr>
            <p:ph type="body" idx="1"/>
          </p:nvPr>
        </p:nvSpPr>
        <p:spPr>
          <a:xfrm>
            <a:off x="5293518" y="1561700"/>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127"/>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109. How many tuples are returned?</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806" name="Google Shape;806;p127"/>
          <p:cNvSpPr txBox="1">
            <a:spLocks noGrp="1"/>
          </p:cNvSpPr>
          <p:nvPr>
            <p:ph type="body" idx="1"/>
          </p:nvPr>
        </p:nvSpPr>
        <p:spPr>
          <a:xfrm>
            <a:off x="5577825" y="1561700"/>
            <a:ext cx="2777400" cy="2934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1 </a:t>
            </a:r>
            <a:endParaRPr sz="2400"/>
          </a:p>
          <a:p>
            <a:pPr marL="457200" lvl="0" indent="-381000" algn="l" rtl="0">
              <a:spcBef>
                <a:spcPts val="0"/>
              </a:spcBef>
              <a:spcAft>
                <a:spcPts val="0"/>
              </a:spcAft>
              <a:buSzPts val="2400"/>
              <a:buAutoNum type="arabicPeriod"/>
            </a:pPr>
            <a:r>
              <a:rPr lang="pt-PT" sz="2400"/>
              <a:t>2 </a:t>
            </a:r>
            <a:endParaRPr sz="2400"/>
          </a:p>
          <a:p>
            <a:pPr marL="457200" lvl="0" indent="-381000" algn="l" rtl="0">
              <a:spcBef>
                <a:spcPts val="0"/>
              </a:spcBef>
              <a:spcAft>
                <a:spcPts val="0"/>
              </a:spcAft>
              <a:buSzPts val="2400"/>
              <a:buAutoNum type="arabicPeriod"/>
            </a:pPr>
            <a:r>
              <a:rPr lang="pt-PT" sz="2400"/>
              <a:t>3 </a:t>
            </a:r>
            <a:endParaRPr sz="2400"/>
          </a:p>
          <a:p>
            <a:pPr marL="457200" lvl="0" indent="-381000" algn="l" rtl="0">
              <a:spcBef>
                <a:spcPts val="0"/>
              </a:spcBef>
              <a:spcAft>
                <a:spcPts val="0"/>
              </a:spcAft>
              <a:buSzPts val="2400"/>
              <a:buAutoNum type="arabicPeriod"/>
            </a:pPr>
            <a:r>
              <a:rPr lang="pt-PT" sz="2400"/>
              <a:t>An error will be returned</a:t>
            </a:r>
            <a:endParaRPr sz="2400"/>
          </a:p>
        </p:txBody>
      </p:sp>
      <p:pic>
        <p:nvPicPr>
          <p:cNvPr id="807" name="Google Shape;807;p127"/>
          <p:cNvPicPr preferRelativeResize="0"/>
          <p:nvPr/>
        </p:nvPicPr>
        <p:blipFill>
          <a:blip r:embed="rId3">
            <a:alphaModFix/>
          </a:blip>
          <a:stretch>
            <a:fillRect/>
          </a:stretch>
        </p:blipFill>
        <p:spPr>
          <a:xfrm>
            <a:off x="464100" y="1372700"/>
            <a:ext cx="4862425" cy="35718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28"/>
          <p:cNvSpPr txBox="1">
            <a:spLocks noGrp="1"/>
          </p:cNvSpPr>
          <p:nvPr>
            <p:ph type="title"/>
          </p:nvPr>
        </p:nvSpPr>
        <p:spPr>
          <a:xfrm>
            <a:off x="464100" y="356675"/>
            <a:ext cx="70995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110. In the SELECT clause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813" name="Google Shape;813;p128"/>
          <p:cNvSpPr txBox="1">
            <a:spLocks noGrp="1"/>
          </p:cNvSpPr>
          <p:nvPr>
            <p:ph type="body" idx="1"/>
          </p:nvPr>
        </p:nvSpPr>
        <p:spPr>
          <a:xfrm>
            <a:off x="2686050" y="1121569"/>
            <a:ext cx="780450" cy="348703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  </a:t>
            </a:r>
            <a:endParaRPr sz="2400" dirty="0"/>
          </a:p>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pic>
        <p:nvPicPr>
          <p:cNvPr id="814" name="Google Shape;814;p128"/>
          <p:cNvPicPr preferRelativeResize="0"/>
          <p:nvPr/>
        </p:nvPicPr>
        <p:blipFill>
          <a:blip r:embed="rId3">
            <a:alphaModFix/>
          </a:blip>
          <a:stretch>
            <a:fillRect/>
          </a:stretch>
        </p:blipFill>
        <p:spPr>
          <a:xfrm>
            <a:off x="3277350" y="1673700"/>
            <a:ext cx="4519618" cy="29349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129"/>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111. SELECT cName FROM College NATURAL LEFT JOIN Apply;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21" name="Google Shape;821;p129"/>
          <p:cNvPicPr preferRelativeResize="0"/>
          <p:nvPr/>
        </p:nvPicPr>
        <p:blipFill>
          <a:blip r:embed="rId3">
            <a:alphaModFix/>
          </a:blip>
          <a:stretch>
            <a:fillRect/>
          </a:stretch>
        </p:blipFill>
        <p:spPr>
          <a:xfrm>
            <a:off x="464088" y="1561700"/>
            <a:ext cx="4562475" cy="2419350"/>
          </a:xfrm>
          <a:prstGeom prst="rect">
            <a:avLst/>
          </a:prstGeom>
          <a:noFill/>
          <a:ln>
            <a:noFill/>
          </a:ln>
        </p:spPr>
      </p:pic>
      <p:pic>
        <p:nvPicPr>
          <p:cNvPr id="822" name="Google Shape;822;p129"/>
          <p:cNvPicPr preferRelativeResize="0"/>
          <p:nvPr/>
        </p:nvPicPr>
        <p:blipFill>
          <a:blip r:embed="rId4">
            <a:alphaModFix/>
          </a:blip>
          <a:stretch>
            <a:fillRect/>
          </a:stretch>
        </p:blipFill>
        <p:spPr>
          <a:xfrm>
            <a:off x="5779294" y="1737050"/>
            <a:ext cx="3074775" cy="3020318"/>
          </a:xfrm>
          <a:prstGeom prst="rect">
            <a:avLst/>
          </a:prstGeom>
          <a:noFill/>
          <a:ln>
            <a:noFill/>
          </a:ln>
        </p:spPr>
      </p:pic>
      <p:sp>
        <p:nvSpPr>
          <p:cNvPr id="8" name="Google Shape;813;p128">
            <a:extLst>
              <a:ext uri="{FF2B5EF4-FFF2-40B4-BE49-F238E27FC236}">
                <a16:creationId xmlns:a16="http://schemas.microsoft.com/office/drawing/2014/main" id="{E25D8377-56C8-40C6-BFD2-457A8D99631E}"/>
              </a:ext>
            </a:extLst>
          </p:cNvPr>
          <p:cNvSpPr txBox="1">
            <a:spLocks/>
          </p:cNvSpPr>
          <p:nvPr/>
        </p:nvSpPr>
        <p:spPr>
          <a:xfrm>
            <a:off x="5314949" y="1737050"/>
            <a:ext cx="898744" cy="30203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1pPr>
            <a:lvl2pPr marL="914400" marR="0" lvl="1"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2pPr>
            <a:lvl3pPr marL="1371600" marR="0" lvl="2"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3pPr>
            <a:lvl4pPr marL="1828800" marR="0" lvl="3"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4pPr>
            <a:lvl5pPr marL="2286000" marR="0" lvl="4"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5pPr>
            <a:lvl6pPr marL="2743200" marR="0" lvl="5"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6pPr>
            <a:lvl7pPr marL="3200400" marR="0" lvl="6"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7pPr>
            <a:lvl8pPr marL="3657600" marR="0" lvl="7"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8pPr>
            <a:lvl9pPr marL="4114800" marR="0" lvl="8" indent="-317500" algn="l" rtl="0">
              <a:lnSpc>
                <a:spcPct val="115000"/>
              </a:lnSpc>
              <a:spcBef>
                <a:spcPts val="1600"/>
              </a:spcBef>
              <a:spcAft>
                <a:spcPts val="1600"/>
              </a:spcAft>
              <a:buClr>
                <a:schemeClr val="lt2"/>
              </a:buClr>
              <a:buSzPts val="1400"/>
              <a:buFont typeface="Arial"/>
              <a:buChar char="■"/>
              <a:defRPr sz="1400" b="0" i="0" u="none" strike="noStrike" cap="none">
                <a:solidFill>
                  <a:schemeClr val="lt2"/>
                </a:solidFill>
                <a:latin typeface="Arial"/>
                <a:ea typeface="Arial"/>
                <a:cs typeface="Arial"/>
                <a:sym typeface="Arial"/>
              </a:defRPr>
            </a:lvl9pPr>
          </a:lstStyle>
          <a:p>
            <a:pPr marL="0" indent="0">
              <a:buSzPts val="4000"/>
              <a:buFont typeface="Arial"/>
              <a:buNone/>
            </a:pPr>
            <a:r>
              <a:rPr lang="pt-PT" sz="2400"/>
              <a:t>1.</a:t>
            </a:r>
          </a:p>
          <a:p>
            <a:pPr marL="0" indent="0">
              <a:buSzPts val="4000"/>
              <a:buFont typeface="Arial"/>
              <a:buNone/>
            </a:pPr>
            <a:endParaRPr lang="pt-PT" sz="2400"/>
          </a:p>
          <a:p>
            <a:pPr marL="0" indent="0">
              <a:buSzPts val="4000"/>
              <a:buFont typeface="Arial"/>
              <a:buNone/>
            </a:pPr>
            <a:r>
              <a:rPr lang="pt-PT" sz="2400"/>
              <a:t>2.</a:t>
            </a:r>
          </a:p>
          <a:p>
            <a:pPr marL="0" indent="0">
              <a:buSzPts val="4000"/>
              <a:buFont typeface="Arial"/>
              <a:buNone/>
            </a:pPr>
            <a:endParaRPr lang="pt-PT" sz="2400"/>
          </a:p>
          <a:p>
            <a:pPr marL="0" indent="0">
              <a:buSzPts val="4000"/>
              <a:buFont typeface="Arial"/>
              <a:buNone/>
            </a:pPr>
            <a:r>
              <a:rPr lang="pt-PT" sz="2400"/>
              <a:t>3.</a:t>
            </a:r>
          </a:p>
          <a:p>
            <a:pPr marL="0" indent="0">
              <a:buSzPts val="4000"/>
              <a:buFont typeface="Arial"/>
              <a:buNone/>
            </a:pPr>
            <a:endParaRPr lang="pt-PT" sz="2400"/>
          </a:p>
          <a:p>
            <a:pPr marL="0" indent="0">
              <a:buSzPts val="4000"/>
              <a:buFont typeface="Arial"/>
              <a:buNone/>
            </a:pPr>
            <a:r>
              <a:rPr lang="pt-PT" sz="2400"/>
              <a:t>4. </a:t>
            </a:r>
          </a:p>
          <a:p>
            <a:pPr marL="0" indent="0">
              <a:buSzPts val="4000"/>
              <a:buFont typeface="Arial"/>
              <a:buNone/>
            </a:pPr>
            <a:r>
              <a:rPr lang="pt-PT" sz="2400"/>
              <a:t> </a:t>
            </a:r>
            <a:endParaRPr lang="pt-PT"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130"/>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112. SELECT state, major, dec FROM College FULL OUTER JOIN Apply using(cName);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29" name="Google Shape;829;p130"/>
          <p:cNvPicPr preferRelativeResize="0"/>
          <p:nvPr/>
        </p:nvPicPr>
        <p:blipFill>
          <a:blip r:embed="rId3">
            <a:alphaModFix/>
          </a:blip>
          <a:stretch>
            <a:fillRect/>
          </a:stretch>
        </p:blipFill>
        <p:spPr>
          <a:xfrm>
            <a:off x="464088" y="1561700"/>
            <a:ext cx="4562475" cy="2419350"/>
          </a:xfrm>
          <a:prstGeom prst="rect">
            <a:avLst/>
          </a:prstGeom>
          <a:noFill/>
          <a:ln>
            <a:noFill/>
          </a:ln>
        </p:spPr>
      </p:pic>
      <p:pic>
        <p:nvPicPr>
          <p:cNvPr id="830" name="Google Shape;830;p130"/>
          <p:cNvPicPr preferRelativeResize="0"/>
          <p:nvPr/>
        </p:nvPicPr>
        <p:blipFill>
          <a:blip r:embed="rId4">
            <a:alphaModFix/>
          </a:blip>
          <a:stretch>
            <a:fillRect/>
          </a:stretch>
        </p:blipFill>
        <p:spPr>
          <a:xfrm>
            <a:off x="5650706" y="1766507"/>
            <a:ext cx="3076970" cy="2969799"/>
          </a:xfrm>
          <a:prstGeom prst="rect">
            <a:avLst/>
          </a:prstGeom>
          <a:noFill/>
          <a:ln>
            <a:noFill/>
          </a:ln>
        </p:spPr>
      </p:pic>
      <p:sp>
        <p:nvSpPr>
          <p:cNvPr id="8" name="Google Shape;813;p128">
            <a:extLst>
              <a:ext uri="{FF2B5EF4-FFF2-40B4-BE49-F238E27FC236}">
                <a16:creationId xmlns:a16="http://schemas.microsoft.com/office/drawing/2014/main" id="{53218877-19B2-449C-9A89-CE368C4C4AB7}"/>
              </a:ext>
            </a:extLst>
          </p:cNvPr>
          <p:cNvSpPr txBox="1">
            <a:spLocks noGrp="1"/>
          </p:cNvSpPr>
          <p:nvPr>
            <p:ph type="body" idx="1"/>
          </p:nvPr>
        </p:nvSpPr>
        <p:spPr>
          <a:xfrm>
            <a:off x="5188556" y="1766507"/>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131"/>
          <p:cNvSpPr txBox="1">
            <a:spLocks noGrp="1"/>
          </p:cNvSpPr>
          <p:nvPr>
            <p:ph type="title"/>
          </p:nvPr>
        </p:nvSpPr>
        <p:spPr>
          <a:xfrm>
            <a:off x="464100" y="356675"/>
            <a:ext cx="8310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113. </a:t>
            </a:r>
            <a:r>
              <a:rPr lang="pt-PT" dirty="0" err="1"/>
              <a:t>Which</a:t>
            </a:r>
            <a:r>
              <a:rPr lang="pt-PT" dirty="0"/>
              <a:t> </a:t>
            </a:r>
            <a:r>
              <a:rPr lang="pt-PT" dirty="0" err="1"/>
              <a:t>of</a:t>
            </a:r>
            <a:r>
              <a:rPr lang="pt-PT" dirty="0"/>
              <a:t> </a:t>
            </a:r>
            <a:r>
              <a:rPr lang="pt-PT" dirty="0" err="1"/>
              <a:t>the</a:t>
            </a:r>
            <a:r>
              <a:rPr lang="pt-PT" dirty="0"/>
              <a:t> </a:t>
            </a:r>
            <a:r>
              <a:rPr lang="pt-PT" dirty="0" err="1"/>
              <a:t>following</a:t>
            </a:r>
            <a:r>
              <a:rPr lang="pt-PT" dirty="0"/>
              <a:t> </a:t>
            </a:r>
            <a:r>
              <a:rPr lang="pt-PT" dirty="0" err="1"/>
              <a:t>is</a:t>
            </a:r>
            <a:r>
              <a:rPr lang="pt-PT" dirty="0"/>
              <a:t> </a:t>
            </a:r>
            <a:r>
              <a:rPr lang="pt-PT" dirty="0" err="1"/>
              <a:t>true</a:t>
            </a:r>
            <a:r>
              <a:rPr lang="pt-PT" dirty="0"/>
              <a:t> </a:t>
            </a:r>
            <a:r>
              <a:rPr lang="pt-PT" dirty="0" err="1"/>
              <a:t>concerning</a:t>
            </a:r>
            <a:r>
              <a:rPr lang="pt-PT" dirty="0"/>
              <a:t> </a:t>
            </a:r>
            <a:r>
              <a:rPr lang="pt-PT" dirty="0" err="1"/>
              <a:t>triggers</a:t>
            </a:r>
            <a:r>
              <a:rPr lang="pt-PT" dirty="0"/>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pic>
        <p:nvPicPr>
          <p:cNvPr id="837" name="Google Shape;837;p131"/>
          <p:cNvPicPr preferRelativeResize="0"/>
          <p:nvPr/>
        </p:nvPicPr>
        <p:blipFill>
          <a:blip r:embed="rId3">
            <a:alphaModFix/>
          </a:blip>
          <a:stretch>
            <a:fillRect/>
          </a:stretch>
        </p:blipFill>
        <p:spPr>
          <a:xfrm>
            <a:off x="3277350" y="1561700"/>
            <a:ext cx="3339250" cy="3063850"/>
          </a:xfrm>
          <a:prstGeom prst="rect">
            <a:avLst/>
          </a:prstGeom>
          <a:noFill/>
          <a:ln>
            <a:noFill/>
          </a:ln>
        </p:spPr>
      </p:pic>
      <p:sp>
        <p:nvSpPr>
          <p:cNvPr id="7" name="Google Shape;813;p128">
            <a:extLst>
              <a:ext uri="{FF2B5EF4-FFF2-40B4-BE49-F238E27FC236}">
                <a16:creationId xmlns:a16="http://schemas.microsoft.com/office/drawing/2014/main" id="{24CF0D80-2FA0-4FEB-A85C-62ADDD0B7586}"/>
              </a:ext>
            </a:extLst>
          </p:cNvPr>
          <p:cNvSpPr txBox="1">
            <a:spLocks noGrp="1"/>
          </p:cNvSpPr>
          <p:nvPr>
            <p:ph type="body" idx="1"/>
          </p:nvPr>
        </p:nvSpPr>
        <p:spPr>
          <a:xfrm>
            <a:off x="2714625" y="1605232"/>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132"/>
          <p:cNvSpPr txBox="1">
            <a:spLocks noGrp="1"/>
          </p:cNvSpPr>
          <p:nvPr>
            <p:ph type="title"/>
          </p:nvPr>
        </p:nvSpPr>
        <p:spPr>
          <a:xfrm>
            <a:off x="464100" y="356675"/>
            <a:ext cx="8310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114. What referencing variables can be used in statement-level AFTER INSERT triggers?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44" name="Google Shape;844;p132"/>
          <p:cNvPicPr preferRelativeResize="0"/>
          <p:nvPr/>
        </p:nvPicPr>
        <p:blipFill>
          <a:blip r:embed="rId3">
            <a:alphaModFix/>
          </a:blip>
          <a:stretch>
            <a:fillRect/>
          </a:stretch>
        </p:blipFill>
        <p:spPr>
          <a:xfrm>
            <a:off x="3339475" y="1561700"/>
            <a:ext cx="3082756" cy="3117456"/>
          </a:xfrm>
          <a:prstGeom prst="rect">
            <a:avLst/>
          </a:prstGeom>
          <a:noFill/>
          <a:ln>
            <a:noFill/>
          </a:ln>
        </p:spPr>
      </p:pic>
      <p:sp>
        <p:nvSpPr>
          <p:cNvPr id="7" name="Google Shape;813;p128">
            <a:extLst>
              <a:ext uri="{FF2B5EF4-FFF2-40B4-BE49-F238E27FC236}">
                <a16:creationId xmlns:a16="http://schemas.microsoft.com/office/drawing/2014/main" id="{5C94004D-5571-4CD2-AC74-2F14979665FD}"/>
              </a:ext>
            </a:extLst>
          </p:cNvPr>
          <p:cNvSpPr txBox="1">
            <a:spLocks noGrp="1"/>
          </p:cNvSpPr>
          <p:nvPr>
            <p:ph type="body" idx="1"/>
          </p:nvPr>
        </p:nvSpPr>
        <p:spPr>
          <a:xfrm>
            <a:off x="2671763" y="1561700"/>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33"/>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115. After the execution of this trigger:</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51" name="Google Shape;851;p133"/>
          <p:cNvPicPr preferRelativeResize="0"/>
          <p:nvPr/>
        </p:nvPicPr>
        <p:blipFill>
          <a:blip r:embed="rId3">
            <a:alphaModFix/>
          </a:blip>
          <a:stretch>
            <a:fillRect/>
          </a:stretch>
        </p:blipFill>
        <p:spPr>
          <a:xfrm>
            <a:off x="464100" y="1561700"/>
            <a:ext cx="4371975" cy="2857500"/>
          </a:xfrm>
          <a:prstGeom prst="rect">
            <a:avLst/>
          </a:prstGeom>
          <a:noFill/>
          <a:ln>
            <a:noFill/>
          </a:ln>
        </p:spPr>
      </p:pic>
      <p:pic>
        <p:nvPicPr>
          <p:cNvPr id="852" name="Google Shape;852;p133"/>
          <p:cNvPicPr preferRelativeResize="0"/>
          <p:nvPr/>
        </p:nvPicPr>
        <p:blipFill>
          <a:blip r:embed="rId4">
            <a:alphaModFix/>
          </a:blip>
          <a:stretch>
            <a:fillRect/>
          </a:stretch>
        </p:blipFill>
        <p:spPr>
          <a:xfrm>
            <a:off x="5865019" y="1561700"/>
            <a:ext cx="3080381" cy="2931719"/>
          </a:xfrm>
          <a:prstGeom prst="rect">
            <a:avLst/>
          </a:prstGeom>
          <a:noFill/>
          <a:ln>
            <a:noFill/>
          </a:ln>
        </p:spPr>
      </p:pic>
      <p:sp>
        <p:nvSpPr>
          <p:cNvPr id="8" name="Google Shape;813;p128">
            <a:extLst>
              <a:ext uri="{FF2B5EF4-FFF2-40B4-BE49-F238E27FC236}">
                <a16:creationId xmlns:a16="http://schemas.microsoft.com/office/drawing/2014/main" id="{7650739C-3B94-4114-9AE5-98B58C8660CD}"/>
              </a:ext>
            </a:extLst>
          </p:cNvPr>
          <p:cNvSpPr txBox="1">
            <a:spLocks/>
          </p:cNvSpPr>
          <p:nvPr/>
        </p:nvSpPr>
        <p:spPr>
          <a:xfrm>
            <a:off x="5301337" y="1517400"/>
            <a:ext cx="898744" cy="30203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1pPr>
            <a:lvl2pPr marL="914400" marR="0" lvl="1"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2pPr>
            <a:lvl3pPr marL="1371600" marR="0" lvl="2"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3pPr>
            <a:lvl4pPr marL="1828800" marR="0" lvl="3"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4pPr>
            <a:lvl5pPr marL="2286000" marR="0" lvl="4"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5pPr>
            <a:lvl6pPr marL="2743200" marR="0" lvl="5"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6pPr>
            <a:lvl7pPr marL="3200400" marR="0" lvl="6"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7pPr>
            <a:lvl8pPr marL="3657600" marR="0" lvl="7" indent="-317500" algn="l" rtl="0">
              <a:lnSpc>
                <a:spcPct val="115000"/>
              </a:lnSpc>
              <a:spcBef>
                <a:spcPts val="16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8pPr>
            <a:lvl9pPr marL="4114800" marR="0" lvl="8" indent="-317500" algn="l" rtl="0">
              <a:lnSpc>
                <a:spcPct val="115000"/>
              </a:lnSpc>
              <a:spcBef>
                <a:spcPts val="1600"/>
              </a:spcBef>
              <a:spcAft>
                <a:spcPts val="1600"/>
              </a:spcAft>
              <a:buClr>
                <a:schemeClr val="lt2"/>
              </a:buClr>
              <a:buSzPts val="1400"/>
              <a:buFont typeface="Arial"/>
              <a:buChar char="■"/>
              <a:defRPr sz="1400" b="0" i="0" u="none" strike="noStrike" cap="none">
                <a:solidFill>
                  <a:schemeClr val="lt2"/>
                </a:solidFill>
                <a:latin typeface="Arial"/>
                <a:ea typeface="Arial"/>
                <a:cs typeface="Arial"/>
                <a:sym typeface="Arial"/>
              </a:defRPr>
            </a:lvl9pPr>
          </a:lstStyle>
          <a:p>
            <a:pPr marL="0" indent="0">
              <a:buSzPts val="4000"/>
              <a:buFont typeface="Arial"/>
              <a:buNone/>
            </a:pPr>
            <a:r>
              <a:rPr lang="pt-PT" sz="2400" dirty="0"/>
              <a:t>1.</a:t>
            </a:r>
          </a:p>
          <a:p>
            <a:pPr marL="0" indent="0">
              <a:buSzPts val="4000"/>
              <a:buFont typeface="Arial"/>
              <a:buNone/>
            </a:pPr>
            <a:endParaRPr lang="pt-PT" sz="2400" dirty="0"/>
          </a:p>
          <a:p>
            <a:pPr marL="0" indent="0">
              <a:buSzPts val="4000"/>
              <a:buFont typeface="Arial"/>
              <a:buNone/>
            </a:pPr>
            <a:r>
              <a:rPr lang="pt-PT" sz="2400" dirty="0"/>
              <a:t>2.</a:t>
            </a:r>
          </a:p>
          <a:p>
            <a:pPr marL="0" indent="0">
              <a:buSzPts val="4000"/>
              <a:buFont typeface="Arial"/>
              <a:buNone/>
            </a:pPr>
            <a:endParaRPr lang="pt-PT" sz="2400" dirty="0"/>
          </a:p>
          <a:p>
            <a:pPr marL="0" indent="0">
              <a:buSzPts val="4000"/>
              <a:buFont typeface="Arial"/>
              <a:buNone/>
            </a:pPr>
            <a:r>
              <a:rPr lang="pt-PT" sz="2400" dirty="0"/>
              <a:t>3.</a:t>
            </a:r>
          </a:p>
          <a:p>
            <a:pPr marL="0" indent="0">
              <a:buSzPts val="4000"/>
              <a:buFont typeface="Arial"/>
              <a:buNone/>
            </a:pPr>
            <a:endParaRPr lang="pt-PT" sz="2400" dirty="0"/>
          </a:p>
          <a:p>
            <a:pPr marL="0" indent="0">
              <a:buSzPts val="4000"/>
              <a:buFont typeface="Arial"/>
              <a:buNone/>
            </a:pPr>
            <a:r>
              <a:rPr lang="pt-PT" sz="2400" dirty="0"/>
              <a:t>4. </a:t>
            </a:r>
          </a:p>
          <a:p>
            <a:pPr marL="0" indent="0">
              <a:buSzPts val="4000"/>
              <a:buFont typeface="Arial"/>
              <a:buNone/>
            </a:pPr>
            <a:r>
              <a:rPr lang="pt-PT" sz="2400" dirty="0"/>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34"/>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116. The effect of this trigger...</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59" name="Google Shape;859;p134"/>
          <p:cNvPicPr preferRelativeResize="0"/>
          <p:nvPr/>
        </p:nvPicPr>
        <p:blipFill>
          <a:blip r:embed="rId3">
            <a:alphaModFix/>
          </a:blip>
          <a:stretch>
            <a:fillRect/>
          </a:stretch>
        </p:blipFill>
        <p:spPr>
          <a:xfrm>
            <a:off x="464100" y="1561700"/>
            <a:ext cx="4371975" cy="2857500"/>
          </a:xfrm>
          <a:prstGeom prst="rect">
            <a:avLst/>
          </a:prstGeom>
          <a:noFill/>
          <a:ln>
            <a:noFill/>
          </a:ln>
        </p:spPr>
      </p:pic>
      <p:pic>
        <p:nvPicPr>
          <p:cNvPr id="860" name="Google Shape;860;p134"/>
          <p:cNvPicPr preferRelativeResize="0"/>
          <p:nvPr/>
        </p:nvPicPr>
        <p:blipFill>
          <a:blip r:embed="rId4">
            <a:alphaModFix/>
          </a:blip>
          <a:stretch>
            <a:fillRect/>
          </a:stretch>
        </p:blipFill>
        <p:spPr>
          <a:xfrm>
            <a:off x="5972175" y="1561699"/>
            <a:ext cx="2973225" cy="2857499"/>
          </a:xfrm>
          <a:prstGeom prst="rect">
            <a:avLst/>
          </a:prstGeom>
          <a:noFill/>
          <a:ln>
            <a:noFill/>
          </a:ln>
        </p:spPr>
      </p:pic>
      <p:sp>
        <p:nvSpPr>
          <p:cNvPr id="8" name="Google Shape;813;p128">
            <a:extLst>
              <a:ext uri="{FF2B5EF4-FFF2-40B4-BE49-F238E27FC236}">
                <a16:creationId xmlns:a16="http://schemas.microsoft.com/office/drawing/2014/main" id="{0682505E-A01F-46EA-9ECD-249624DF4037}"/>
              </a:ext>
            </a:extLst>
          </p:cNvPr>
          <p:cNvSpPr txBox="1">
            <a:spLocks noGrp="1"/>
          </p:cNvSpPr>
          <p:nvPr>
            <p:ph type="body" idx="1"/>
          </p:nvPr>
        </p:nvSpPr>
        <p:spPr>
          <a:xfrm>
            <a:off x="5522803" y="1480289"/>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135"/>
          <p:cNvSpPr txBox="1">
            <a:spLocks noGrp="1"/>
          </p:cNvSpPr>
          <p:nvPr>
            <p:ph type="title"/>
          </p:nvPr>
        </p:nvSpPr>
        <p:spPr>
          <a:xfrm>
            <a:off x="464100" y="356675"/>
            <a:ext cx="8310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117. Identify possible reasons to use views.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67" name="Google Shape;867;p135"/>
          <p:cNvPicPr preferRelativeResize="0"/>
          <p:nvPr/>
        </p:nvPicPr>
        <p:blipFill>
          <a:blip r:embed="rId3">
            <a:alphaModFix/>
          </a:blip>
          <a:stretch>
            <a:fillRect/>
          </a:stretch>
        </p:blipFill>
        <p:spPr>
          <a:xfrm>
            <a:off x="3221831" y="1505657"/>
            <a:ext cx="3308201" cy="3137781"/>
          </a:xfrm>
          <a:prstGeom prst="rect">
            <a:avLst/>
          </a:prstGeom>
          <a:noFill/>
          <a:ln>
            <a:noFill/>
          </a:ln>
        </p:spPr>
      </p:pic>
      <p:sp>
        <p:nvSpPr>
          <p:cNvPr id="7" name="Google Shape;813;p128">
            <a:extLst>
              <a:ext uri="{FF2B5EF4-FFF2-40B4-BE49-F238E27FC236}">
                <a16:creationId xmlns:a16="http://schemas.microsoft.com/office/drawing/2014/main" id="{B50C2B25-9E37-4FBE-9539-25784C05EFA1}"/>
              </a:ext>
            </a:extLst>
          </p:cNvPr>
          <p:cNvSpPr txBox="1">
            <a:spLocks noGrp="1"/>
          </p:cNvSpPr>
          <p:nvPr>
            <p:ph type="body" idx="1"/>
          </p:nvPr>
        </p:nvSpPr>
        <p:spPr>
          <a:xfrm>
            <a:off x="2728912" y="1505657"/>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36"/>
          <p:cNvSpPr txBox="1">
            <a:spLocks noGrp="1"/>
          </p:cNvSpPr>
          <p:nvPr>
            <p:ph type="title"/>
          </p:nvPr>
        </p:nvSpPr>
        <p:spPr>
          <a:xfrm>
            <a:off x="464100" y="356675"/>
            <a:ext cx="8310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118. When we run a query that refers to a view...</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74" name="Google Shape;874;p136"/>
          <p:cNvPicPr preferRelativeResize="0"/>
          <p:nvPr/>
        </p:nvPicPr>
        <p:blipFill>
          <a:blip r:embed="rId3">
            <a:alphaModFix/>
          </a:blip>
          <a:stretch>
            <a:fillRect/>
          </a:stretch>
        </p:blipFill>
        <p:spPr>
          <a:xfrm>
            <a:off x="3228975" y="1657924"/>
            <a:ext cx="3502189" cy="3078381"/>
          </a:xfrm>
          <a:prstGeom prst="rect">
            <a:avLst/>
          </a:prstGeom>
          <a:noFill/>
          <a:ln>
            <a:noFill/>
          </a:ln>
        </p:spPr>
      </p:pic>
      <p:sp>
        <p:nvSpPr>
          <p:cNvPr id="7" name="Google Shape;813;p128">
            <a:extLst>
              <a:ext uri="{FF2B5EF4-FFF2-40B4-BE49-F238E27FC236}">
                <a16:creationId xmlns:a16="http://schemas.microsoft.com/office/drawing/2014/main" id="{3B63894E-7751-4904-8341-5ED97F39EC6B}"/>
              </a:ext>
            </a:extLst>
          </p:cNvPr>
          <p:cNvSpPr txBox="1">
            <a:spLocks noGrp="1"/>
          </p:cNvSpPr>
          <p:nvPr>
            <p:ph type="body" idx="1"/>
          </p:nvPr>
        </p:nvSpPr>
        <p:spPr>
          <a:xfrm>
            <a:off x="2628900" y="1657925"/>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137"/>
          <p:cNvSpPr txBox="1">
            <a:spLocks noGrp="1"/>
          </p:cNvSpPr>
          <p:nvPr>
            <p:ph type="title"/>
          </p:nvPr>
        </p:nvSpPr>
        <p:spPr>
          <a:xfrm>
            <a:off x="464100" y="356675"/>
            <a:ext cx="8310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119. When views are dropped...</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81" name="Google Shape;881;p137"/>
          <p:cNvPicPr preferRelativeResize="0"/>
          <p:nvPr/>
        </p:nvPicPr>
        <p:blipFill>
          <a:blip r:embed="rId3">
            <a:alphaModFix/>
          </a:blip>
          <a:stretch>
            <a:fillRect/>
          </a:stretch>
        </p:blipFill>
        <p:spPr>
          <a:xfrm>
            <a:off x="3157538" y="1599988"/>
            <a:ext cx="3144587" cy="3020318"/>
          </a:xfrm>
          <a:prstGeom prst="rect">
            <a:avLst/>
          </a:prstGeom>
          <a:noFill/>
          <a:ln>
            <a:noFill/>
          </a:ln>
        </p:spPr>
      </p:pic>
      <p:sp>
        <p:nvSpPr>
          <p:cNvPr id="7" name="Google Shape;813;p128">
            <a:extLst>
              <a:ext uri="{FF2B5EF4-FFF2-40B4-BE49-F238E27FC236}">
                <a16:creationId xmlns:a16="http://schemas.microsoft.com/office/drawing/2014/main" id="{A3B4BB3F-574E-4AED-AEB6-59E227F86BAD}"/>
              </a:ext>
            </a:extLst>
          </p:cNvPr>
          <p:cNvSpPr txBox="1">
            <a:spLocks noGrp="1"/>
          </p:cNvSpPr>
          <p:nvPr>
            <p:ph type="body" idx="1"/>
          </p:nvPr>
        </p:nvSpPr>
        <p:spPr>
          <a:xfrm>
            <a:off x="2650331" y="1599988"/>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38"/>
          <p:cNvSpPr txBox="1">
            <a:spLocks noGrp="1"/>
          </p:cNvSpPr>
          <p:nvPr>
            <p:ph type="title"/>
          </p:nvPr>
        </p:nvSpPr>
        <p:spPr>
          <a:xfrm>
            <a:off x="464100" y="356675"/>
            <a:ext cx="8481300" cy="9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120. T(A, B, C) has the tuples: (1,1,3), (1,2,3), (2,1,4), (2,3,5), (2,4,1), (3,2,4) and (3,3,6).</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888" name="Google Shape;888;p138"/>
          <p:cNvPicPr preferRelativeResize="0"/>
          <p:nvPr/>
        </p:nvPicPr>
        <p:blipFill>
          <a:blip r:embed="rId3">
            <a:alphaModFix/>
          </a:blip>
          <a:stretch>
            <a:fillRect/>
          </a:stretch>
        </p:blipFill>
        <p:spPr>
          <a:xfrm>
            <a:off x="633650" y="1561700"/>
            <a:ext cx="4391025" cy="2676525"/>
          </a:xfrm>
          <a:prstGeom prst="rect">
            <a:avLst/>
          </a:prstGeom>
          <a:noFill/>
          <a:ln>
            <a:noFill/>
          </a:ln>
        </p:spPr>
      </p:pic>
      <p:pic>
        <p:nvPicPr>
          <p:cNvPr id="889" name="Google Shape;889;p138"/>
          <p:cNvPicPr preferRelativeResize="0"/>
          <p:nvPr/>
        </p:nvPicPr>
        <p:blipFill>
          <a:blip r:embed="rId4">
            <a:alphaModFix/>
          </a:blip>
          <a:stretch>
            <a:fillRect/>
          </a:stretch>
        </p:blipFill>
        <p:spPr>
          <a:xfrm>
            <a:off x="5772150" y="1561699"/>
            <a:ext cx="3060573" cy="3020318"/>
          </a:xfrm>
          <a:prstGeom prst="rect">
            <a:avLst/>
          </a:prstGeom>
          <a:noFill/>
          <a:ln>
            <a:noFill/>
          </a:ln>
        </p:spPr>
      </p:pic>
      <p:sp>
        <p:nvSpPr>
          <p:cNvPr id="8" name="Google Shape;813;p128">
            <a:extLst>
              <a:ext uri="{FF2B5EF4-FFF2-40B4-BE49-F238E27FC236}">
                <a16:creationId xmlns:a16="http://schemas.microsoft.com/office/drawing/2014/main" id="{23DABDA6-E9AB-4919-B994-26B5BF921A79}"/>
              </a:ext>
            </a:extLst>
          </p:cNvPr>
          <p:cNvSpPr txBox="1">
            <a:spLocks noGrp="1"/>
          </p:cNvSpPr>
          <p:nvPr>
            <p:ph type="body" idx="1"/>
          </p:nvPr>
        </p:nvSpPr>
        <p:spPr>
          <a:xfrm>
            <a:off x="5257800" y="1561699"/>
            <a:ext cx="898744" cy="3020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000"/>
              <a:buNone/>
            </a:pPr>
            <a:r>
              <a:rPr lang="pt-PT" sz="2400" dirty="0"/>
              <a:t>1.</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2.</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3.</a:t>
            </a:r>
          </a:p>
          <a:p>
            <a:pPr marL="0" lvl="0" indent="0" algn="l" rtl="0">
              <a:spcBef>
                <a:spcPts val="0"/>
              </a:spcBef>
              <a:spcAft>
                <a:spcPts val="0"/>
              </a:spcAft>
              <a:buSzPts val="4000"/>
              <a:buNone/>
            </a:pPr>
            <a:endParaRPr lang="pt-PT" sz="2400" dirty="0"/>
          </a:p>
          <a:p>
            <a:pPr marL="0" lvl="0" indent="0" algn="l" rtl="0">
              <a:spcBef>
                <a:spcPts val="0"/>
              </a:spcBef>
              <a:spcAft>
                <a:spcPts val="0"/>
              </a:spcAft>
              <a:buSzPts val="4000"/>
              <a:buNone/>
            </a:pPr>
            <a:r>
              <a:rPr lang="pt-PT" sz="2400" dirty="0"/>
              <a:t>4. </a:t>
            </a:r>
          </a:p>
          <a:p>
            <a:pPr marL="0" lvl="0" indent="0" algn="l" rtl="0">
              <a:spcBef>
                <a:spcPts val="0"/>
              </a:spcBef>
              <a:spcAft>
                <a:spcPts val="0"/>
              </a:spcAft>
              <a:buSzPts val="4000"/>
              <a:buNone/>
            </a:pPr>
            <a:r>
              <a:rPr lang="pt-PT" sz="2400" dirty="0"/>
              <a:t> </a:t>
            </a:r>
            <a:endParaRPr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139"/>
          <p:cNvSpPr txBox="1">
            <a:spLocks noGrp="1"/>
          </p:cNvSpPr>
          <p:nvPr>
            <p:ph type="title"/>
          </p:nvPr>
        </p:nvSpPr>
        <p:spPr>
          <a:xfrm>
            <a:off x="464100" y="356675"/>
            <a:ext cx="8481300" cy="13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121. SELECT cName, avg(GPA) FROM Student NATURAL JOIN Apply GROUP BY cName HAVING dec LIKE ’Y’;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895" name="Google Shape;895;p139"/>
          <p:cNvSpPr txBox="1">
            <a:spLocks noGrp="1"/>
          </p:cNvSpPr>
          <p:nvPr>
            <p:ph type="body" idx="1"/>
          </p:nvPr>
        </p:nvSpPr>
        <p:spPr>
          <a:xfrm>
            <a:off x="5157275" y="1732475"/>
            <a:ext cx="3694800" cy="2764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pt-PT"/>
              <a:t>The query is syntactically wrong</a:t>
            </a:r>
            <a:endParaRPr/>
          </a:p>
          <a:p>
            <a:pPr marL="457200" lvl="0" indent="-342900" algn="l" rtl="0">
              <a:spcBef>
                <a:spcPts val="0"/>
              </a:spcBef>
              <a:spcAft>
                <a:spcPts val="0"/>
              </a:spcAft>
              <a:buSzPts val="1800"/>
              <a:buAutoNum type="arabicPeriod"/>
            </a:pPr>
            <a:r>
              <a:rPr lang="pt-PT"/>
              <a:t>Colleges with AA and their aplications’ average GPA</a:t>
            </a:r>
            <a:endParaRPr/>
          </a:p>
          <a:p>
            <a:pPr marL="457200" lvl="0" indent="-342900" algn="l" rtl="0">
              <a:spcBef>
                <a:spcPts val="0"/>
              </a:spcBef>
              <a:spcAft>
                <a:spcPts val="0"/>
              </a:spcAft>
              <a:buSzPts val="1800"/>
              <a:buAutoNum type="arabicPeriod"/>
            </a:pPr>
            <a:r>
              <a:rPr lang="pt-PT"/>
              <a:t>Colleges with Accepted Applications(AA) and AA’s average GPA</a:t>
            </a:r>
            <a:endParaRPr/>
          </a:p>
          <a:p>
            <a:pPr marL="457200" lvl="0" indent="-342900" algn="l" rtl="0">
              <a:spcBef>
                <a:spcPts val="0"/>
              </a:spcBef>
              <a:spcAft>
                <a:spcPts val="0"/>
              </a:spcAft>
              <a:buSzPts val="1800"/>
              <a:buAutoNum type="arabicPeriod"/>
            </a:pPr>
            <a:r>
              <a:rPr lang="pt-PT"/>
              <a:t>Colleges and average GPA of students applying there with AA</a:t>
            </a:r>
            <a:endParaRPr/>
          </a:p>
        </p:txBody>
      </p:sp>
      <p:pic>
        <p:nvPicPr>
          <p:cNvPr id="896" name="Google Shape;896;p139"/>
          <p:cNvPicPr preferRelativeResize="0"/>
          <p:nvPr/>
        </p:nvPicPr>
        <p:blipFill>
          <a:blip r:embed="rId3">
            <a:alphaModFix/>
          </a:blip>
          <a:stretch>
            <a:fillRect/>
          </a:stretch>
        </p:blipFill>
        <p:spPr>
          <a:xfrm>
            <a:off x="464088" y="1819475"/>
            <a:ext cx="4562475" cy="24193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140"/>
          <p:cNvSpPr txBox="1">
            <a:spLocks noGrp="1"/>
          </p:cNvSpPr>
          <p:nvPr>
            <p:ph type="title"/>
          </p:nvPr>
        </p:nvSpPr>
        <p:spPr>
          <a:xfrm>
            <a:off x="464100" y="356675"/>
            <a:ext cx="8201700" cy="13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122. SELECT S.sID, count(dec) FROM Student S, Apply A WHERE S.sID=A.sID GROUP BY S.sID;</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02" name="Google Shape;902;p140"/>
          <p:cNvSpPr txBox="1">
            <a:spLocks noGrp="1"/>
          </p:cNvSpPr>
          <p:nvPr>
            <p:ph type="body" idx="1"/>
          </p:nvPr>
        </p:nvSpPr>
        <p:spPr>
          <a:xfrm>
            <a:off x="5157275" y="1732475"/>
            <a:ext cx="3694800" cy="3136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pt-PT"/>
              <a:t>The query is wrong, count cannot be applied to strings</a:t>
            </a:r>
            <a:endParaRPr/>
          </a:p>
          <a:p>
            <a:pPr marL="457200" lvl="0" indent="-381000" algn="l" rtl="0">
              <a:spcBef>
                <a:spcPts val="0"/>
              </a:spcBef>
              <a:spcAft>
                <a:spcPts val="0"/>
              </a:spcAft>
              <a:buSzPts val="2400"/>
              <a:buAutoNum type="arabicPeriod"/>
            </a:pPr>
            <a:r>
              <a:rPr lang="pt-PT"/>
              <a:t>The query is wrong, column dec is ambiguous</a:t>
            </a:r>
            <a:endParaRPr/>
          </a:p>
          <a:p>
            <a:pPr marL="457200" lvl="0" indent="-381000" algn="l" rtl="0">
              <a:spcBef>
                <a:spcPts val="0"/>
              </a:spcBef>
              <a:spcAft>
                <a:spcPts val="0"/>
              </a:spcAft>
              <a:buSzPts val="2400"/>
              <a:buAutoNum type="arabicPeriod"/>
            </a:pPr>
            <a:r>
              <a:rPr lang="pt-PT"/>
              <a:t>The num of different decisions on applications per student</a:t>
            </a:r>
            <a:endParaRPr/>
          </a:p>
          <a:p>
            <a:pPr marL="457200" lvl="0" indent="-381000" algn="l" rtl="0">
              <a:spcBef>
                <a:spcPts val="0"/>
              </a:spcBef>
              <a:spcAft>
                <a:spcPts val="0"/>
              </a:spcAft>
              <a:buSzPts val="2400"/>
              <a:buAutoNum type="arabicPeriod"/>
            </a:pPr>
            <a:r>
              <a:rPr lang="pt-PT"/>
              <a:t>The num of applications having decisions per student</a:t>
            </a:r>
            <a:endParaRPr/>
          </a:p>
        </p:txBody>
      </p:sp>
      <p:pic>
        <p:nvPicPr>
          <p:cNvPr id="903" name="Google Shape;903;p140"/>
          <p:cNvPicPr preferRelativeResize="0"/>
          <p:nvPr/>
        </p:nvPicPr>
        <p:blipFill>
          <a:blip r:embed="rId3">
            <a:alphaModFix/>
          </a:blip>
          <a:stretch>
            <a:fillRect/>
          </a:stretch>
        </p:blipFill>
        <p:spPr>
          <a:xfrm>
            <a:off x="464088" y="1819475"/>
            <a:ext cx="4562475" cy="241935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41"/>
          <p:cNvSpPr txBox="1">
            <a:spLocks noGrp="1"/>
          </p:cNvSpPr>
          <p:nvPr>
            <p:ph type="title"/>
          </p:nvPr>
        </p:nvSpPr>
        <p:spPr>
          <a:xfrm>
            <a:off x="464100" y="356675"/>
            <a:ext cx="8201700" cy="13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123. SELECT CName, S.sID, min(GPA) FROM Student S, Apply A WHERE S.sID=A.sID GROUP BY CName;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09" name="Google Shape;909;p141"/>
          <p:cNvSpPr txBox="1">
            <a:spLocks noGrp="1"/>
          </p:cNvSpPr>
          <p:nvPr>
            <p:ph type="body" idx="1"/>
          </p:nvPr>
        </p:nvSpPr>
        <p:spPr>
          <a:xfrm>
            <a:off x="5157275" y="1732475"/>
            <a:ext cx="3694800" cy="31362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a:t>Minimum GPA of applications per college and student</a:t>
            </a:r>
            <a:endParaRPr/>
          </a:p>
          <a:p>
            <a:pPr marL="457200" lvl="0" indent="-381000" algn="l" rtl="0">
              <a:spcBef>
                <a:spcPts val="0"/>
              </a:spcBef>
              <a:spcAft>
                <a:spcPts val="0"/>
              </a:spcAft>
              <a:buSzPts val="2400"/>
              <a:buAutoNum type="arabicPeriod"/>
            </a:pPr>
            <a:r>
              <a:rPr lang="pt-PT"/>
              <a:t>An error will be returned</a:t>
            </a:r>
            <a:endParaRPr/>
          </a:p>
          <a:p>
            <a:pPr marL="457200" lvl="0" indent="-381000" algn="l" rtl="0">
              <a:spcBef>
                <a:spcPts val="0"/>
              </a:spcBef>
              <a:spcAft>
                <a:spcPts val="0"/>
              </a:spcAft>
              <a:buSzPts val="2400"/>
              <a:buAutoNum type="arabicPeriod"/>
            </a:pPr>
            <a:r>
              <a:rPr lang="pt-PT"/>
              <a:t>The query might not return the correct result</a:t>
            </a:r>
            <a:endParaRPr/>
          </a:p>
          <a:p>
            <a:pPr marL="457200" lvl="0" indent="-381000" algn="l" rtl="0">
              <a:spcBef>
                <a:spcPts val="0"/>
              </a:spcBef>
              <a:spcAft>
                <a:spcPts val="0"/>
              </a:spcAft>
              <a:buSzPts val="2400"/>
              <a:buAutoNum type="arabicPeriod"/>
            </a:pPr>
            <a:r>
              <a:rPr lang="pt-PT"/>
              <a:t>Minimum GPA of applications per college and its student ID</a:t>
            </a:r>
            <a:endParaRPr/>
          </a:p>
        </p:txBody>
      </p:sp>
      <p:pic>
        <p:nvPicPr>
          <p:cNvPr id="910" name="Google Shape;910;p141"/>
          <p:cNvPicPr preferRelativeResize="0"/>
          <p:nvPr/>
        </p:nvPicPr>
        <p:blipFill>
          <a:blip r:embed="rId3">
            <a:alphaModFix/>
          </a:blip>
          <a:stretch>
            <a:fillRect/>
          </a:stretch>
        </p:blipFill>
        <p:spPr>
          <a:xfrm>
            <a:off x="464088" y="1819475"/>
            <a:ext cx="4562475" cy="24193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142"/>
          <p:cNvSpPr txBox="1">
            <a:spLocks noGrp="1"/>
          </p:cNvSpPr>
          <p:nvPr>
            <p:ph type="title"/>
          </p:nvPr>
        </p:nvSpPr>
        <p:spPr>
          <a:xfrm>
            <a:off x="464100" y="356675"/>
            <a:ext cx="8201700" cy="13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124. SELECT SName, min(GPA), avg(GPA), max(GPA) FROM Student;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16" name="Google Shape;916;p142"/>
          <p:cNvSpPr txBox="1">
            <a:spLocks noGrp="1"/>
          </p:cNvSpPr>
          <p:nvPr>
            <p:ph type="body" idx="1"/>
          </p:nvPr>
        </p:nvSpPr>
        <p:spPr>
          <a:xfrm>
            <a:off x="5157275" y="1732475"/>
            <a:ext cx="3694800" cy="31362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a:t>3 tuples are retrieved</a:t>
            </a:r>
            <a:endParaRPr/>
          </a:p>
          <a:p>
            <a:pPr marL="457200" lvl="0" indent="-381000" algn="l" rtl="0">
              <a:spcBef>
                <a:spcPts val="0"/>
              </a:spcBef>
              <a:spcAft>
                <a:spcPts val="0"/>
              </a:spcAft>
              <a:buSzPts val="2400"/>
              <a:buAutoNum type="arabicPeriod"/>
            </a:pPr>
            <a:r>
              <a:rPr lang="pt-PT"/>
              <a:t>This query returns misleading results</a:t>
            </a:r>
            <a:endParaRPr/>
          </a:p>
          <a:p>
            <a:pPr marL="457200" lvl="0" indent="-381000" algn="l" rtl="0">
              <a:spcBef>
                <a:spcPts val="0"/>
              </a:spcBef>
              <a:spcAft>
                <a:spcPts val="0"/>
              </a:spcAft>
              <a:buSzPts val="2400"/>
              <a:buAutoNum type="arabicPeriod"/>
            </a:pPr>
            <a:r>
              <a:rPr lang="pt-PT"/>
              <a:t>2 tuples are retrieved</a:t>
            </a:r>
            <a:endParaRPr/>
          </a:p>
          <a:p>
            <a:pPr marL="457200" lvl="0" indent="-381000" algn="l" rtl="0">
              <a:spcBef>
                <a:spcPts val="0"/>
              </a:spcBef>
              <a:spcAft>
                <a:spcPts val="0"/>
              </a:spcAft>
              <a:buSzPts val="2400"/>
              <a:buAutoNum type="arabicPeriod"/>
            </a:pPr>
            <a:r>
              <a:rPr lang="pt-PT"/>
              <a:t>0 tuples are retrieved</a:t>
            </a:r>
            <a:endParaRPr/>
          </a:p>
        </p:txBody>
      </p:sp>
      <p:pic>
        <p:nvPicPr>
          <p:cNvPr id="917" name="Google Shape;917;p142"/>
          <p:cNvPicPr preferRelativeResize="0"/>
          <p:nvPr/>
        </p:nvPicPr>
        <p:blipFill>
          <a:blip r:embed="rId3">
            <a:alphaModFix/>
          </a:blip>
          <a:stretch>
            <a:fillRect/>
          </a:stretch>
        </p:blipFill>
        <p:spPr>
          <a:xfrm>
            <a:off x="464088" y="1819475"/>
            <a:ext cx="4562475" cy="24193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43"/>
          <p:cNvSpPr txBox="1">
            <a:spLocks noGrp="1"/>
          </p:cNvSpPr>
          <p:nvPr>
            <p:ph type="title"/>
          </p:nvPr>
        </p:nvSpPr>
        <p:spPr>
          <a:xfrm>
            <a:off x="464100" y="356675"/>
            <a:ext cx="8201700" cy="13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125. SELECT avg(HS) FROM Student;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23" name="Google Shape;923;p143"/>
          <p:cNvSpPr txBox="1">
            <a:spLocks noGrp="1"/>
          </p:cNvSpPr>
          <p:nvPr>
            <p:ph type="body" idx="1"/>
          </p:nvPr>
        </p:nvSpPr>
        <p:spPr>
          <a:xfrm>
            <a:off x="5281475" y="1732475"/>
            <a:ext cx="3570600" cy="31362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a:t>The answer is 1000</a:t>
            </a:r>
            <a:endParaRPr/>
          </a:p>
          <a:p>
            <a:pPr marL="457200" lvl="0" indent="-381000" algn="l" rtl="0">
              <a:spcBef>
                <a:spcPts val="0"/>
              </a:spcBef>
              <a:spcAft>
                <a:spcPts val="0"/>
              </a:spcAft>
              <a:buSzPts val="2400"/>
              <a:buAutoNum type="arabicPeriod"/>
            </a:pPr>
            <a:r>
              <a:rPr lang="pt-PT"/>
              <a:t>The answer is 750</a:t>
            </a:r>
            <a:endParaRPr/>
          </a:p>
          <a:p>
            <a:pPr marL="457200" lvl="0" indent="-381000" algn="l" rtl="0">
              <a:spcBef>
                <a:spcPts val="0"/>
              </a:spcBef>
              <a:spcAft>
                <a:spcPts val="0"/>
              </a:spcAft>
              <a:buSzPts val="2400"/>
              <a:buAutoNum type="arabicPeriod"/>
            </a:pPr>
            <a:r>
              <a:rPr lang="pt-PT"/>
              <a:t>The answer is NULL</a:t>
            </a:r>
            <a:endParaRPr/>
          </a:p>
          <a:p>
            <a:pPr marL="457200" lvl="0" indent="-381000" algn="l" rtl="0">
              <a:spcBef>
                <a:spcPts val="0"/>
              </a:spcBef>
              <a:spcAft>
                <a:spcPts val="0"/>
              </a:spcAft>
              <a:buSzPts val="2400"/>
              <a:buAutoNum type="arabicPeriod"/>
            </a:pPr>
            <a:r>
              <a:rPr lang="pt-PT"/>
              <a:t>This query returns an error</a:t>
            </a:r>
            <a:endParaRPr/>
          </a:p>
        </p:txBody>
      </p:sp>
      <p:pic>
        <p:nvPicPr>
          <p:cNvPr id="924" name="Google Shape;924;p143"/>
          <p:cNvPicPr preferRelativeResize="0"/>
          <p:nvPr/>
        </p:nvPicPr>
        <p:blipFill>
          <a:blip r:embed="rId3">
            <a:alphaModFix/>
          </a:blip>
          <a:stretch>
            <a:fillRect/>
          </a:stretch>
        </p:blipFill>
        <p:spPr>
          <a:xfrm>
            <a:off x="304800" y="1732475"/>
            <a:ext cx="4852476" cy="2798089"/>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144"/>
          <p:cNvSpPr txBox="1">
            <a:spLocks noGrp="1"/>
          </p:cNvSpPr>
          <p:nvPr>
            <p:ph type="title"/>
          </p:nvPr>
        </p:nvSpPr>
        <p:spPr>
          <a:xfrm>
            <a:off x="471150" y="154700"/>
            <a:ext cx="8201700" cy="66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126. The query...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30" name="Google Shape;930;p144"/>
          <p:cNvSpPr txBox="1">
            <a:spLocks noGrp="1"/>
          </p:cNvSpPr>
          <p:nvPr>
            <p:ph type="body" idx="1"/>
          </p:nvPr>
        </p:nvSpPr>
        <p:spPr>
          <a:xfrm>
            <a:off x="5281475" y="1732475"/>
            <a:ext cx="3570600" cy="31362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a:t>updates 3 tuples</a:t>
            </a:r>
            <a:endParaRPr/>
          </a:p>
          <a:p>
            <a:pPr marL="457200" lvl="0" indent="-381000" algn="l" rtl="0">
              <a:spcBef>
                <a:spcPts val="0"/>
              </a:spcBef>
              <a:spcAft>
                <a:spcPts val="0"/>
              </a:spcAft>
              <a:buSzPts val="2400"/>
              <a:buAutoNum type="arabicPeriod"/>
            </a:pPr>
            <a:r>
              <a:rPr lang="pt-PT"/>
              <a:t>updates 0 tuples</a:t>
            </a:r>
            <a:endParaRPr/>
          </a:p>
          <a:p>
            <a:pPr marL="457200" lvl="0" indent="-381000" algn="l" rtl="0">
              <a:spcBef>
                <a:spcPts val="0"/>
              </a:spcBef>
              <a:spcAft>
                <a:spcPts val="0"/>
              </a:spcAft>
              <a:buSzPts val="2400"/>
              <a:buAutoNum type="arabicPeriod"/>
            </a:pPr>
            <a:r>
              <a:rPr lang="pt-PT"/>
              <a:t>updates 4 tuples</a:t>
            </a:r>
            <a:endParaRPr/>
          </a:p>
          <a:p>
            <a:pPr marL="457200" lvl="0" indent="-381000" algn="l" rtl="0">
              <a:spcBef>
                <a:spcPts val="0"/>
              </a:spcBef>
              <a:spcAft>
                <a:spcPts val="0"/>
              </a:spcAft>
              <a:buSzPts val="2400"/>
              <a:buAutoNum type="arabicPeriod"/>
            </a:pPr>
            <a:r>
              <a:rPr lang="pt-PT"/>
              <a:t>generates an error</a:t>
            </a:r>
            <a:endParaRPr/>
          </a:p>
        </p:txBody>
      </p:sp>
      <p:pic>
        <p:nvPicPr>
          <p:cNvPr id="931" name="Google Shape;931;p144"/>
          <p:cNvPicPr preferRelativeResize="0"/>
          <p:nvPr/>
        </p:nvPicPr>
        <p:blipFill>
          <a:blip r:embed="rId3">
            <a:alphaModFix/>
          </a:blip>
          <a:stretch>
            <a:fillRect/>
          </a:stretch>
        </p:blipFill>
        <p:spPr>
          <a:xfrm>
            <a:off x="289275" y="816499"/>
            <a:ext cx="4490825" cy="2589550"/>
          </a:xfrm>
          <a:prstGeom prst="rect">
            <a:avLst/>
          </a:prstGeom>
          <a:noFill/>
          <a:ln>
            <a:noFill/>
          </a:ln>
        </p:spPr>
      </p:pic>
      <p:pic>
        <p:nvPicPr>
          <p:cNvPr id="932" name="Google Shape;932;p144"/>
          <p:cNvPicPr preferRelativeResize="0"/>
          <p:nvPr/>
        </p:nvPicPr>
        <p:blipFill>
          <a:blip r:embed="rId4">
            <a:alphaModFix/>
          </a:blip>
          <a:stretch>
            <a:fillRect/>
          </a:stretch>
        </p:blipFill>
        <p:spPr>
          <a:xfrm>
            <a:off x="289275" y="3519175"/>
            <a:ext cx="4816001" cy="14448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145"/>
          <p:cNvSpPr txBox="1">
            <a:spLocks noGrp="1"/>
          </p:cNvSpPr>
          <p:nvPr>
            <p:ph type="title"/>
          </p:nvPr>
        </p:nvSpPr>
        <p:spPr>
          <a:xfrm>
            <a:off x="464100" y="356675"/>
            <a:ext cx="8201700" cy="13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127. SELECT * FROM Student S1, Student S2 WHERE S1.HS=S2.HS;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38" name="Google Shape;938;p145"/>
          <p:cNvSpPr txBox="1">
            <a:spLocks noGrp="1"/>
          </p:cNvSpPr>
          <p:nvPr>
            <p:ph type="body" idx="1"/>
          </p:nvPr>
        </p:nvSpPr>
        <p:spPr>
          <a:xfrm>
            <a:off x="5281475" y="1732475"/>
            <a:ext cx="3570600" cy="31362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a:t>This query returns 6 rows</a:t>
            </a:r>
            <a:endParaRPr/>
          </a:p>
          <a:p>
            <a:pPr marL="457200" lvl="0" indent="-381000" algn="l" rtl="0">
              <a:spcBef>
                <a:spcPts val="0"/>
              </a:spcBef>
              <a:spcAft>
                <a:spcPts val="0"/>
              </a:spcAft>
              <a:buSzPts val="2400"/>
              <a:buAutoNum type="arabicPeriod"/>
            </a:pPr>
            <a:r>
              <a:rPr lang="pt-PT"/>
              <a:t>This query returns an error</a:t>
            </a:r>
            <a:endParaRPr/>
          </a:p>
          <a:p>
            <a:pPr marL="457200" lvl="0" indent="-381000" algn="l" rtl="0">
              <a:spcBef>
                <a:spcPts val="0"/>
              </a:spcBef>
              <a:spcAft>
                <a:spcPts val="0"/>
              </a:spcAft>
              <a:buSzPts val="2400"/>
              <a:buAutoNum type="arabicPeriod"/>
            </a:pPr>
            <a:r>
              <a:rPr lang="pt-PT"/>
              <a:t>This query returns 4 rows</a:t>
            </a:r>
            <a:endParaRPr/>
          </a:p>
          <a:p>
            <a:pPr marL="457200" lvl="0" indent="-381000" algn="l" rtl="0">
              <a:spcBef>
                <a:spcPts val="0"/>
              </a:spcBef>
              <a:spcAft>
                <a:spcPts val="0"/>
              </a:spcAft>
              <a:buSzPts val="2400"/>
              <a:buAutoNum type="arabicPeriod"/>
            </a:pPr>
            <a:r>
              <a:rPr lang="pt-PT"/>
              <a:t>This query returns 3 rows</a:t>
            </a:r>
            <a:endParaRPr/>
          </a:p>
        </p:txBody>
      </p:sp>
      <p:pic>
        <p:nvPicPr>
          <p:cNvPr id="939" name="Google Shape;939;p145"/>
          <p:cNvPicPr preferRelativeResize="0"/>
          <p:nvPr/>
        </p:nvPicPr>
        <p:blipFill>
          <a:blip r:embed="rId3">
            <a:alphaModFix/>
          </a:blip>
          <a:stretch>
            <a:fillRect/>
          </a:stretch>
        </p:blipFill>
        <p:spPr>
          <a:xfrm>
            <a:off x="304800" y="1732475"/>
            <a:ext cx="4852476" cy="2798089"/>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146"/>
          <p:cNvSpPr txBox="1">
            <a:spLocks noGrp="1"/>
          </p:cNvSpPr>
          <p:nvPr>
            <p:ph type="title"/>
          </p:nvPr>
        </p:nvSpPr>
        <p:spPr>
          <a:xfrm>
            <a:off x="464100" y="356675"/>
            <a:ext cx="8201700" cy="13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128. INSERT INTO Student(sName, GPA) VALUES(‘Louise’, 3.9); *Executado no SQLite*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45" name="Google Shape;945;p146"/>
          <p:cNvSpPr txBox="1">
            <a:spLocks noGrp="1"/>
          </p:cNvSpPr>
          <p:nvPr>
            <p:ph type="body" idx="1"/>
          </p:nvPr>
        </p:nvSpPr>
        <p:spPr>
          <a:xfrm>
            <a:off x="5254525" y="1355450"/>
            <a:ext cx="3570600" cy="36006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a:t>Inserts the tuple (NULL, ‘Louise’, 3.9, NULL) in Student</a:t>
            </a:r>
            <a:endParaRPr/>
          </a:p>
          <a:p>
            <a:pPr marL="457200" lvl="0" indent="-381000" algn="l" rtl="0">
              <a:spcBef>
                <a:spcPts val="0"/>
              </a:spcBef>
              <a:spcAft>
                <a:spcPts val="0"/>
              </a:spcAft>
              <a:buSzPts val="2400"/>
              <a:buAutoNum type="arabicPeriod"/>
            </a:pPr>
            <a:r>
              <a:rPr lang="pt-PT"/>
              <a:t>Inserts the tuple (348, ‘Louise’, 3.9, NULL) in Student</a:t>
            </a:r>
            <a:endParaRPr/>
          </a:p>
          <a:p>
            <a:pPr marL="457200" lvl="0" indent="-381000" algn="l" rtl="0">
              <a:spcBef>
                <a:spcPts val="0"/>
              </a:spcBef>
              <a:spcAft>
                <a:spcPts val="0"/>
              </a:spcAft>
              <a:buSzPts val="2400"/>
              <a:buAutoNum type="arabicPeriod"/>
            </a:pPr>
            <a:r>
              <a:rPr lang="pt-PT"/>
              <a:t>Generates an error because some values are missing</a:t>
            </a:r>
            <a:endParaRPr/>
          </a:p>
          <a:p>
            <a:pPr marL="457200" lvl="0" indent="-381000" algn="l" rtl="0">
              <a:spcBef>
                <a:spcPts val="0"/>
              </a:spcBef>
              <a:spcAft>
                <a:spcPts val="0"/>
              </a:spcAft>
              <a:buSzPts val="2400"/>
              <a:buAutoNum type="arabicPeriod"/>
            </a:pPr>
            <a:r>
              <a:rPr lang="pt-PT"/>
              <a:t>Generates an error because sID cannot be NULL</a:t>
            </a:r>
            <a:endParaRPr/>
          </a:p>
        </p:txBody>
      </p:sp>
      <p:pic>
        <p:nvPicPr>
          <p:cNvPr id="946" name="Google Shape;946;p146"/>
          <p:cNvPicPr preferRelativeResize="0"/>
          <p:nvPr/>
        </p:nvPicPr>
        <p:blipFill>
          <a:blip r:embed="rId3">
            <a:alphaModFix/>
          </a:blip>
          <a:stretch>
            <a:fillRect/>
          </a:stretch>
        </p:blipFill>
        <p:spPr>
          <a:xfrm>
            <a:off x="304800" y="1732475"/>
            <a:ext cx="4852476" cy="2798089"/>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147"/>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129. T1 has a serializable behaviour...</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52" name="Google Shape;952;p147"/>
          <p:cNvSpPr txBox="1">
            <a:spLocks noGrp="1"/>
          </p:cNvSpPr>
          <p:nvPr>
            <p:ph type="body" idx="1"/>
          </p:nvPr>
        </p:nvSpPr>
        <p:spPr>
          <a:xfrm>
            <a:off x="610000" y="2338000"/>
            <a:ext cx="7824300" cy="27396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with transactions without inserts</a:t>
            </a:r>
            <a:endParaRPr sz="2400"/>
          </a:p>
          <a:p>
            <a:pPr marL="457200" lvl="0" indent="-381000" algn="l" rtl="0">
              <a:spcBef>
                <a:spcPts val="0"/>
              </a:spcBef>
              <a:spcAft>
                <a:spcPts val="0"/>
              </a:spcAft>
              <a:buSzPts val="2400"/>
              <a:buAutoNum type="arabicPeriod"/>
            </a:pPr>
            <a:r>
              <a:rPr lang="pt-PT" sz="2400"/>
              <a:t>with no other transaction because it’s “repeatable read”</a:t>
            </a:r>
            <a:endParaRPr sz="2400"/>
          </a:p>
          <a:p>
            <a:pPr marL="457200" lvl="0" indent="-381000" algn="l" rtl="0">
              <a:spcBef>
                <a:spcPts val="0"/>
              </a:spcBef>
              <a:spcAft>
                <a:spcPts val="0"/>
              </a:spcAft>
              <a:buSzPts val="2400"/>
              <a:buAutoNum type="arabicPeriod"/>
            </a:pPr>
            <a:r>
              <a:rPr lang="pt-PT" sz="2400"/>
              <a:t>with any other transaction</a:t>
            </a:r>
            <a:endParaRPr sz="2400"/>
          </a:p>
          <a:p>
            <a:pPr marL="457200" lvl="0" indent="-381000" algn="l" rtl="0">
              <a:spcBef>
                <a:spcPts val="0"/>
              </a:spcBef>
              <a:spcAft>
                <a:spcPts val="0"/>
              </a:spcAft>
              <a:buSzPts val="2400"/>
              <a:buAutoNum type="arabicPeriod"/>
            </a:pPr>
            <a:r>
              <a:rPr lang="pt-PT" sz="2400"/>
              <a:t>with transactions with “serializable” isolation level</a:t>
            </a:r>
            <a:endParaRPr sz="2400"/>
          </a:p>
        </p:txBody>
      </p:sp>
      <p:pic>
        <p:nvPicPr>
          <p:cNvPr id="953" name="Google Shape;953;p147"/>
          <p:cNvPicPr preferRelativeResize="0"/>
          <p:nvPr/>
        </p:nvPicPr>
        <p:blipFill>
          <a:blip r:embed="rId3">
            <a:alphaModFix/>
          </a:blip>
          <a:stretch>
            <a:fillRect/>
          </a:stretch>
        </p:blipFill>
        <p:spPr>
          <a:xfrm>
            <a:off x="2353663" y="1074275"/>
            <a:ext cx="4436667" cy="83187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148"/>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130. Consider two money transfers: #1 (from account A to account B) and #2 (from B to A)</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59" name="Google Shape;959;p148"/>
          <p:cNvSpPr txBox="1">
            <a:spLocks noGrp="1"/>
          </p:cNvSpPr>
          <p:nvPr>
            <p:ph type="body" idx="1"/>
          </p:nvPr>
        </p:nvSpPr>
        <p:spPr>
          <a:xfrm>
            <a:off x="610000" y="2338000"/>
            <a:ext cx="7824300" cy="27396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A transaction should be created on either transfer #1 or #2</a:t>
            </a:r>
            <a:endParaRPr sz="2400"/>
          </a:p>
          <a:p>
            <a:pPr marL="457200" lvl="0" indent="-381000" algn="l" rtl="0">
              <a:spcBef>
                <a:spcPts val="0"/>
              </a:spcBef>
              <a:spcAft>
                <a:spcPts val="0"/>
              </a:spcAft>
              <a:buSzPts val="2400"/>
              <a:buAutoNum type="arabicPeriod"/>
            </a:pPr>
            <a:r>
              <a:rPr lang="pt-PT" sz="2400"/>
              <a:t>A transaction should be created only on transfer #1</a:t>
            </a:r>
            <a:endParaRPr sz="2400"/>
          </a:p>
          <a:p>
            <a:pPr marL="457200" lvl="0" indent="-381000" algn="l" rtl="0">
              <a:spcBef>
                <a:spcPts val="0"/>
              </a:spcBef>
              <a:spcAft>
                <a:spcPts val="0"/>
              </a:spcAft>
              <a:buSzPts val="2400"/>
              <a:buAutoNum type="arabicPeriod"/>
            </a:pPr>
            <a:r>
              <a:rPr lang="pt-PT" sz="2400"/>
              <a:t>A transaction should be created only on transfer #2</a:t>
            </a:r>
            <a:endParaRPr sz="2400"/>
          </a:p>
          <a:p>
            <a:pPr marL="457200" lvl="0" indent="-381000" algn="l" rtl="0">
              <a:spcBef>
                <a:spcPts val="0"/>
              </a:spcBef>
              <a:spcAft>
                <a:spcPts val="0"/>
              </a:spcAft>
              <a:buSzPts val="2400"/>
              <a:buAutoNum type="arabicPeriod"/>
            </a:pPr>
            <a:r>
              <a:rPr lang="pt-PT" sz="2400"/>
              <a:t>A transaction should be created on both transfers</a:t>
            </a:r>
            <a:endParaRPr sz="24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149"/>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131. What ensures that once transaction changes are done, they cannot be undone or lost?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65" name="Google Shape;965;p149"/>
          <p:cNvSpPr txBox="1">
            <a:spLocks noGrp="1"/>
          </p:cNvSpPr>
          <p:nvPr>
            <p:ph type="body" idx="1"/>
          </p:nvPr>
        </p:nvSpPr>
        <p:spPr>
          <a:xfrm>
            <a:off x="610000" y="1604975"/>
            <a:ext cx="7824300" cy="3472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Consistency</a:t>
            </a:r>
            <a:endParaRPr sz="2400"/>
          </a:p>
          <a:p>
            <a:pPr marL="457200" lvl="0" indent="-381000" algn="l" rtl="0">
              <a:spcBef>
                <a:spcPts val="0"/>
              </a:spcBef>
              <a:spcAft>
                <a:spcPts val="0"/>
              </a:spcAft>
              <a:buSzPts val="2400"/>
              <a:buAutoNum type="arabicPeriod"/>
            </a:pPr>
            <a:r>
              <a:rPr lang="pt-PT" sz="2400"/>
              <a:t>Durability</a:t>
            </a:r>
            <a:endParaRPr sz="2400"/>
          </a:p>
          <a:p>
            <a:pPr marL="457200" lvl="0" indent="-381000" algn="l" rtl="0">
              <a:spcBef>
                <a:spcPts val="0"/>
              </a:spcBef>
              <a:spcAft>
                <a:spcPts val="0"/>
              </a:spcAft>
              <a:buSzPts val="2400"/>
              <a:buAutoNum type="arabicPeriod"/>
            </a:pPr>
            <a:r>
              <a:rPr lang="pt-PT" sz="2400"/>
              <a:t>Atomicity</a:t>
            </a:r>
            <a:endParaRPr sz="2400"/>
          </a:p>
          <a:p>
            <a:pPr marL="457200" lvl="0" indent="-381000" algn="l" rtl="0">
              <a:spcBef>
                <a:spcPts val="0"/>
              </a:spcBef>
              <a:spcAft>
                <a:spcPts val="0"/>
              </a:spcAft>
              <a:buSzPts val="2400"/>
              <a:buAutoNum type="arabicPeriod"/>
            </a:pPr>
            <a:r>
              <a:rPr lang="pt-PT" sz="2400"/>
              <a:t>Isolation</a:t>
            </a:r>
            <a:endParaRPr sz="24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150"/>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132. Which of the following has “all-or-none” property?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71" name="Google Shape;971;p150"/>
          <p:cNvSpPr txBox="1">
            <a:spLocks noGrp="1"/>
          </p:cNvSpPr>
          <p:nvPr>
            <p:ph type="body" idx="1"/>
          </p:nvPr>
        </p:nvSpPr>
        <p:spPr>
          <a:xfrm>
            <a:off x="610000" y="1604975"/>
            <a:ext cx="7824300" cy="3472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Durability</a:t>
            </a:r>
            <a:endParaRPr sz="2400"/>
          </a:p>
          <a:p>
            <a:pPr marL="457200" lvl="0" indent="-381000" algn="l" rtl="0">
              <a:spcBef>
                <a:spcPts val="0"/>
              </a:spcBef>
              <a:spcAft>
                <a:spcPts val="0"/>
              </a:spcAft>
              <a:buSzPts val="2400"/>
              <a:buAutoNum type="arabicPeriod"/>
            </a:pPr>
            <a:r>
              <a:rPr lang="pt-PT" sz="2400"/>
              <a:t>All of the mentioned</a:t>
            </a:r>
            <a:endParaRPr sz="2400"/>
          </a:p>
          <a:p>
            <a:pPr marL="457200" lvl="0" indent="-381000" algn="l" rtl="0">
              <a:spcBef>
                <a:spcPts val="0"/>
              </a:spcBef>
              <a:spcAft>
                <a:spcPts val="0"/>
              </a:spcAft>
              <a:buSzPts val="2400"/>
              <a:buAutoNum type="arabicPeriod"/>
            </a:pPr>
            <a:r>
              <a:rPr lang="pt-PT" sz="2400"/>
              <a:t>Atomicity</a:t>
            </a:r>
            <a:endParaRPr sz="2400"/>
          </a:p>
          <a:p>
            <a:pPr marL="457200" lvl="0" indent="-381000" algn="l" rtl="0">
              <a:spcBef>
                <a:spcPts val="0"/>
              </a:spcBef>
              <a:spcAft>
                <a:spcPts val="0"/>
              </a:spcAft>
              <a:buSzPts val="2400"/>
              <a:buAutoNum type="arabicPeriod"/>
            </a:pPr>
            <a:r>
              <a:rPr lang="pt-PT" sz="2400"/>
              <a:t>Isolation</a:t>
            </a:r>
            <a:endParaRPr sz="240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151"/>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133. Which of the following is not a reason NoSQL has become a popular solution?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77" name="Google Shape;977;p151"/>
          <p:cNvSpPr txBox="1">
            <a:spLocks noGrp="1"/>
          </p:cNvSpPr>
          <p:nvPr>
            <p:ph type="body" idx="1"/>
          </p:nvPr>
        </p:nvSpPr>
        <p:spPr>
          <a:xfrm>
            <a:off x="610000" y="1604975"/>
            <a:ext cx="7824300" cy="3472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Better scalability</a:t>
            </a:r>
            <a:endParaRPr sz="2400"/>
          </a:p>
          <a:p>
            <a:pPr marL="457200" lvl="0" indent="-381000" algn="l" rtl="0">
              <a:spcBef>
                <a:spcPts val="0"/>
              </a:spcBef>
              <a:spcAft>
                <a:spcPts val="0"/>
              </a:spcAft>
              <a:buSzPts val="2400"/>
              <a:buAutoNum type="arabicPeriod"/>
            </a:pPr>
            <a:r>
              <a:rPr lang="pt-PT" sz="2400"/>
              <a:t>Faster access to data than RDBMS</a:t>
            </a:r>
            <a:endParaRPr sz="2400"/>
          </a:p>
          <a:p>
            <a:pPr marL="457200" lvl="0" indent="-381000" algn="l" rtl="0">
              <a:spcBef>
                <a:spcPts val="0"/>
              </a:spcBef>
              <a:spcAft>
                <a:spcPts val="0"/>
              </a:spcAft>
              <a:buSzPts val="2400"/>
              <a:buAutoNum type="arabicPeriod"/>
            </a:pPr>
            <a:r>
              <a:rPr lang="pt-PT" sz="2400"/>
              <a:t>More easily allows data to be held across multiple servers</a:t>
            </a:r>
            <a:endParaRPr sz="2400"/>
          </a:p>
          <a:p>
            <a:pPr marL="457200" lvl="0" indent="-381000" algn="l" rtl="0">
              <a:spcBef>
                <a:spcPts val="0"/>
              </a:spcBef>
              <a:spcAft>
                <a:spcPts val="0"/>
              </a:spcAft>
              <a:buSzPts val="2400"/>
              <a:buAutoNum type="arabicPeriod"/>
            </a:pPr>
            <a:r>
              <a:rPr lang="pt-PT" sz="2400"/>
              <a:t>Improved ability to keep data consistent</a:t>
            </a:r>
            <a:endParaRPr sz="24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152"/>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134. Most NoSQL support automatic _______, meaning that you get high disaster recovery.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83" name="Google Shape;983;p152"/>
          <p:cNvSpPr txBox="1">
            <a:spLocks noGrp="1"/>
          </p:cNvSpPr>
          <p:nvPr>
            <p:ph type="body" idx="1"/>
          </p:nvPr>
        </p:nvSpPr>
        <p:spPr>
          <a:xfrm>
            <a:off x="610000" y="1604975"/>
            <a:ext cx="7824300" cy="3472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replication</a:t>
            </a:r>
            <a:endParaRPr sz="2400"/>
          </a:p>
          <a:p>
            <a:pPr marL="457200" lvl="0" indent="-381000" algn="l" rtl="0">
              <a:spcBef>
                <a:spcPts val="0"/>
              </a:spcBef>
              <a:spcAft>
                <a:spcPts val="0"/>
              </a:spcAft>
              <a:buSzPts val="2400"/>
              <a:buAutoNum type="arabicPeriod"/>
            </a:pPr>
            <a:r>
              <a:rPr lang="pt-PT" sz="2400"/>
              <a:t>scalability</a:t>
            </a:r>
            <a:endParaRPr sz="2400"/>
          </a:p>
          <a:p>
            <a:pPr marL="457200" lvl="0" indent="-381000" algn="l" rtl="0">
              <a:spcBef>
                <a:spcPts val="0"/>
              </a:spcBef>
              <a:spcAft>
                <a:spcPts val="0"/>
              </a:spcAft>
              <a:buSzPts val="2400"/>
              <a:buAutoNum type="arabicPeriod"/>
            </a:pPr>
            <a:r>
              <a:rPr lang="pt-PT" sz="2400"/>
              <a:t>all of the other options</a:t>
            </a:r>
            <a:endParaRPr sz="2400"/>
          </a:p>
          <a:p>
            <a:pPr marL="457200" lvl="0" indent="-381000" algn="l" rtl="0">
              <a:spcBef>
                <a:spcPts val="0"/>
              </a:spcBef>
              <a:spcAft>
                <a:spcPts val="0"/>
              </a:spcAft>
              <a:buSzPts val="2400"/>
              <a:buAutoNum type="arabicPeriod"/>
            </a:pPr>
            <a:r>
              <a:rPr lang="pt-PT" sz="2400"/>
              <a:t>processing</a:t>
            </a:r>
            <a:endParaRPr sz="24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153"/>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135. Sharding...</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89" name="Google Shape;989;p153"/>
          <p:cNvSpPr txBox="1">
            <a:spLocks noGrp="1"/>
          </p:cNvSpPr>
          <p:nvPr>
            <p:ph type="body" idx="1"/>
          </p:nvPr>
        </p:nvSpPr>
        <p:spPr>
          <a:xfrm>
            <a:off x="610000" y="1604975"/>
            <a:ext cx="7824300" cy="3472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provides a way to horizontally scale</a:t>
            </a:r>
            <a:endParaRPr sz="2400"/>
          </a:p>
          <a:p>
            <a:pPr marL="457200" lvl="0" indent="-381000" algn="l" rtl="0">
              <a:spcBef>
                <a:spcPts val="0"/>
              </a:spcBef>
              <a:spcAft>
                <a:spcPts val="0"/>
              </a:spcAft>
              <a:buSzPts val="2400"/>
              <a:buAutoNum type="arabicPeriod"/>
            </a:pPr>
            <a:r>
              <a:rPr lang="pt-PT" sz="2400"/>
              <a:t>is valuable for read and write performance</a:t>
            </a:r>
            <a:endParaRPr sz="2400"/>
          </a:p>
          <a:p>
            <a:pPr marL="457200" lvl="0" indent="-381000" algn="l" rtl="0">
              <a:spcBef>
                <a:spcPts val="0"/>
              </a:spcBef>
              <a:spcAft>
                <a:spcPts val="0"/>
              </a:spcAft>
              <a:buSzPts val="2400"/>
              <a:buAutoNum type="arabicPeriod"/>
            </a:pPr>
            <a:r>
              <a:rPr lang="pt-PT" sz="2400"/>
              <a:t>puts different data on different nodes</a:t>
            </a:r>
            <a:endParaRPr sz="2400"/>
          </a:p>
          <a:p>
            <a:pPr marL="457200" lvl="0" indent="-381000" algn="l" rtl="0">
              <a:spcBef>
                <a:spcPts val="0"/>
              </a:spcBef>
              <a:spcAft>
                <a:spcPts val="0"/>
              </a:spcAft>
              <a:buSzPts val="2400"/>
              <a:buAutoNum type="arabicPeriod"/>
            </a:pPr>
            <a:r>
              <a:rPr lang="pt-PT" sz="2400"/>
              <a:t>all of the of the options</a:t>
            </a:r>
            <a:endParaRPr sz="24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154"/>
          <p:cNvSpPr txBox="1">
            <a:spLocks noGrp="1"/>
          </p:cNvSpPr>
          <p:nvPr>
            <p:ph type="title"/>
          </p:nvPr>
        </p:nvSpPr>
        <p:spPr>
          <a:xfrm>
            <a:off x="464100" y="356675"/>
            <a:ext cx="8520600" cy="124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136. It is best to use a NoSQL database when...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95" name="Google Shape;995;p154"/>
          <p:cNvSpPr txBox="1">
            <a:spLocks noGrp="1"/>
          </p:cNvSpPr>
          <p:nvPr>
            <p:ph type="body" idx="1"/>
          </p:nvPr>
        </p:nvSpPr>
        <p:spPr>
          <a:xfrm>
            <a:off x="610000" y="1604975"/>
            <a:ext cx="7824300" cy="3472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the data is predictable</a:t>
            </a:r>
            <a:endParaRPr sz="2400"/>
          </a:p>
          <a:p>
            <a:pPr marL="457200" lvl="0" indent="-381000" algn="l" rtl="0">
              <a:spcBef>
                <a:spcPts val="0"/>
              </a:spcBef>
              <a:spcAft>
                <a:spcPts val="0"/>
              </a:spcAft>
              <a:buSzPts val="2400"/>
              <a:buAutoNum type="arabicPeriod"/>
            </a:pPr>
            <a:r>
              <a:rPr lang="pt-PT" sz="2400"/>
              <a:t>the retrieval speed of data is not critical</a:t>
            </a:r>
            <a:endParaRPr sz="2400"/>
          </a:p>
          <a:p>
            <a:pPr marL="457200" lvl="0" indent="-381000" algn="l" rtl="0">
              <a:spcBef>
                <a:spcPts val="0"/>
              </a:spcBef>
              <a:spcAft>
                <a:spcPts val="0"/>
              </a:spcAft>
              <a:buSzPts val="2400"/>
              <a:buAutoNum type="arabicPeriod"/>
            </a:pPr>
            <a:r>
              <a:rPr lang="pt-PT" sz="2400"/>
              <a:t>providing confidentiality and integrity is crucial</a:t>
            </a:r>
            <a:endParaRPr sz="2400"/>
          </a:p>
          <a:p>
            <a:pPr marL="457200" lvl="0" indent="-381000" algn="l" rtl="0">
              <a:spcBef>
                <a:spcPts val="0"/>
              </a:spcBef>
              <a:spcAft>
                <a:spcPts val="0"/>
              </a:spcAft>
              <a:buSzPts val="2400"/>
              <a:buAutoNum type="arabicPeriod"/>
            </a:pPr>
            <a:r>
              <a:rPr lang="pt-PT" sz="2400"/>
              <a:t>the retrieval of large quantities of data is needed</a:t>
            </a:r>
            <a:endParaRPr sz="240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155"/>
          <p:cNvSpPr txBox="1">
            <a:spLocks noGrp="1"/>
          </p:cNvSpPr>
          <p:nvPr>
            <p:ph type="title"/>
          </p:nvPr>
        </p:nvSpPr>
        <p:spPr>
          <a:xfrm>
            <a:off x="464100" y="356675"/>
            <a:ext cx="8520600" cy="31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137. STUDENTS(student_code, first_name, last_name, email, phone_no, date_of_birth, honours_subject, percentage_of_marks);</a:t>
            </a:r>
            <a:endParaRPr/>
          </a:p>
          <a:p>
            <a:pPr marL="0" lvl="0" indent="0" algn="l" rtl="0">
              <a:spcBef>
                <a:spcPts val="0"/>
              </a:spcBef>
              <a:spcAft>
                <a:spcPts val="0"/>
              </a:spcAft>
              <a:buNone/>
            </a:pPr>
            <a:endParaRPr/>
          </a:p>
          <a:p>
            <a:pPr marL="0" lvl="0" indent="0" algn="l" rtl="0">
              <a:spcBef>
                <a:spcPts val="0"/>
              </a:spcBef>
              <a:spcAft>
                <a:spcPts val="0"/>
              </a:spcAft>
              <a:buNone/>
            </a:pPr>
            <a:r>
              <a:rPr lang="pt-PT"/>
              <a:t>Write a query that lists the average percentage of marks in each honours subject, when the average is more than 50 percent?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156"/>
          <p:cNvSpPr txBox="1">
            <a:spLocks noGrp="1"/>
          </p:cNvSpPr>
          <p:nvPr>
            <p:ph type="title"/>
          </p:nvPr>
        </p:nvSpPr>
        <p:spPr>
          <a:xfrm>
            <a:off x="464100" y="356675"/>
            <a:ext cx="8520600" cy="122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138. Which of the following is not true about modifying rows in a table?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06" name="Google Shape;1006;p156"/>
          <p:cNvSpPr txBox="1">
            <a:spLocks noGrp="1"/>
          </p:cNvSpPr>
          <p:nvPr>
            <p:ph type="body" idx="1"/>
          </p:nvPr>
        </p:nvSpPr>
        <p:spPr>
          <a:xfrm>
            <a:off x="610000" y="1604975"/>
            <a:ext cx="7824300" cy="3472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Existing rows in a table are modified using the UPDATE statement.</a:t>
            </a:r>
            <a:endParaRPr sz="2400"/>
          </a:p>
          <a:p>
            <a:pPr marL="457200" lvl="0" indent="-381000" algn="l" rtl="0">
              <a:spcBef>
                <a:spcPts val="0"/>
              </a:spcBef>
              <a:spcAft>
                <a:spcPts val="0"/>
              </a:spcAft>
              <a:buSzPts val="2400"/>
              <a:buAutoNum type="arabicPeriod"/>
            </a:pPr>
            <a:r>
              <a:rPr lang="pt-PT" sz="2400"/>
              <a:t>You can update more than one row at a time.</a:t>
            </a:r>
            <a:endParaRPr sz="2400"/>
          </a:p>
          <a:p>
            <a:pPr marL="457200" lvl="0" indent="-381000" algn="l" rtl="0">
              <a:spcBef>
                <a:spcPts val="0"/>
              </a:spcBef>
              <a:spcAft>
                <a:spcPts val="0"/>
              </a:spcAft>
              <a:buSzPts val="2400"/>
              <a:buAutoNum type="arabicPeriod"/>
            </a:pPr>
            <a:r>
              <a:rPr lang="pt-PT" sz="2400"/>
              <a:t>All the rows in a table are modified if you omit the WHERE clause.</a:t>
            </a:r>
            <a:endParaRPr sz="2400"/>
          </a:p>
          <a:p>
            <a:pPr marL="457200" lvl="0" indent="-381000" algn="l" rtl="0">
              <a:spcBef>
                <a:spcPts val="0"/>
              </a:spcBef>
              <a:spcAft>
                <a:spcPts val="0"/>
              </a:spcAft>
              <a:buSzPts val="2400"/>
              <a:buAutoNum type="arabicPeriod"/>
            </a:pPr>
            <a:r>
              <a:rPr lang="pt-PT" sz="2400"/>
              <a:t>None of the above.</a:t>
            </a:r>
            <a:endParaRPr sz="24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157"/>
          <p:cNvSpPr txBox="1">
            <a:spLocks noGrp="1"/>
          </p:cNvSpPr>
          <p:nvPr>
            <p:ph type="title"/>
          </p:nvPr>
        </p:nvSpPr>
        <p:spPr>
          <a:xfrm>
            <a:off x="464100" y="356675"/>
            <a:ext cx="8520600" cy="317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139. STUDENTS(student_code, first_name, last_name, email, phone_no, date_of_birth, honours_subject, percentage_of_marks);</a:t>
            </a:r>
            <a:endParaRPr/>
          </a:p>
          <a:p>
            <a:pPr marL="0" lvl="0" indent="0" algn="l" rtl="0">
              <a:spcBef>
                <a:spcPts val="0"/>
              </a:spcBef>
              <a:spcAft>
                <a:spcPts val="0"/>
              </a:spcAft>
              <a:buNone/>
            </a:pPr>
            <a:r>
              <a:rPr lang="pt-PT"/>
              <a:t>Write a simple view named all_marks_english that contains the names and percentage of marks of the students in the honours_subject ‘Eng01’?</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58"/>
          <p:cNvSpPr txBox="1">
            <a:spLocks noGrp="1"/>
          </p:cNvSpPr>
          <p:nvPr>
            <p:ph type="title"/>
          </p:nvPr>
        </p:nvSpPr>
        <p:spPr>
          <a:xfrm>
            <a:off x="464100" y="356675"/>
            <a:ext cx="8520600" cy="162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140. Which of the following code will retrieve data from the view all_marks_english, created in the previous question?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17" name="Google Shape;1017;p158"/>
          <p:cNvSpPr txBox="1">
            <a:spLocks noGrp="1"/>
          </p:cNvSpPr>
          <p:nvPr>
            <p:ph type="body" idx="1"/>
          </p:nvPr>
        </p:nvSpPr>
        <p:spPr>
          <a:xfrm>
            <a:off x="610000" y="1818075"/>
            <a:ext cx="7824300" cy="32595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select view all_marks_english;</a:t>
            </a:r>
            <a:endParaRPr sz="2400"/>
          </a:p>
          <a:p>
            <a:pPr marL="457200" lvl="0" indent="-381000" algn="l" rtl="0">
              <a:spcBef>
                <a:spcPts val="0"/>
              </a:spcBef>
              <a:spcAft>
                <a:spcPts val="0"/>
              </a:spcAft>
              <a:buSzPts val="2400"/>
              <a:buAutoNum type="arabicPeriod"/>
            </a:pPr>
            <a:r>
              <a:rPr lang="pt-PT" sz="2400"/>
              <a:t>select from all_marks_english;</a:t>
            </a:r>
            <a:endParaRPr sz="2400"/>
          </a:p>
          <a:p>
            <a:pPr marL="457200" lvl="0" indent="-381000" algn="l" rtl="0">
              <a:spcBef>
                <a:spcPts val="0"/>
              </a:spcBef>
              <a:spcAft>
                <a:spcPts val="0"/>
              </a:spcAft>
              <a:buSzPts val="2400"/>
              <a:buAutoNum type="arabicPeriod"/>
            </a:pPr>
            <a:r>
              <a:rPr lang="pt-PT" sz="2400"/>
              <a:t>retrieve from all_marks_english;</a:t>
            </a:r>
            <a:endParaRPr sz="2400"/>
          </a:p>
          <a:p>
            <a:pPr marL="457200" lvl="0" indent="-381000" algn="l" rtl="0">
              <a:spcBef>
                <a:spcPts val="0"/>
              </a:spcBef>
              <a:spcAft>
                <a:spcPts val="0"/>
              </a:spcAft>
              <a:buSzPts val="2400"/>
              <a:buAutoNum type="arabicPeriod"/>
            </a:pPr>
            <a:r>
              <a:rPr lang="pt-PT" sz="2400"/>
              <a:t>select * from all_marks_english;</a:t>
            </a:r>
            <a:endParaRPr sz="240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159"/>
          <p:cNvSpPr txBox="1">
            <a:spLocks noGrp="1"/>
          </p:cNvSpPr>
          <p:nvPr>
            <p:ph type="title"/>
          </p:nvPr>
        </p:nvSpPr>
        <p:spPr>
          <a:xfrm>
            <a:off x="464100" y="356675"/>
            <a:ext cx="917400" cy="67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141.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023" name="Google Shape;1023;p159"/>
          <p:cNvPicPr preferRelativeResize="0"/>
          <p:nvPr/>
        </p:nvPicPr>
        <p:blipFill>
          <a:blip r:embed="rId3">
            <a:alphaModFix/>
          </a:blip>
          <a:stretch>
            <a:fillRect/>
          </a:stretch>
        </p:blipFill>
        <p:spPr>
          <a:xfrm>
            <a:off x="241844" y="1436363"/>
            <a:ext cx="8660326" cy="2270775"/>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160"/>
          <p:cNvSpPr txBox="1">
            <a:spLocks noGrp="1"/>
          </p:cNvSpPr>
          <p:nvPr>
            <p:ph type="title"/>
          </p:nvPr>
        </p:nvSpPr>
        <p:spPr>
          <a:xfrm>
            <a:off x="464100" y="356675"/>
            <a:ext cx="8218200" cy="67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142. Write a query that select all distinct pet names.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029" name="Google Shape;1029;p160"/>
          <p:cNvPicPr preferRelativeResize="0"/>
          <p:nvPr/>
        </p:nvPicPr>
        <p:blipFill>
          <a:blip r:embed="rId3">
            <a:alphaModFix/>
          </a:blip>
          <a:stretch>
            <a:fillRect/>
          </a:stretch>
        </p:blipFill>
        <p:spPr>
          <a:xfrm>
            <a:off x="2363400" y="1030775"/>
            <a:ext cx="4419600" cy="386715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161"/>
          <p:cNvSpPr txBox="1">
            <a:spLocks noGrp="1"/>
          </p:cNvSpPr>
          <p:nvPr>
            <p:ph type="title"/>
          </p:nvPr>
        </p:nvSpPr>
        <p:spPr>
          <a:xfrm>
            <a:off x="464100" y="356675"/>
            <a:ext cx="3973800" cy="40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143. Write a query that selects the item name and the name of its seller for each item that belongs to a seller with a rating greater than 4. The query should return the name of the item as the first column and name of the seller as the second column.</a:t>
            </a: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035" name="Google Shape;1035;p161"/>
          <p:cNvPicPr preferRelativeResize="0"/>
          <p:nvPr/>
        </p:nvPicPr>
        <p:blipFill>
          <a:blip r:embed="rId3">
            <a:alphaModFix/>
          </a:blip>
          <a:stretch>
            <a:fillRect/>
          </a:stretch>
        </p:blipFill>
        <p:spPr>
          <a:xfrm>
            <a:off x="4628200" y="1759575"/>
            <a:ext cx="4350499" cy="319827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162"/>
          <p:cNvSpPr txBox="1">
            <a:spLocks noGrp="1"/>
          </p:cNvSpPr>
          <p:nvPr>
            <p:ph type="title"/>
          </p:nvPr>
        </p:nvSpPr>
        <p:spPr>
          <a:xfrm>
            <a:off x="464100" y="356675"/>
            <a:ext cx="8325600" cy="221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144. </a:t>
            </a:r>
            <a:r>
              <a:rPr lang="pt-PT" sz="1800">
                <a:solidFill>
                  <a:srgbClr val="FFFFFF"/>
                </a:solidFill>
              </a:rPr>
              <a:t>The following data definition defines an organization's employee hierarchy.</a:t>
            </a:r>
            <a:endParaRPr sz="1800">
              <a:solidFill>
                <a:srgbClr val="FFFFFF"/>
              </a:solidFill>
            </a:endParaRPr>
          </a:p>
          <a:p>
            <a:pPr marL="0" lvl="0" indent="0" algn="l" rtl="0">
              <a:lnSpc>
                <a:spcPct val="115000"/>
              </a:lnSpc>
              <a:spcBef>
                <a:spcPts val="1200"/>
              </a:spcBef>
              <a:spcAft>
                <a:spcPts val="0"/>
              </a:spcAft>
              <a:buNone/>
            </a:pPr>
            <a:r>
              <a:rPr lang="pt-PT" sz="1800">
                <a:solidFill>
                  <a:srgbClr val="FFFFFF"/>
                </a:solidFill>
              </a:rPr>
              <a:t>An employee is a manager if any </a:t>
            </a:r>
            <a:r>
              <a:rPr lang="pt-PT" sz="1800" b="1">
                <a:solidFill>
                  <a:srgbClr val="FFFFFF"/>
                </a:solidFill>
              </a:rPr>
              <a:t>other</a:t>
            </a:r>
            <a:r>
              <a:rPr lang="pt-PT" sz="1800">
                <a:solidFill>
                  <a:srgbClr val="FFFFFF"/>
                </a:solidFill>
              </a:rPr>
              <a:t> employee has their managerId set to this employee's id. That means John is a manager if at least one other employee has their managerId set to John's id.</a:t>
            </a:r>
            <a:endParaRPr sz="1800">
              <a:solidFill>
                <a:srgbClr val="FFFFFF"/>
              </a:solidFill>
            </a:endParaRPr>
          </a:p>
          <a:p>
            <a:pPr marL="0" lvl="0" indent="0" algn="l" rtl="0">
              <a:lnSpc>
                <a:spcPct val="115000"/>
              </a:lnSpc>
              <a:spcBef>
                <a:spcPts val="1200"/>
              </a:spcBef>
              <a:spcAft>
                <a:spcPts val="0"/>
              </a:spcAft>
              <a:buNone/>
            </a:pPr>
            <a:r>
              <a:rPr lang="pt-PT" sz="1800">
                <a:solidFill>
                  <a:srgbClr val="FFFFFF"/>
                </a:solidFill>
              </a:rPr>
              <a:t>Write a query that selects the names of employees who are not managers.</a:t>
            </a:r>
            <a:endParaRPr sz="1800">
              <a:solidFill>
                <a:srgbClr val="FFFFFF"/>
              </a:solidFill>
            </a:endParaRPr>
          </a:p>
          <a:p>
            <a:pPr marL="0" lvl="0" indent="0" algn="l" rtl="0">
              <a:spcBef>
                <a:spcPts val="120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041" name="Google Shape;1041;p162"/>
          <p:cNvPicPr preferRelativeResize="0"/>
          <p:nvPr/>
        </p:nvPicPr>
        <p:blipFill>
          <a:blip r:embed="rId3">
            <a:alphaModFix/>
          </a:blip>
          <a:stretch>
            <a:fillRect/>
          </a:stretch>
        </p:blipFill>
        <p:spPr>
          <a:xfrm>
            <a:off x="2207043" y="2714625"/>
            <a:ext cx="4401301" cy="235525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p163"/>
          <p:cNvSpPr txBox="1">
            <a:spLocks noGrp="1"/>
          </p:cNvSpPr>
          <p:nvPr>
            <p:ph type="title"/>
          </p:nvPr>
        </p:nvSpPr>
        <p:spPr>
          <a:xfrm>
            <a:off x="464100" y="356675"/>
            <a:ext cx="3551400" cy="419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145. </a:t>
            </a:r>
            <a:r>
              <a:rPr lang="pt-PT" sz="1800">
                <a:solidFill>
                  <a:srgbClr val="FFFFFF"/>
                </a:solidFill>
              </a:rPr>
              <a:t>Uma florista pretende implementar um sistema de informação que guarde os tipos de flores e os acessórios que usa em arranjos florais. Também pretende guardar a quantidade de cada tipo de flor ou acessório utilizado em cada arranjo. Para os acessórios é necessário guardar a sua cor (logo não é preciso guardar a cor para mais nada, apenas para os acessórios). Selecionar UML adequado.</a:t>
            </a:r>
            <a:endParaRPr sz="1800">
              <a:solidFill>
                <a:srgbClr val="FFFFFF"/>
              </a:solidFill>
            </a:endParaRPr>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047" name="Google Shape;1047;p163"/>
          <p:cNvPicPr preferRelativeResize="0"/>
          <p:nvPr/>
        </p:nvPicPr>
        <p:blipFill rotWithShape="1">
          <a:blip r:embed="rId3">
            <a:alphaModFix/>
          </a:blip>
          <a:srcRect l="-10680" t="-2600" b="-8079"/>
          <a:stretch/>
        </p:blipFill>
        <p:spPr>
          <a:xfrm>
            <a:off x="3677550" y="2633150"/>
            <a:ext cx="5112149" cy="2634050"/>
          </a:xfrm>
          <a:prstGeom prst="rect">
            <a:avLst/>
          </a:prstGeom>
          <a:noFill/>
          <a:ln>
            <a:noFill/>
          </a:ln>
        </p:spPr>
      </p:pic>
      <p:pic>
        <p:nvPicPr>
          <p:cNvPr id="1048" name="Google Shape;1048;p163"/>
          <p:cNvPicPr preferRelativeResize="0"/>
          <p:nvPr/>
        </p:nvPicPr>
        <p:blipFill>
          <a:blip r:embed="rId4">
            <a:alphaModFix/>
          </a:blip>
          <a:stretch>
            <a:fillRect/>
          </a:stretch>
        </p:blipFill>
        <p:spPr>
          <a:xfrm>
            <a:off x="4151013" y="356663"/>
            <a:ext cx="4638675" cy="2276475"/>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164"/>
          <p:cNvSpPr txBox="1">
            <a:spLocks noGrp="1"/>
          </p:cNvSpPr>
          <p:nvPr>
            <p:ph type="title"/>
          </p:nvPr>
        </p:nvSpPr>
        <p:spPr>
          <a:xfrm>
            <a:off x="464100" y="356675"/>
            <a:ext cx="741900" cy="51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146. </a:t>
            </a:r>
            <a:endParaRPr sz="1800">
              <a:solidFill>
                <a:srgbClr val="FFFFFF"/>
              </a:solidFill>
            </a:endParaRPr>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054" name="Google Shape;1054;p164"/>
          <p:cNvPicPr preferRelativeResize="0"/>
          <p:nvPr/>
        </p:nvPicPr>
        <p:blipFill>
          <a:blip r:embed="rId3">
            <a:alphaModFix/>
          </a:blip>
          <a:stretch>
            <a:fillRect/>
          </a:stretch>
        </p:blipFill>
        <p:spPr>
          <a:xfrm>
            <a:off x="152400" y="1014200"/>
            <a:ext cx="8839200" cy="3022125"/>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165"/>
          <p:cNvSpPr txBox="1">
            <a:spLocks noGrp="1"/>
          </p:cNvSpPr>
          <p:nvPr>
            <p:ph type="title"/>
          </p:nvPr>
        </p:nvSpPr>
        <p:spPr>
          <a:xfrm>
            <a:off x="464100" y="356675"/>
            <a:ext cx="3551400" cy="185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147. O seguinte modelo UML representa corretamente uma árvore genealógica?</a:t>
            </a:r>
            <a:endParaRPr sz="2400"/>
          </a:p>
          <a:p>
            <a:pPr marL="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sz="2400">
              <a:solidFill>
                <a:srgbClr val="000000"/>
              </a:solidFill>
            </a:endParaRPr>
          </a:p>
          <a:p>
            <a:pPr marL="0" lvl="0" indent="0" algn="l" rtl="0">
              <a:spcBef>
                <a:spcPts val="0"/>
              </a:spcBef>
              <a:spcAft>
                <a:spcPts val="0"/>
              </a:spcAft>
              <a:buNone/>
            </a:pPr>
            <a:endParaRPr sz="2400">
              <a:solidFill>
                <a:srgbClr val="000000"/>
              </a:solidFill>
            </a:endParaRPr>
          </a:p>
          <a:p>
            <a:pPr marL="0" lvl="0" indent="0" algn="l" rtl="0">
              <a:spcBef>
                <a:spcPts val="0"/>
              </a:spcBef>
              <a:spcAft>
                <a:spcPts val="0"/>
              </a:spcAft>
              <a:buNone/>
            </a:pPr>
            <a:endParaRPr/>
          </a:p>
        </p:txBody>
      </p:sp>
      <p:pic>
        <p:nvPicPr>
          <p:cNvPr id="1060" name="Google Shape;1060;p165"/>
          <p:cNvPicPr preferRelativeResize="0"/>
          <p:nvPr/>
        </p:nvPicPr>
        <p:blipFill>
          <a:blip r:embed="rId3">
            <a:alphaModFix/>
          </a:blip>
          <a:stretch>
            <a:fillRect/>
          </a:stretch>
        </p:blipFill>
        <p:spPr>
          <a:xfrm>
            <a:off x="4572000" y="1722379"/>
            <a:ext cx="3551400" cy="1916047"/>
          </a:xfrm>
          <a:prstGeom prst="rect">
            <a:avLst/>
          </a:prstGeom>
          <a:noFill/>
          <a:ln>
            <a:noFill/>
          </a:ln>
        </p:spPr>
      </p:pic>
      <p:sp>
        <p:nvSpPr>
          <p:cNvPr id="1061" name="Google Shape;1061;p165"/>
          <p:cNvSpPr txBox="1">
            <a:spLocks noGrp="1"/>
          </p:cNvSpPr>
          <p:nvPr>
            <p:ph type="body" idx="1"/>
          </p:nvPr>
        </p:nvSpPr>
        <p:spPr>
          <a:xfrm>
            <a:off x="659850" y="2104375"/>
            <a:ext cx="3551400" cy="24156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Sim </a:t>
            </a:r>
            <a:endParaRPr sz="2400"/>
          </a:p>
          <a:p>
            <a:pPr marL="457200" lvl="0" indent="-381000" algn="l" rtl="0">
              <a:spcBef>
                <a:spcPts val="0"/>
              </a:spcBef>
              <a:spcAft>
                <a:spcPts val="0"/>
              </a:spcAft>
              <a:buSzPts val="2400"/>
              <a:buAutoNum type="arabicPeriod"/>
            </a:pPr>
            <a:r>
              <a:rPr lang="pt-PT" sz="2400"/>
              <a:t>Não</a:t>
            </a:r>
            <a:endParaRPr sz="2400"/>
          </a:p>
          <a:p>
            <a:pPr marL="457200" lvl="0" indent="-381000" algn="l" rtl="0">
              <a:spcBef>
                <a:spcPts val="0"/>
              </a:spcBef>
              <a:spcAft>
                <a:spcPts val="0"/>
              </a:spcAft>
              <a:buSzPts val="2400"/>
              <a:buAutoNum type="arabicPeriod"/>
            </a:pPr>
            <a:r>
              <a:rPr lang="pt-PT" sz="2400"/>
              <a:t>Está incompleto</a:t>
            </a:r>
            <a:endParaRPr sz="2400"/>
          </a:p>
          <a:p>
            <a:pPr marL="0" lvl="0" indent="0" algn="l" rtl="0">
              <a:spcBef>
                <a:spcPts val="1600"/>
              </a:spcBef>
              <a:spcAft>
                <a:spcPts val="1600"/>
              </a:spcAft>
              <a:buNone/>
            </a:pPr>
            <a:endParaRPr sz="24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p166"/>
          <p:cNvSpPr txBox="1">
            <a:spLocks noGrp="1"/>
          </p:cNvSpPr>
          <p:nvPr>
            <p:ph type="title"/>
          </p:nvPr>
        </p:nvSpPr>
        <p:spPr>
          <a:xfrm>
            <a:off x="464100" y="356675"/>
            <a:ext cx="8135100" cy="96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148. Uma relação pode ter várias chaves candidatas.</a:t>
            </a:r>
            <a:endParaRPr sz="2400"/>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67" name="Google Shape;1067;p166"/>
          <p:cNvSpPr txBox="1">
            <a:spLocks noGrp="1"/>
          </p:cNvSpPr>
          <p:nvPr>
            <p:ph type="body" idx="1"/>
          </p:nvPr>
        </p:nvSpPr>
        <p:spPr>
          <a:xfrm>
            <a:off x="659850" y="1513775"/>
            <a:ext cx="7824300" cy="30063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Verdadeiro</a:t>
            </a:r>
            <a:endParaRPr sz="2400"/>
          </a:p>
          <a:p>
            <a:pPr marL="457200" lvl="0" indent="-381000" algn="l" rtl="0">
              <a:spcBef>
                <a:spcPts val="0"/>
              </a:spcBef>
              <a:spcAft>
                <a:spcPts val="0"/>
              </a:spcAft>
              <a:buSzPts val="2400"/>
              <a:buAutoNum type="arabicPeriod"/>
            </a:pPr>
            <a:r>
              <a:rPr lang="pt-PT" sz="2400"/>
              <a:t>Falso</a:t>
            </a:r>
            <a:endParaRPr sz="2400"/>
          </a:p>
          <a:p>
            <a:pPr marL="457200" lvl="0" indent="-381000" algn="l" rtl="0">
              <a:spcBef>
                <a:spcPts val="0"/>
              </a:spcBef>
              <a:spcAft>
                <a:spcPts val="0"/>
              </a:spcAft>
              <a:buSzPts val="2400"/>
              <a:buAutoNum type="arabicPeriod"/>
            </a:pPr>
            <a:r>
              <a:rPr lang="pt-PT" sz="2400"/>
              <a:t>Depende</a:t>
            </a:r>
            <a:endParaRPr sz="2400"/>
          </a:p>
          <a:p>
            <a:pPr marL="0" lvl="0" indent="0" algn="l" rtl="0">
              <a:spcBef>
                <a:spcPts val="1600"/>
              </a:spcBef>
              <a:spcAft>
                <a:spcPts val="1600"/>
              </a:spcAft>
              <a:buNone/>
            </a:pPr>
            <a:endParaRPr sz="240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167"/>
          <p:cNvSpPr txBox="1">
            <a:spLocks noGrp="1"/>
          </p:cNvSpPr>
          <p:nvPr>
            <p:ph type="title"/>
          </p:nvPr>
        </p:nvSpPr>
        <p:spPr>
          <a:xfrm>
            <a:off x="464100" y="356675"/>
            <a:ext cx="8135100" cy="115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149. Que características é que um conjunto de dependências funcionais tem que ter para estar na base mínima? </a:t>
            </a:r>
            <a:endParaRPr sz="2400"/>
          </a:p>
          <a:p>
            <a:pPr marL="45720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73" name="Google Shape;1073;p167"/>
          <p:cNvSpPr txBox="1">
            <a:spLocks noGrp="1"/>
          </p:cNvSpPr>
          <p:nvPr>
            <p:ph type="body" idx="1"/>
          </p:nvPr>
        </p:nvSpPr>
        <p:spPr>
          <a:xfrm>
            <a:off x="659850" y="1513775"/>
            <a:ext cx="7824300" cy="30063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As dependências funcionais só podem ter um atributo do lado direito</a:t>
            </a:r>
            <a:endParaRPr sz="2400"/>
          </a:p>
          <a:p>
            <a:pPr marL="457200" lvl="0" indent="-381000" algn="l" rtl="0">
              <a:spcBef>
                <a:spcPts val="0"/>
              </a:spcBef>
              <a:spcAft>
                <a:spcPts val="0"/>
              </a:spcAft>
              <a:buSzPts val="2400"/>
              <a:buAutoNum type="arabicPeriod"/>
            </a:pPr>
            <a:r>
              <a:rPr lang="pt-PT" sz="2400"/>
              <a:t>Se B é uma base mínima de uma relação, não pode haver outra base mínima</a:t>
            </a:r>
            <a:endParaRPr sz="2400"/>
          </a:p>
          <a:p>
            <a:pPr marL="457200" lvl="0" indent="-381000" algn="l" rtl="0">
              <a:spcBef>
                <a:spcPts val="0"/>
              </a:spcBef>
              <a:spcAft>
                <a:spcPts val="0"/>
              </a:spcAft>
              <a:buSzPts val="2400"/>
              <a:buAutoNum type="arabicPeriod"/>
            </a:pPr>
            <a:r>
              <a:rPr lang="pt-PT" sz="2400"/>
              <a:t>Se removermos uma dependência funcional da base, esta deixaria de ser mínima.</a:t>
            </a:r>
            <a:endParaRPr sz="2400"/>
          </a:p>
          <a:p>
            <a:pPr marL="0" lvl="0" indent="0" algn="l" rtl="0">
              <a:spcBef>
                <a:spcPts val="1600"/>
              </a:spcBef>
              <a:spcAft>
                <a:spcPts val="1600"/>
              </a:spcAft>
              <a:buNone/>
            </a:pPr>
            <a:endParaRPr sz="240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168"/>
          <p:cNvSpPr txBox="1">
            <a:spLocks noGrp="1"/>
          </p:cNvSpPr>
          <p:nvPr>
            <p:ph type="title"/>
          </p:nvPr>
        </p:nvSpPr>
        <p:spPr>
          <a:xfrm>
            <a:off x="464100" y="356675"/>
            <a:ext cx="8135100" cy="83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dirty="0"/>
              <a:t>150. </a:t>
            </a:r>
            <a:r>
              <a:rPr lang="pt-PT" sz="1800" dirty="0" err="1"/>
              <a:t>Let</a:t>
            </a:r>
            <a:r>
              <a:rPr lang="pt-PT" sz="1800" dirty="0"/>
              <a:t> </a:t>
            </a:r>
            <a:r>
              <a:rPr lang="pt-PT" sz="1800" dirty="0" err="1"/>
              <a:t>us</a:t>
            </a:r>
            <a:r>
              <a:rPr lang="pt-PT" sz="1800" dirty="0"/>
              <a:t> </a:t>
            </a:r>
            <a:r>
              <a:rPr lang="pt-PT" sz="1800" dirty="0" err="1"/>
              <a:t>consider</a:t>
            </a:r>
            <a:r>
              <a:rPr lang="pt-PT" sz="1800" dirty="0"/>
              <a:t> </a:t>
            </a:r>
            <a:r>
              <a:rPr lang="pt-PT" sz="1800" dirty="0" err="1"/>
              <a:t>the</a:t>
            </a:r>
            <a:r>
              <a:rPr lang="pt-PT" sz="1800" dirty="0"/>
              <a:t> </a:t>
            </a:r>
            <a:r>
              <a:rPr lang="pt-PT" sz="1800" dirty="0" err="1"/>
              <a:t>relation</a:t>
            </a:r>
            <a:r>
              <a:rPr lang="pt-PT" sz="1800" dirty="0"/>
              <a:t> </a:t>
            </a:r>
            <a:r>
              <a:rPr lang="pt-PT" sz="1800" dirty="0" err="1"/>
              <a:t>StarsIn</a:t>
            </a:r>
            <a:r>
              <a:rPr lang="pt-PT" sz="1800" dirty="0"/>
              <a:t> (</a:t>
            </a:r>
            <a:r>
              <a:rPr lang="pt-PT" sz="1800" dirty="0" err="1"/>
              <a:t>title</a:t>
            </a:r>
            <a:r>
              <a:rPr lang="pt-PT" sz="1800" dirty="0"/>
              <a:t>, </a:t>
            </a:r>
            <a:r>
              <a:rPr lang="pt-PT" sz="1800" dirty="0" err="1"/>
              <a:t>year</a:t>
            </a:r>
            <a:r>
              <a:rPr lang="pt-PT" sz="1800" dirty="0"/>
              <a:t>, </a:t>
            </a:r>
            <a:r>
              <a:rPr lang="pt-PT" sz="1800" dirty="0" err="1"/>
              <a:t>starName</a:t>
            </a:r>
            <a:r>
              <a:rPr lang="pt-PT" sz="1800" dirty="0"/>
              <a:t>). </a:t>
            </a:r>
            <a:r>
              <a:rPr lang="pt-PT" sz="1800" dirty="0" err="1"/>
              <a:t>Suppose</a:t>
            </a:r>
            <a:r>
              <a:rPr lang="pt-PT" sz="1800" dirty="0"/>
              <a:t> </a:t>
            </a:r>
            <a:r>
              <a:rPr lang="pt-PT" sz="1800" dirty="0" err="1"/>
              <a:t>that</a:t>
            </a:r>
            <a:r>
              <a:rPr lang="pt-PT" sz="1800" dirty="0"/>
              <a:t> </a:t>
            </a:r>
            <a:r>
              <a:rPr lang="pt-PT" sz="1800" dirty="0" err="1"/>
              <a:t>there</a:t>
            </a:r>
            <a:r>
              <a:rPr lang="pt-PT" sz="1800" dirty="0"/>
              <a:t> are </a:t>
            </a:r>
            <a:r>
              <a:rPr lang="pt-PT" sz="1800" dirty="0" err="1"/>
              <a:t>three</a:t>
            </a:r>
            <a:r>
              <a:rPr lang="pt-PT" sz="1800" dirty="0"/>
              <a:t> </a:t>
            </a:r>
            <a:r>
              <a:rPr lang="pt-PT" sz="1800" dirty="0" err="1"/>
              <a:t>database</a:t>
            </a:r>
            <a:r>
              <a:rPr lang="pt-PT" sz="1800" dirty="0"/>
              <a:t> </a:t>
            </a:r>
            <a:r>
              <a:rPr lang="pt-PT" sz="1800" dirty="0" err="1"/>
              <a:t>operations</a:t>
            </a:r>
            <a:r>
              <a:rPr lang="pt-PT" sz="1800" dirty="0"/>
              <a:t> </a:t>
            </a:r>
            <a:r>
              <a:rPr lang="pt-PT" sz="1800" dirty="0" err="1"/>
              <a:t>that</a:t>
            </a:r>
            <a:r>
              <a:rPr lang="pt-PT" sz="1800" dirty="0"/>
              <a:t> </a:t>
            </a:r>
            <a:r>
              <a:rPr lang="pt-PT" sz="1800" dirty="0" err="1"/>
              <a:t>we</a:t>
            </a:r>
            <a:r>
              <a:rPr lang="pt-PT" sz="1800" dirty="0"/>
              <a:t> </a:t>
            </a:r>
            <a:r>
              <a:rPr lang="pt-PT" sz="1800" dirty="0" err="1"/>
              <a:t>sometimes</a:t>
            </a:r>
            <a:r>
              <a:rPr lang="pt-PT" sz="1800" dirty="0"/>
              <a:t> </a:t>
            </a:r>
            <a:r>
              <a:rPr lang="pt-PT" sz="1800" dirty="0" err="1"/>
              <a:t>perform</a:t>
            </a:r>
            <a:r>
              <a:rPr lang="pt-PT" sz="1800" dirty="0"/>
              <a:t> </a:t>
            </a:r>
            <a:r>
              <a:rPr lang="pt-PT" sz="1800" dirty="0" err="1"/>
              <a:t>on</a:t>
            </a:r>
            <a:r>
              <a:rPr lang="pt-PT" sz="1800" dirty="0"/>
              <a:t> </a:t>
            </a:r>
            <a:r>
              <a:rPr lang="pt-PT" sz="1800" dirty="0" err="1"/>
              <a:t>this</a:t>
            </a:r>
            <a:r>
              <a:rPr lang="pt-PT" sz="1800" dirty="0"/>
              <a:t> </a:t>
            </a:r>
            <a:r>
              <a:rPr lang="pt-PT" sz="1800" dirty="0" err="1"/>
              <a:t>relation</a:t>
            </a:r>
            <a:r>
              <a:rPr lang="pt-PT" sz="1800" dirty="0"/>
              <a:t>:</a:t>
            </a:r>
            <a:endParaRPr sz="1800" dirty="0"/>
          </a:p>
          <a:p>
            <a:pPr marL="0" lvl="0" indent="0" algn="l" rtl="0">
              <a:spcBef>
                <a:spcPts val="0"/>
              </a:spcBef>
              <a:spcAft>
                <a:spcPts val="0"/>
              </a:spcAft>
              <a:buNone/>
            </a:pPr>
            <a:endParaRPr sz="1800" dirty="0"/>
          </a:p>
          <a:p>
            <a:pPr marL="0" lvl="0" indent="0" algn="l" rtl="0">
              <a:spcBef>
                <a:spcPts val="0"/>
              </a:spcBef>
              <a:spcAft>
                <a:spcPts val="0"/>
              </a:spcAft>
              <a:buNone/>
            </a:pPr>
            <a:r>
              <a:rPr lang="pt-PT" sz="1800" dirty="0"/>
              <a:t>A: SELECT </a:t>
            </a:r>
            <a:r>
              <a:rPr lang="pt-PT" sz="1800" dirty="0" err="1"/>
              <a:t>title</a:t>
            </a:r>
            <a:r>
              <a:rPr lang="pt-PT" sz="1800" dirty="0"/>
              <a:t>, </a:t>
            </a:r>
            <a:r>
              <a:rPr lang="pt-PT" sz="1800" dirty="0" err="1"/>
              <a:t>year</a:t>
            </a:r>
            <a:endParaRPr sz="1800" dirty="0"/>
          </a:p>
          <a:p>
            <a:pPr marL="0" lvl="0" indent="0" algn="l" rtl="0">
              <a:spcBef>
                <a:spcPts val="0"/>
              </a:spcBef>
              <a:spcAft>
                <a:spcPts val="0"/>
              </a:spcAft>
              <a:buNone/>
            </a:pPr>
            <a:r>
              <a:rPr lang="pt-PT" sz="1800" dirty="0"/>
              <a:t>     FROM </a:t>
            </a:r>
            <a:r>
              <a:rPr lang="pt-PT" sz="1800" dirty="0" err="1"/>
              <a:t>StarsIn</a:t>
            </a:r>
            <a:endParaRPr sz="1800" dirty="0"/>
          </a:p>
          <a:p>
            <a:pPr marL="0" lvl="0" indent="0" algn="l" rtl="0">
              <a:spcBef>
                <a:spcPts val="0"/>
              </a:spcBef>
              <a:spcAft>
                <a:spcPts val="0"/>
              </a:spcAft>
              <a:buNone/>
            </a:pPr>
            <a:r>
              <a:rPr lang="pt-PT" sz="1800" dirty="0"/>
              <a:t>     WHERE </a:t>
            </a:r>
            <a:r>
              <a:rPr lang="pt-PT" sz="1800" dirty="0" err="1"/>
              <a:t>starName</a:t>
            </a:r>
            <a:r>
              <a:rPr lang="pt-PT" sz="1800" dirty="0"/>
              <a:t> = s;</a:t>
            </a:r>
            <a:endParaRPr sz="1800" dirty="0"/>
          </a:p>
          <a:p>
            <a:pPr marL="0" lvl="0" indent="0" algn="l" rtl="0">
              <a:spcBef>
                <a:spcPts val="0"/>
              </a:spcBef>
              <a:spcAft>
                <a:spcPts val="0"/>
              </a:spcAft>
              <a:buNone/>
            </a:pPr>
            <a:endParaRPr sz="1800" dirty="0"/>
          </a:p>
          <a:p>
            <a:pPr marL="0" lvl="0" indent="0" algn="l" rtl="0">
              <a:spcBef>
                <a:spcPts val="0"/>
              </a:spcBef>
              <a:spcAft>
                <a:spcPts val="0"/>
              </a:spcAft>
              <a:buNone/>
            </a:pPr>
            <a:r>
              <a:rPr lang="pt-PT" sz="1800" dirty="0"/>
              <a:t>B: SELECT </a:t>
            </a:r>
            <a:r>
              <a:rPr lang="pt-PT" sz="1800" dirty="0" err="1"/>
              <a:t>starName</a:t>
            </a:r>
            <a:endParaRPr sz="1800" dirty="0"/>
          </a:p>
          <a:p>
            <a:pPr marL="0" lvl="0" indent="0" algn="l" rtl="0">
              <a:spcBef>
                <a:spcPts val="0"/>
              </a:spcBef>
              <a:spcAft>
                <a:spcPts val="0"/>
              </a:spcAft>
              <a:buNone/>
            </a:pPr>
            <a:r>
              <a:rPr lang="pt-PT" sz="1800" dirty="0"/>
              <a:t>     FROM </a:t>
            </a:r>
            <a:r>
              <a:rPr lang="pt-PT" sz="1800" dirty="0" err="1"/>
              <a:t>StarsIn</a:t>
            </a:r>
            <a:endParaRPr sz="1800" dirty="0"/>
          </a:p>
          <a:p>
            <a:pPr marL="0" lvl="0" indent="0" algn="l" rtl="0">
              <a:spcBef>
                <a:spcPts val="0"/>
              </a:spcBef>
              <a:spcAft>
                <a:spcPts val="0"/>
              </a:spcAft>
              <a:buNone/>
            </a:pPr>
            <a:r>
              <a:rPr lang="pt-PT" sz="1800" dirty="0"/>
              <a:t>     WHERE </a:t>
            </a:r>
            <a:r>
              <a:rPr lang="pt-PT" sz="1800" dirty="0" err="1"/>
              <a:t>title</a:t>
            </a:r>
            <a:r>
              <a:rPr lang="pt-PT" sz="1800" dirty="0"/>
              <a:t> = t AND </a:t>
            </a:r>
            <a:r>
              <a:rPr lang="pt-PT" sz="1800" dirty="0" err="1"/>
              <a:t>year</a:t>
            </a:r>
            <a:r>
              <a:rPr lang="pt-PT" sz="1800" dirty="0"/>
              <a:t> = y;</a:t>
            </a:r>
            <a:endParaRPr sz="1800" dirty="0"/>
          </a:p>
          <a:p>
            <a:pPr marL="0" lvl="0" indent="0" algn="l" rtl="0">
              <a:spcBef>
                <a:spcPts val="0"/>
              </a:spcBef>
              <a:spcAft>
                <a:spcPts val="0"/>
              </a:spcAft>
              <a:buNone/>
            </a:pPr>
            <a:endParaRPr sz="1800" dirty="0"/>
          </a:p>
          <a:p>
            <a:pPr marL="0" lvl="0" indent="0" algn="l" rtl="0">
              <a:spcBef>
                <a:spcPts val="0"/>
              </a:spcBef>
              <a:spcAft>
                <a:spcPts val="0"/>
              </a:spcAft>
              <a:buNone/>
            </a:pPr>
            <a:r>
              <a:rPr lang="pt-PT" sz="1800" dirty="0"/>
              <a:t>C: INSERT INTO </a:t>
            </a:r>
            <a:r>
              <a:rPr lang="pt-PT" sz="1800" dirty="0" err="1"/>
              <a:t>StarsIn</a:t>
            </a:r>
            <a:r>
              <a:rPr lang="pt-PT" sz="1800" dirty="0"/>
              <a:t> VALUES(t, y, s);</a:t>
            </a:r>
            <a:endParaRPr sz="1800" dirty="0"/>
          </a:p>
          <a:p>
            <a:pPr marL="457200" lvl="0" indent="0" algn="l" rtl="0">
              <a:spcBef>
                <a:spcPts val="0"/>
              </a:spcBef>
              <a:spcAft>
                <a:spcPts val="0"/>
              </a:spcAft>
              <a:buNone/>
            </a:pPr>
            <a:endParaRPr sz="2400" dirty="0"/>
          </a:p>
          <a:p>
            <a:pPr marL="0" lvl="0" indent="0" algn="l" rtl="0">
              <a:spcBef>
                <a:spcPts val="0"/>
              </a:spcBef>
              <a:spcAft>
                <a:spcPts val="0"/>
              </a:spcAft>
              <a:buNone/>
            </a:pPr>
            <a:endParaRPr sz="1800" dirty="0">
              <a:solidFill>
                <a:srgbClr val="FFFFFF"/>
              </a:solidFill>
            </a:endParaRPr>
          </a:p>
          <a:p>
            <a:pPr marL="0" lvl="0" indent="0" algn="l" rtl="0">
              <a:spcBef>
                <a:spcPts val="0"/>
              </a:spcBef>
              <a:spcAft>
                <a:spcPts val="0"/>
              </a:spcAft>
              <a:buNone/>
            </a:pPr>
            <a:endParaRPr sz="2400"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079" name="Google Shape;1079;p168"/>
          <p:cNvSpPr txBox="1"/>
          <p:nvPr/>
        </p:nvSpPr>
        <p:spPr>
          <a:xfrm>
            <a:off x="5379150" y="1337074"/>
            <a:ext cx="3105000" cy="288948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dirty="0">
                <a:solidFill>
                  <a:schemeClr val="dk1"/>
                </a:solidFill>
              </a:rPr>
              <a:t>Assume </a:t>
            </a:r>
            <a:r>
              <a:rPr lang="pt-PT" sz="1800" dirty="0" err="1">
                <a:solidFill>
                  <a:schemeClr val="dk1"/>
                </a:solidFill>
              </a:rPr>
              <a:t>StarsIn</a:t>
            </a:r>
            <a:r>
              <a:rPr lang="pt-PT" sz="1800" dirty="0">
                <a:solidFill>
                  <a:schemeClr val="dk1"/>
                </a:solidFill>
              </a:rPr>
              <a:t> </a:t>
            </a:r>
            <a:r>
              <a:rPr lang="pt-PT" sz="1800" dirty="0" err="1">
                <a:solidFill>
                  <a:schemeClr val="dk1"/>
                </a:solidFill>
              </a:rPr>
              <a:t>occupies</a:t>
            </a:r>
            <a:r>
              <a:rPr lang="pt-PT" sz="1800" dirty="0">
                <a:solidFill>
                  <a:schemeClr val="dk1"/>
                </a:solidFill>
              </a:rPr>
              <a:t> 10 </a:t>
            </a:r>
            <a:r>
              <a:rPr lang="pt-PT" sz="1800" dirty="0" err="1">
                <a:solidFill>
                  <a:schemeClr val="dk1"/>
                </a:solidFill>
              </a:rPr>
              <a:t>pages</a:t>
            </a:r>
            <a:r>
              <a:rPr lang="pt-PT" sz="1800" dirty="0">
                <a:solidFill>
                  <a:schemeClr val="dk1"/>
                </a:solidFill>
              </a:rPr>
              <a:t> </a:t>
            </a:r>
            <a:r>
              <a:rPr lang="pt-PT" sz="1800" dirty="0" err="1">
                <a:solidFill>
                  <a:schemeClr val="dk1"/>
                </a:solidFill>
              </a:rPr>
              <a:t>and</a:t>
            </a:r>
            <a:r>
              <a:rPr lang="pt-PT" sz="1800" dirty="0">
                <a:solidFill>
                  <a:schemeClr val="dk1"/>
                </a:solidFill>
              </a:rPr>
              <a:t>, </a:t>
            </a:r>
            <a:r>
              <a:rPr lang="pt-PT" sz="1800" dirty="0" err="1">
                <a:solidFill>
                  <a:schemeClr val="dk1"/>
                </a:solidFill>
              </a:rPr>
              <a:t>on</a:t>
            </a:r>
            <a:r>
              <a:rPr lang="pt-PT" sz="1800" dirty="0">
                <a:solidFill>
                  <a:schemeClr val="dk1"/>
                </a:solidFill>
              </a:rPr>
              <a:t> </a:t>
            </a:r>
            <a:r>
              <a:rPr lang="pt-PT" sz="1800" dirty="0" err="1">
                <a:solidFill>
                  <a:schemeClr val="dk1"/>
                </a:solidFill>
              </a:rPr>
              <a:t>the</a:t>
            </a:r>
            <a:r>
              <a:rPr lang="pt-PT" sz="1800" dirty="0">
                <a:solidFill>
                  <a:schemeClr val="dk1"/>
                </a:solidFill>
              </a:rPr>
              <a:t> </a:t>
            </a:r>
            <a:r>
              <a:rPr lang="pt-PT" sz="1800" dirty="0" err="1">
                <a:solidFill>
                  <a:schemeClr val="dk1"/>
                </a:solidFill>
              </a:rPr>
              <a:t>average</a:t>
            </a:r>
            <a:r>
              <a:rPr lang="pt-PT" sz="1800" dirty="0">
                <a:solidFill>
                  <a:schemeClr val="dk1"/>
                </a:solidFill>
              </a:rPr>
              <a:t>, a star </a:t>
            </a:r>
            <a:r>
              <a:rPr lang="pt-PT" sz="1800" dirty="0" err="1">
                <a:solidFill>
                  <a:schemeClr val="dk1"/>
                </a:solidFill>
              </a:rPr>
              <a:t>has</a:t>
            </a:r>
            <a:r>
              <a:rPr lang="pt-PT" sz="1800" dirty="0">
                <a:solidFill>
                  <a:schemeClr val="dk1"/>
                </a:solidFill>
              </a:rPr>
              <a:t> </a:t>
            </a:r>
            <a:r>
              <a:rPr lang="pt-PT" sz="1800" dirty="0" err="1">
                <a:solidFill>
                  <a:schemeClr val="dk1"/>
                </a:solidFill>
              </a:rPr>
              <a:t>appeared</a:t>
            </a:r>
            <a:r>
              <a:rPr lang="pt-PT" sz="1800" dirty="0">
                <a:solidFill>
                  <a:schemeClr val="dk1"/>
                </a:solidFill>
              </a:rPr>
              <a:t> in 3 </a:t>
            </a:r>
            <a:r>
              <a:rPr lang="pt-PT" sz="1800" dirty="0" err="1">
                <a:solidFill>
                  <a:schemeClr val="dk1"/>
                </a:solidFill>
              </a:rPr>
              <a:t>movies</a:t>
            </a:r>
            <a:r>
              <a:rPr lang="pt-PT" sz="1800" dirty="0">
                <a:solidFill>
                  <a:schemeClr val="dk1"/>
                </a:solidFill>
              </a:rPr>
              <a:t> </a:t>
            </a:r>
            <a:r>
              <a:rPr lang="pt-PT" sz="1800" dirty="0" err="1">
                <a:solidFill>
                  <a:schemeClr val="dk1"/>
                </a:solidFill>
              </a:rPr>
              <a:t>and</a:t>
            </a:r>
            <a:r>
              <a:rPr lang="pt-PT" sz="1800" dirty="0">
                <a:solidFill>
                  <a:schemeClr val="dk1"/>
                </a:solidFill>
              </a:rPr>
              <a:t> a </a:t>
            </a:r>
            <a:r>
              <a:rPr lang="pt-PT" sz="1800" dirty="0" err="1">
                <a:solidFill>
                  <a:schemeClr val="dk1"/>
                </a:solidFill>
              </a:rPr>
              <a:t>movie</a:t>
            </a:r>
            <a:r>
              <a:rPr lang="pt-PT" sz="1800" dirty="0">
                <a:solidFill>
                  <a:schemeClr val="dk1"/>
                </a:solidFill>
              </a:rPr>
              <a:t> </a:t>
            </a:r>
            <a:r>
              <a:rPr lang="pt-PT" sz="1800" dirty="0" err="1">
                <a:solidFill>
                  <a:schemeClr val="dk1"/>
                </a:solidFill>
              </a:rPr>
              <a:t>has</a:t>
            </a:r>
            <a:r>
              <a:rPr lang="pt-PT" sz="1800" dirty="0">
                <a:solidFill>
                  <a:schemeClr val="dk1"/>
                </a:solidFill>
              </a:rPr>
              <a:t> 3 stars.</a:t>
            </a:r>
            <a:endParaRPr sz="1800" dirty="0">
              <a:solidFill>
                <a:schemeClr val="dk1"/>
              </a:solidFill>
            </a:endParaRPr>
          </a:p>
          <a:p>
            <a:pPr marL="0" lvl="0" indent="0" algn="l" rtl="0">
              <a:spcBef>
                <a:spcPts val="0"/>
              </a:spcBef>
              <a:spcAft>
                <a:spcPts val="0"/>
              </a:spcAft>
              <a:buNone/>
            </a:pPr>
            <a:endParaRPr sz="1800" dirty="0">
              <a:solidFill>
                <a:schemeClr val="dk1"/>
              </a:solidFill>
            </a:endParaRPr>
          </a:p>
          <a:p>
            <a:pPr marL="0" lvl="0" indent="0" algn="l" rtl="0">
              <a:spcBef>
                <a:spcPts val="0"/>
              </a:spcBef>
              <a:spcAft>
                <a:spcPts val="0"/>
              </a:spcAft>
              <a:buNone/>
            </a:pPr>
            <a:r>
              <a:rPr lang="pt-PT" sz="1800" dirty="0" err="1">
                <a:solidFill>
                  <a:schemeClr val="dk1"/>
                </a:solidFill>
              </a:rPr>
              <a:t>How</a:t>
            </a:r>
            <a:r>
              <a:rPr lang="pt-PT" sz="1800" dirty="0">
                <a:solidFill>
                  <a:schemeClr val="dk1"/>
                </a:solidFill>
              </a:rPr>
              <a:t> </a:t>
            </a:r>
            <a:r>
              <a:rPr lang="pt-PT" sz="1800" dirty="0" err="1">
                <a:solidFill>
                  <a:schemeClr val="dk1"/>
                </a:solidFill>
              </a:rPr>
              <a:t>many</a:t>
            </a:r>
            <a:r>
              <a:rPr lang="pt-PT" sz="1800" dirty="0">
                <a:solidFill>
                  <a:schemeClr val="dk1"/>
                </a:solidFill>
              </a:rPr>
              <a:t> </a:t>
            </a:r>
            <a:r>
              <a:rPr lang="pt-PT" sz="1800" dirty="0" err="1">
                <a:solidFill>
                  <a:schemeClr val="dk1"/>
                </a:solidFill>
              </a:rPr>
              <a:t>disk</a:t>
            </a:r>
            <a:r>
              <a:rPr lang="pt-PT" sz="1800" dirty="0">
                <a:solidFill>
                  <a:schemeClr val="dk1"/>
                </a:solidFill>
              </a:rPr>
              <a:t> </a:t>
            </a:r>
            <a:r>
              <a:rPr lang="pt-PT" sz="1800" dirty="0" err="1">
                <a:solidFill>
                  <a:schemeClr val="dk1"/>
                </a:solidFill>
              </a:rPr>
              <a:t>accesses</a:t>
            </a:r>
            <a:r>
              <a:rPr lang="pt-PT" sz="1800" dirty="0">
                <a:solidFill>
                  <a:schemeClr val="dk1"/>
                </a:solidFill>
              </a:rPr>
              <a:t> </a:t>
            </a:r>
            <a:r>
              <a:rPr lang="pt-PT" sz="1800" dirty="0" err="1">
                <a:solidFill>
                  <a:schemeClr val="dk1"/>
                </a:solidFill>
              </a:rPr>
              <a:t>it</a:t>
            </a:r>
            <a:r>
              <a:rPr lang="pt-PT" sz="1800" dirty="0">
                <a:solidFill>
                  <a:schemeClr val="dk1"/>
                </a:solidFill>
              </a:rPr>
              <a:t> </a:t>
            </a:r>
            <a:r>
              <a:rPr lang="pt-PT" sz="1800" dirty="0" err="1">
                <a:solidFill>
                  <a:schemeClr val="dk1"/>
                </a:solidFill>
              </a:rPr>
              <a:t>will</a:t>
            </a:r>
            <a:r>
              <a:rPr lang="pt-PT" sz="1800" dirty="0">
                <a:solidFill>
                  <a:schemeClr val="dk1"/>
                </a:solidFill>
              </a:rPr>
              <a:t> take to </a:t>
            </a:r>
            <a:r>
              <a:rPr lang="pt-PT" sz="1800" dirty="0" err="1">
                <a:solidFill>
                  <a:schemeClr val="dk1"/>
                </a:solidFill>
              </a:rPr>
              <a:t>find</a:t>
            </a:r>
            <a:r>
              <a:rPr lang="pt-PT" sz="1800" dirty="0">
                <a:solidFill>
                  <a:schemeClr val="dk1"/>
                </a:solidFill>
              </a:rPr>
              <a:t> </a:t>
            </a:r>
            <a:r>
              <a:rPr lang="pt-PT" sz="1800" dirty="0" err="1">
                <a:solidFill>
                  <a:schemeClr val="dk1"/>
                </a:solidFill>
              </a:rPr>
              <a:t>the</a:t>
            </a:r>
            <a:r>
              <a:rPr lang="pt-PT" sz="1800" dirty="0">
                <a:solidFill>
                  <a:schemeClr val="dk1"/>
                </a:solidFill>
              </a:rPr>
              <a:t> </a:t>
            </a:r>
            <a:r>
              <a:rPr lang="pt-PT" sz="1800" dirty="0" err="1">
                <a:solidFill>
                  <a:schemeClr val="dk1"/>
                </a:solidFill>
              </a:rPr>
              <a:t>average</a:t>
            </a:r>
            <a:r>
              <a:rPr lang="pt-PT" sz="1800" dirty="0">
                <a:solidFill>
                  <a:schemeClr val="dk1"/>
                </a:solidFill>
              </a:rPr>
              <a:t> </a:t>
            </a:r>
            <a:r>
              <a:rPr lang="pt-PT" sz="1800" dirty="0" err="1">
                <a:solidFill>
                  <a:schemeClr val="dk1"/>
                </a:solidFill>
              </a:rPr>
              <a:t>of</a:t>
            </a:r>
            <a:r>
              <a:rPr lang="pt-PT" sz="1800" dirty="0">
                <a:solidFill>
                  <a:schemeClr val="dk1"/>
                </a:solidFill>
              </a:rPr>
              <a:t> 3 </a:t>
            </a:r>
            <a:r>
              <a:rPr lang="pt-PT" sz="1800" dirty="0" err="1">
                <a:solidFill>
                  <a:schemeClr val="dk1"/>
                </a:solidFill>
              </a:rPr>
              <a:t>tuples</a:t>
            </a:r>
            <a:r>
              <a:rPr lang="pt-PT" sz="1800" dirty="0">
                <a:solidFill>
                  <a:schemeClr val="dk1"/>
                </a:solidFill>
              </a:rPr>
              <a:t> for a star </a:t>
            </a:r>
            <a:r>
              <a:rPr lang="pt-PT" sz="1800" dirty="0" err="1">
                <a:solidFill>
                  <a:schemeClr val="dk1"/>
                </a:solidFill>
              </a:rPr>
              <a:t>if</a:t>
            </a:r>
            <a:r>
              <a:rPr lang="pt-PT" sz="1800" dirty="0">
                <a:solidFill>
                  <a:schemeClr val="dk1"/>
                </a:solidFill>
              </a:rPr>
              <a:t> </a:t>
            </a:r>
            <a:r>
              <a:rPr lang="pt-PT" sz="1800" dirty="0" err="1">
                <a:solidFill>
                  <a:schemeClr val="dk1"/>
                </a:solidFill>
              </a:rPr>
              <a:t>we</a:t>
            </a:r>
            <a:r>
              <a:rPr lang="pt-PT" sz="1800" dirty="0">
                <a:solidFill>
                  <a:schemeClr val="dk1"/>
                </a:solidFill>
              </a:rPr>
              <a:t> </a:t>
            </a:r>
            <a:r>
              <a:rPr lang="pt-PT" sz="1800" b="1" dirty="0" err="1">
                <a:solidFill>
                  <a:schemeClr val="dk1"/>
                </a:solidFill>
              </a:rPr>
              <a:t>have</a:t>
            </a:r>
            <a:r>
              <a:rPr lang="pt-PT" sz="1800" b="1" dirty="0">
                <a:solidFill>
                  <a:schemeClr val="dk1"/>
                </a:solidFill>
              </a:rPr>
              <a:t> </a:t>
            </a:r>
            <a:r>
              <a:rPr lang="pt-PT" sz="1800" b="1" dirty="0" err="1">
                <a:solidFill>
                  <a:schemeClr val="dk1"/>
                </a:solidFill>
              </a:rPr>
              <a:t>an</a:t>
            </a:r>
            <a:r>
              <a:rPr lang="pt-PT" sz="1800" b="1" dirty="0">
                <a:solidFill>
                  <a:schemeClr val="dk1"/>
                </a:solidFill>
              </a:rPr>
              <a:t> </a:t>
            </a:r>
            <a:r>
              <a:rPr lang="pt-PT" sz="1800" b="1" dirty="0" err="1">
                <a:solidFill>
                  <a:schemeClr val="dk1"/>
                </a:solidFill>
              </a:rPr>
              <a:t>index</a:t>
            </a:r>
            <a:r>
              <a:rPr lang="pt-PT" sz="1800" b="1" dirty="0">
                <a:solidFill>
                  <a:schemeClr val="dk1"/>
                </a:solidFill>
              </a:rPr>
              <a:t> </a:t>
            </a:r>
            <a:r>
              <a:rPr lang="pt-PT" sz="1800" dirty="0" err="1">
                <a:solidFill>
                  <a:schemeClr val="dk1"/>
                </a:solidFill>
              </a:rPr>
              <a:t>on</a:t>
            </a:r>
            <a:r>
              <a:rPr lang="pt-PT" sz="1800" dirty="0">
                <a:solidFill>
                  <a:schemeClr val="dk1"/>
                </a:solidFill>
              </a:rPr>
              <a:t> </a:t>
            </a:r>
            <a:r>
              <a:rPr lang="pt-PT" sz="1800" dirty="0" err="1">
                <a:solidFill>
                  <a:schemeClr val="dk1"/>
                </a:solidFill>
              </a:rPr>
              <a:t>starName</a:t>
            </a:r>
            <a:r>
              <a:rPr lang="pt-PT" sz="1800" dirty="0">
                <a:solidFill>
                  <a:schemeClr val="dk1"/>
                </a:solidFill>
              </a:rPr>
              <a:t>?</a:t>
            </a:r>
            <a:endParaRPr sz="1800" dirty="0">
              <a:solidFill>
                <a:schemeClr val="dk1"/>
              </a:solidFill>
            </a:endParaRPr>
          </a:p>
        </p:txBody>
      </p:sp>
      <p:sp>
        <p:nvSpPr>
          <p:cNvPr id="1080" name="Google Shape;1080;p168"/>
          <p:cNvSpPr txBox="1">
            <a:spLocks noGrp="1"/>
          </p:cNvSpPr>
          <p:nvPr>
            <p:ph type="body" idx="1"/>
          </p:nvPr>
        </p:nvSpPr>
        <p:spPr>
          <a:xfrm>
            <a:off x="659850" y="3998675"/>
            <a:ext cx="7824300" cy="950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a:t>10 </a:t>
            </a:r>
            <a:r>
              <a:rPr lang="pt-PT" sz="2400" dirty="0" err="1"/>
              <a:t>disk</a:t>
            </a:r>
            <a:r>
              <a:rPr lang="pt-PT" sz="2400" dirty="0"/>
              <a:t> </a:t>
            </a:r>
            <a:r>
              <a:rPr lang="pt-PT" sz="2400" dirty="0" err="1"/>
              <a:t>accesses</a:t>
            </a:r>
            <a:endParaRPr sz="2400" dirty="0"/>
          </a:p>
          <a:p>
            <a:pPr marL="457200" lvl="0" indent="-381000" algn="l" rtl="0">
              <a:spcBef>
                <a:spcPts val="0"/>
              </a:spcBef>
              <a:spcAft>
                <a:spcPts val="0"/>
              </a:spcAft>
              <a:buSzPts val="2400"/>
              <a:buAutoNum type="arabicPeriod"/>
            </a:pPr>
            <a:r>
              <a:rPr lang="pt-PT" sz="2400" dirty="0"/>
              <a:t>3 </a:t>
            </a:r>
            <a:r>
              <a:rPr lang="pt-PT" sz="2400" dirty="0" err="1"/>
              <a:t>disk</a:t>
            </a:r>
            <a:r>
              <a:rPr lang="pt-PT" sz="2400" dirty="0"/>
              <a:t> </a:t>
            </a:r>
            <a:r>
              <a:rPr lang="pt-PT" sz="2400" dirty="0" err="1"/>
              <a:t>accesses</a:t>
            </a:r>
            <a:endParaRPr sz="2400" dirty="0"/>
          </a:p>
          <a:p>
            <a:pPr marL="0" lvl="0" indent="0" algn="l" rtl="0">
              <a:spcBef>
                <a:spcPts val="1600"/>
              </a:spcBef>
              <a:spcAft>
                <a:spcPts val="1600"/>
              </a:spcAft>
              <a:buNone/>
            </a:pPr>
            <a:endParaRPr sz="2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p169"/>
          <p:cNvSpPr txBox="1">
            <a:spLocks noGrp="1"/>
          </p:cNvSpPr>
          <p:nvPr>
            <p:ph type="title"/>
          </p:nvPr>
        </p:nvSpPr>
        <p:spPr>
          <a:xfrm>
            <a:off x="464100" y="356675"/>
            <a:ext cx="8135100" cy="83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151. </a:t>
            </a:r>
            <a:r>
              <a:rPr lang="pt-PT" sz="1800"/>
              <a:t>Let us consider the relation StarsIn (title, year, starName). Suppose that there are three database operations that we sometimes perform on this relation:</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pt-PT" sz="1800"/>
              <a:t>A: SELECT title, year</a:t>
            </a:r>
            <a:endParaRPr sz="1800"/>
          </a:p>
          <a:p>
            <a:pPr marL="0" lvl="0" indent="0" algn="l" rtl="0">
              <a:spcBef>
                <a:spcPts val="0"/>
              </a:spcBef>
              <a:spcAft>
                <a:spcPts val="0"/>
              </a:spcAft>
              <a:buNone/>
            </a:pPr>
            <a:r>
              <a:rPr lang="pt-PT" sz="1800"/>
              <a:t>     FROM StarsIn</a:t>
            </a:r>
            <a:endParaRPr sz="1800"/>
          </a:p>
          <a:p>
            <a:pPr marL="0" lvl="0" indent="0" algn="l" rtl="0">
              <a:spcBef>
                <a:spcPts val="0"/>
              </a:spcBef>
              <a:spcAft>
                <a:spcPts val="0"/>
              </a:spcAft>
              <a:buNone/>
            </a:pPr>
            <a:r>
              <a:rPr lang="pt-PT" sz="1800"/>
              <a:t>     WHERE starName = s;</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pt-PT" sz="1800"/>
              <a:t>B: SELECT starName</a:t>
            </a:r>
            <a:endParaRPr sz="1800"/>
          </a:p>
          <a:p>
            <a:pPr marL="0" lvl="0" indent="0" algn="l" rtl="0">
              <a:spcBef>
                <a:spcPts val="0"/>
              </a:spcBef>
              <a:spcAft>
                <a:spcPts val="0"/>
              </a:spcAft>
              <a:buNone/>
            </a:pPr>
            <a:r>
              <a:rPr lang="pt-PT" sz="1800"/>
              <a:t>     FROM StarsIn</a:t>
            </a:r>
            <a:endParaRPr sz="1800"/>
          </a:p>
          <a:p>
            <a:pPr marL="0" lvl="0" indent="0" algn="l" rtl="0">
              <a:spcBef>
                <a:spcPts val="0"/>
              </a:spcBef>
              <a:spcAft>
                <a:spcPts val="0"/>
              </a:spcAft>
              <a:buNone/>
            </a:pPr>
            <a:r>
              <a:rPr lang="pt-PT" sz="1800"/>
              <a:t>     WHERE title = t AND year = y;</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pt-PT" sz="1800"/>
              <a:t>C: INSERT INTO StarsIn VALUES(t, y, s);</a:t>
            </a:r>
            <a:endParaRPr sz="1800"/>
          </a:p>
          <a:p>
            <a:pPr marL="45720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86" name="Google Shape;1086;p169"/>
          <p:cNvSpPr txBox="1"/>
          <p:nvPr/>
        </p:nvSpPr>
        <p:spPr>
          <a:xfrm>
            <a:off x="5379150" y="1337074"/>
            <a:ext cx="3105000" cy="313332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dirty="0">
                <a:solidFill>
                  <a:schemeClr val="dk1"/>
                </a:solidFill>
              </a:rPr>
              <a:t>Assume </a:t>
            </a:r>
            <a:r>
              <a:rPr lang="pt-PT" sz="1800" dirty="0" err="1">
                <a:solidFill>
                  <a:schemeClr val="dk1"/>
                </a:solidFill>
              </a:rPr>
              <a:t>StarsIn</a:t>
            </a:r>
            <a:r>
              <a:rPr lang="pt-PT" sz="1800" dirty="0">
                <a:solidFill>
                  <a:schemeClr val="dk1"/>
                </a:solidFill>
              </a:rPr>
              <a:t> </a:t>
            </a:r>
            <a:r>
              <a:rPr lang="pt-PT" sz="1800" dirty="0" err="1">
                <a:solidFill>
                  <a:schemeClr val="dk1"/>
                </a:solidFill>
              </a:rPr>
              <a:t>occupies</a:t>
            </a:r>
            <a:r>
              <a:rPr lang="pt-PT" sz="1800" dirty="0">
                <a:solidFill>
                  <a:schemeClr val="dk1"/>
                </a:solidFill>
              </a:rPr>
              <a:t> 10 </a:t>
            </a:r>
            <a:r>
              <a:rPr lang="pt-PT" sz="1800" dirty="0" err="1">
                <a:solidFill>
                  <a:schemeClr val="dk1"/>
                </a:solidFill>
              </a:rPr>
              <a:t>pages</a:t>
            </a:r>
            <a:r>
              <a:rPr lang="pt-PT" sz="1800" dirty="0">
                <a:solidFill>
                  <a:schemeClr val="dk1"/>
                </a:solidFill>
              </a:rPr>
              <a:t> </a:t>
            </a:r>
            <a:r>
              <a:rPr lang="pt-PT" sz="1800" dirty="0" err="1">
                <a:solidFill>
                  <a:schemeClr val="dk1"/>
                </a:solidFill>
              </a:rPr>
              <a:t>and</a:t>
            </a:r>
            <a:r>
              <a:rPr lang="pt-PT" sz="1800" dirty="0">
                <a:solidFill>
                  <a:schemeClr val="dk1"/>
                </a:solidFill>
              </a:rPr>
              <a:t>, </a:t>
            </a:r>
            <a:r>
              <a:rPr lang="pt-PT" sz="1800" dirty="0" err="1">
                <a:solidFill>
                  <a:schemeClr val="dk1"/>
                </a:solidFill>
              </a:rPr>
              <a:t>on</a:t>
            </a:r>
            <a:r>
              <a:rPr lang="pt-PT" sz="1800" dirty="0">
                <a:solidFill>
                  <a:schemeClr val="dk1"/>
                </a:solidFill>
              </a:rPr>
              <a:t> </a:t>
            </a:r>
            <a:r>
              <a:rPr lang="pt-PT" sz="1800" dirty="0" err="1">
                <a:solidFill>
                  <a:schemeClr val="dk1"/>
                </a:solidFill>
              </a:rPr>
              <a:t>the</a:t>
            </a:r>
            <a:r>
              <a:rPr lang="pt-PT" sz="1800" dirty="0">
                <a:solidFill>
                  <a:schemeClr val="dk1"/>
                </a:solidFill>
              </a:rPr>
              <a:t> </a:t>
            </a:r>
            <a:r>
              <a:rPr lang="pt-PT" sz="1800" dirty="0" err="1">
                <a:solidFill>
                  <a:schemeClr val="dk1"/>
                </a:solidFill>
              </a:rPr>
              <a:t>average</a:t>
            </a:r>
            <a:r>
              <a:rPr lang="pt-PT" sz="1800" dirty="0">
                <a:solidFill>
                  <a:schemeClr val="dk1"/>
                </a:solidFill>
              </a:rPr>
              <a:t>, a star </a:t>
            </a:r>
            <a:r>
              <a:rPr lang="pt-PT" sz="1800" dirty="0" err="1">
                <a:solidFill>
                  <a:schemeClr val="dk1"/>
                </a:solidFill>
              </a:rPr>
              <a:t>has</a:t>
            </a:r>
            <a:r>
              <a:rPr lang="pt-PT" sz="1800" dirty="0">
                <a:solidFill>
                  <a:schemeClr val="dk1"/>
                </a:solidFill>
              </a:rPr>
              <a:t> </a:t>
            </a:r>
            <a:r>
              <a:rPr lang="pt-PT" sz="1800" dirty="0" err="1">
                <a:solidFill>
                  <a:schemeClr val="dk1"/>
                </a:solidFill>
              </a:rPr>
              <a:t>appeared</a:t>
            </a:r>
            <a:r>
              <a:rPr lang="pt-PT" sz="1800" dirty="0">
                <a:solidFill>
                  <a:schemeClr val="dk1"/>
                </a:solidFill>
              </a:rPr>
              <a:t> in 3 </a:t>
            </a:r>
            <a:r>
              <a:rPr lang="pt-PT" sz="1800" dirty="0" err="1">
                <a:solidFill>
                  <a:schemeClr val="dk1"/>
                </a:solidFill>
              </a:rPr>
              <a:t>movies</a:t>
            </a:r>
            <a:r>
              <a:rPr lang="pt-PT" sz="1800" dirty="0">
                <a:solidFill>
                  <a:schemeClr val="dk1"/>
                </a:solidFill>
              </a:rPr>
              <a:t> </a:t>
            </a:r>
            <a:r>
              <a:rPr lang="pt-PT" sz="1800" dirty="0" err="1">
                <a:solidFill>
                  <a:schemeClr val="dk1"/>
                </a:solidFill>
              </a:rPr>
              <a:t>and</a:t>
            </a:r>
            <a:r>
              <a:rPr lang="pt-PT" sz="1800" dirty="0">
                <a:solidFill>
                  <a:schemeClr val="dk1"/>
                </a:solidFill>
              </a:rPr>
              <a:t> a </a:t>
            </a:r>
            <a:r>
              <a:rPr lang="pt-PT" sz="1800" dirty="0" err="1">
                <a:solidFill>
                  <a:schemeClr val="dk1"/>
                </a:solidFill>
              </a:rPr>
              <a:t>movie</a:t>
            </a:r>
            <a:r>
              <a:rPr lang="pt-PT" sz="1800" dirty="0">
                <a:solidFill>
                  <a:schemeClr val="dk1"/>
                </a:solidFill>
              </a:rPr>
              <a:t> </a:t>
            </a:r>
            <a:r>
              <a:rPr lang="pt-PT" sz="1800" dirty="0" err="1">
                <a:solidFill>
                  <a:schemeClr val="dk1"/>
                </a:solidFill>
              </a:rPr>
              <a:t>has</a:t>
            </a:r>
            <a:r>
              <a:rPr lang="pt-PT" sz="1800" dirty="0">
                <a:solidFill>
                  <a:schemeClr val="dk1"/>
                </a:solidFill>
              </a:rPr>
              <a:t> 3 stars.</a:t>
            </a:r>
            <a:endParaRPr sz="1800" dirty="0">
              <a:solidFill>
                <a:schemeClr val="dk1"/>
              </a:solidFill>
            </a:endParaRPr>
          </a:p>
          <a:p>
            <a:pPr marL="0" lvl="0" indent="0" algn="l" rtl="0">
              <a:spcBef>
                <a:spcPts val="0"/>
              </a:spcBef>
              <a:spcAft>
                <a:spcPts val="0"/>
              </a:spcAft>
              <a:buNone/>
            </a:pPr>
            <a:endParaRPr sz="1800" dirty="0">
              <a:solidFill>
                <a:schemeClr val="dk1"/>
              </a:solidFill>
            </a:endParaRPr>
          </a:p>
          <a:p>
            <a:pPr marL="0" lvl="0" indent="0" algn="l" rtl="0">
              <a:spcBef>
                <a:spcPts val="0"/>
              </a:spcBef>
              <a:spcAft>
                <a:spcPts val="0"/>
              </a:spcAft>
              <a:buNone/>
            </a:pPr>
            <a:r>
              <a:rPr lang="pt-PT" sz="1800" dirty="0" err="1">
                <a:solidFill>
                  <a:schemeClr val="dk1"/>
                </a:solidFill>
              </a:rPr>
              <a:t>How</a:t>
            </a:r>
            <a:r>
              <a:rPr lang="pt-PT" sz="1800" dirty="0">
                <a:solidFill>
                  <a:schemeClr val="dk1"/>
                </a:solidFill>
              </a:rPr>
              <a:t> </a:t>
            </a:r>
            <a:r>
              <a:rPr lang="pt-PT" sz="1800" dirty="0" err="1">
                <a:solidFill>
                  <a:schemeClr val="dk1"/>
                </a:solidFill>
              </a:rPr>
              <a:t>many</a:t>
            </a:r>
            <a:r>
              <a:rPr lang="pt-PT" sz="1800" dirty="0">
                <a:solidFill>
                  <a:schemeClr val="dk1"/>
                </a:solidFill>
              </a:rPr>
              <a:t> </a:t>
            </a:r>
            <a:r>
              <a:rPr lang="pt-PT" sz="1800" dirty="0" err="1">
                <a:solidFill>
                  <a:schemeClr val="dk1"/>
                </a:solidFill>
              </a:rPr>
              <a:t>disk</a:t>
            </a:r>
            <a:r>
              <a:rPr lang="pt-PT" sz="1800" dirty="0">
                <a:solidFill>
                  <a:schemeClr val="dk1"/>
                </a:solidFill>
              </a:rPr>
              <a:t> </a:t>
            </a:r>
            <a:r>
              <a:rPr lang="pt-PT" sz="1800" dirty="0" err="1">
                <a:solidFill>
                  <a:schemeClr val="dk1"/>
                </a:solidFill>
              </a:rPr>
              <a:t>accesses</a:t>
            </a:r>
            <a:r>
              <a:rPr lang="pt-PT" sz="1800" dirty="0">
                <a:solidFill>
                  <a:schemeClr val="dk1"/>
                </a:solidFill>
              </a:rPr>
              <a:t> </a:t>
            </a:r>
            <a:r>
              <a:rPr lang="pt-PT" sz="1800" dirty="0" err="1">
                <a:solidFill>
                  <a:schemeClr val="dk1"/>
                </a:solidFill>
              </a:rPr>
              <a:t>it</a:t>
            </a:r>
            <a:r>
              <a:rPr lang="pt-PT" sz="1800" dirty="0">
                <a:solidFill>
                  <a:schemeClr val="dk1"/>
                </a:solidFill>
              </a:rPr>
              <a:t> </a:t>
            </a:r>
            <a:r>
              <a:rPr lang="pt-PT" sz="1800" dirty="0" err="1">
                <a:solidFill>
                  <a:schemeClr val="dk1"/>
                </a:solidFill>
              </a:rPr>
              <a:t>will</a:t>
            </a:r>
            <a:r>
              <a:rPr lang="pt-PT" sz="1800" dirty="0">
                <a:solidFill>
                  <a:schemeClr val="dk1"/>
                </a:solidFill>
              </a:rPr>
              <a:t> take to </a:t>
            </a:r>
            <a:r>
              <a:rPr lang="pt-PT" sz="1800" dirty="0" err="1">
                <a:solidFill>
                  <a:schemeClr val="dk1"/>
                </a:solidFill>
              </a:rPr>
              <a:t>find</a:t>
            </a:r>
            <a:r>
              <a:rPr lang="pt-PT" sz="1800" dirty="0">
                <a:solidFill>
                  <a:schemeClr val="dk1"/>
                </a:solidFill>
              </a:rPr>
              <a:t> </a:t>
            </a:r>
            <a:r>
              <a:rPr lang="pt-PT" sz="1800" dirty="0" err="1">
                <a:solidFill>
                  <a:schemeClr val="dk1"/>
                </a:solidFill>
              </a:rPr>
              <a:t>the</a:t>
            </a:r>
            <a:r>
              <a:rPr lang="pt-PT" sz="1800" dirty="0">
                <a:solidFill>
                  <a:schemeClr val="dk1"/>
                </a:solidFill>
              </a:rPr>
              <a:t> </a:t>
            </a:r>
            <a:r>
              <a:rPr lang="pt-PT" sz="1800" dirty="0" err="1">
                <a:solidFill>
                  <a:schemeClr val="dk1"/>
                </a:solidFill>
              </a:rPr>
              <a:t>average</a:t>
            </a:r>
            <a:r>
              <a:rPr lang="pt-PT" sz="1800" dirty="0">
                <a:solidFill>
                  <a:schemeClr val="dk1"/>
                </a:solidFill>
              </a:rPr>
              <a:t> </a:t>
            </a:r>
            <a:r>
              <a:rPr lang="pt-PT" sz="1800" dirty="0" err="1">
                <a:solidFill>
                  <a:schemeClr val="dk1"/>
                </a:solidFill>
              </a:rPr>
              <a:t>of</a:t>
            </a:r>
            <a:r>
              <a:rPr lang="pt-PT" sz="1800" dirty="0">
                <a:solidFill>
                  <a:schemeClr val="dk1"/>
                </a:solidFill>
              </a:rPr>
              <a:t> 3 </a:t>
            </a:r>
            <a:r>
              <a:rPr lang="pt-PT" sz="1800" dirty="0" err="1">
                <a:solidFill>
                  <a:schemeClr val="dk1"/>
                </a:solidFill>
              </a:rPr>
              <a:t>tuples</a:t>
            </a:r>
            <a:r>
              <a:rPr lang="pt-PT" sz="1800" dirty="0">
                <a:solidFill>
                  <a:schemeClr val="dk1"/>
                </a:solidFill>
              </a:rPr>
              <a:t> for a star </a:t>
            </a:r>
            <a:r>
              <a:rPr lang="pt-PT" sz="1800" dirty="0" err="1">
                <a:solidFill>
                  <a:schemeClr val="dk1"/>
                </a:solidFill>
              </a:rPr>
              <a:t>if</a:t>
            </a:r>
            <a:r>
              <a:rPr lang="pt-PT" sz="1800" dirty="0">
                <a:solidFill>
                  <a:schemeClr val="dk1"/>
                </a:solidFill>
              </a:rPr>
              <a:t> </a:t>
            </a:r>
            <a:r>
              <a:rPr lang="pt-PT" sz="1800" dirty="0" err="1">
                <a:solidFill>
                  <a:schemeClr val="dk1"/>
                </a:solidFill>
              </a:rPr>
              <a:t>we</a:t>
            </a:r>
            <a:r>
              <a:rPr lang="pt-PT" sz="1800" dirty="0">
                <a:solidFill>
                  <a:schemeClr val="dk1"/>
                </a:solidFill>
              </a:rPr>
              <a:t> </a:t>
            </a:r>
            <a:r>
              <a:rPr lang="pt-PT" sz="1800" b="1" dirty="0" err="1">
                <a:solidFill>
                  <a:schemeClr val="dk1"/>
                </a:solidFill>
              </a:rPr>
              <a:t>have</a:t>
            </a:r>
            <a:r>
              <a:rPr lang="pt-PT" sz="1800" b="1" dirty="0">
                <a:solidFill>
                  <a:schemeClr val="dk1"/>
                </a:solidFill>
              </a:rPr>
              <a:t> NO </a:t>
            </a:r>
            <a:r>
              <a:rPr lang="pt-PT" sz="1800" b="1" dirty="0" err="1">
                <a:solidFill>
                  <a:schemeClr val="dk1"/>
                </a:solidFill>
              </a:rPr>
              <a:t>index</a:t>
            </a:r>
            <a:r>
              <a:rPr lang="pt-PT" sz="1800" b="1" dirty="0">
                <a:solidFill>
                  <a:schemeClr val="dk1"/>
                </a:solidFill>
              </a:rPr>
              <a:t> </a:t>
            </a:r>
            <a:r>
              <a:rPr lang="pt-PT" sz="1800" dirty="0" err="1">
                <a:solidFill>
                  <a:schemeClr val="dk1"/>
                </a:solidFill>
              </a:rPr>
              <a:t>on</a:t>
            </a:r>
            <a:r>
              <a:rPr lang="pt-PT" sz="1800" dirty="0">
                <a:solidFill>
                  <a:schemeClr val="dk1"/>
                </a:solidFill>
              </a:rPr>
              <a:t> </a:t>
            </a:r>
            <a:r>
              <a:rPr lang="pt-PT" sz="1800" dirty="0" err="1">
                <a:solidFill>
                  <a:schemeClr val="dk1"/>
                </a:solidFill>
              </a:rPr>
              <a:t>starName</a:t>
            </a:r>
            <a:r>
              <a:rPr lang="pt-PT" sz="1800" dirty="0">
                <a:solidFill>
                  <a:schemeClr val="dk1"/>
                </a:solidFill>
              </a:rPr>
              <a:t>?</a:t>
            </a:r>
            <a:endParaRPr sz="1800" dirty="0">
              <a:solidFill>
                <a:schemeClr val="dk1"/>
              </a:solidFill>
            </a:endParaRPr>
          </a:p>
        </p:txBody>
      </p:sp>
      <p:sp>
        <p:nvSpPr>
          <p:cNvPr id="1087" name="Google Shape;1087;p169"/>
          <p:cNvSpPr txBox="1">
            <a:spLocks noGrp="1"/>
          </p:cNvSpPr>
          <p:nvPr>
            <p:ph type="body" idx="1"/>
          </p:nvPr>
        </p:nvSpPr>
        <p:spPr>
          <a:xfrm>
            <a:off x="659850" y="3998675"/>
            <a:ext cx="7824300" cy="950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dirty="0"/>
              <a:t>10 </a:t>
            </a:r>
            <a:r>
              <a:rPr lang="pt-PT" sz="2400" dirty="0" err="1"/>
              <a:t>disk</a:t>
            </a:r>
            <a:r>
              <a:rPr lang="pt-PT" sz="2400" dirty="0"/>
              <a:t> </a:t>
            </a:r>
            <a:r>
              <a:rPr lang="pt-PT" sz="2400" dirty="0" err="1"/>
              <a:t>accesses</a:t>
            </a:r>
            <a:endParaRPr sz="2400" dirty="0"/>
          </a:p>
          <a:p>
            <a:pPr marL="457200" lvl="0" indent="-381000" algn="l" rtl="0">
              <a:spcBef>
                <a:spcPts val="0"/>
              </a:spcBef>
              <a:spcAft>
                <a:spcPts val="0"/>
              </a:spcAft>
              <a:buSzPts val="2400"/>
              <a:buAutoNum type="arabicPeriod"/>
            </a:pPr>
            <a:r>
              <a:rPr lang="pt-PT" sz="2400" dirty="0"/>
              <a:t>3 </a:t>
            </a:r>
            <a:r>
              <a:rPr lang="pt-PT" sz="2400" dirty="0" err="1"/>
              <a:t>disk</a:t>
            </a:r>
            <a:r>
              <a:rPr lang="pt-PT" sz="2400" dirty="0"/>
              <a:t> </a:t>
            </a:r>
            <a:r>
              <a:rPr lang="pt-PT" sz="2400" dirty="0" err="1"/>
              <a:t>accesses</a:t>
            </a:r>
            <a:endParaRPr sz="2400" dirty="0"/>
          </a:p>
          <a:p>
            <a:pPr marL="0" lvl="0" indent="0" algn="l" rtl="0">
              <a:spcBef>
                <a:spcPts val="1600"/>
              </a:spcBef>
              <a:spcAft>
                <a:spcPts val="1600"/>
              </a:spcAft>
              <a:buNone/>
            </a:pPr>
            <a:endParaRPr sz="24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170"/>
          <p:cNvSpPr txBox="1">
            <a:spLocks noGrp="1"/>
          </p:cNvSpPr>
          <p:nvPr>
            <p:ph type="title"/>
          </p:nvPr>
        </p:nvSpPr>
        <p:spPr>
          <a:xfrm>
            <a:off x="464100" y="356675"/>
            <a:ext cx="8135100" cy="115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152. Comparando com bases de dados relacionais, as bases de dados NoSQL são melhores em:</a:t>
            </a:r>
            <a:endParaRPr sz="2400"/>
          </a:p>
          <a:p>
            <a:pPr marL="45720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93" name="Google Shape;1093;p170"/>
          <p:cNvSpPr txBox="1">
            <a:spLocks noGrp="1"/>
          </p:cNvSpPr>
          <p:nvPr>
            <p:ph type="body" idx="1"/>
          </p:nvPr>
        </p:nvSpPr>
        <p:spPr>
          <a:xfrm>
            <a:off x="659850" y="1513775"/>
            <a:ext cx="7824300" cy="30063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Lidar com restrições e/ou joins</a:t>
            </a:r>
            <a:endParaRPr sz="2400"/>
          </a:p>
          <a:p>
            <a:pPr marL="457200" lvl="0" indent="-381000" algn="l" rtl="0">
              <a:spcBef>
                <a:spcPts val="0"/>
              </a:spcBef>
              <a:spcAft>
                <a:spcPts val="0"/>
              </a:spcAft>
              <a:buSzPts val="2400"/>
              <a:buAutoNum type="arabicPeriod"/>
            </a:pPr>
            <a:r>
              <a:rPr lang="pt-PT" sz="2400"/>
              <a:t>Capacidade de gerir grandes quantidade de dados</a:t>
            </a:r>
            <a:endParaRPr sz="2400"/>
          </a:p>
          <a:p>
            <a:pPr marL="457200" lvl="0" indent="-381000" algn="l" rtl="0">
              <a:spcBef>
                <a:spcPts val="0"/>
              </a:spcBef>
              <a:spcAft>
                <a:spcPts val="0"/>
              </a:spcAft>
              <a:buSzPts val="2400"/>
              <a:buAutoNum type="arabicPeriod"/>
            </a:pPr>
            <a:r>
              <a:rPr lang="pt-PT" sz="2400"/>
              <a:t>Escalonamento vertical</a:t>
            </a:r>
            <a:endParaRPr sz="2400"/>
          </a:p>
          <a:p>
            <a:pPr marL="457200" lvl="0" indent="-381000" algn="l" rtl="0">
              <a:spcBef>
                <a:spcPts val="0"/>
              </a:spcBef>
              <a:spcAft>
                <a:spcPts val="0"/>
              </a:spcAft>
              <a:buSzPts val="2400"/>
              <a:buAutoNum type="arabicPeriod"/>
            </a:pPr>
            <a:r>
              <a:rPr lang="pt-PT" sz="2400"/>
              <a:t>Escalonamento horizontal</a:t>
            </a:r>
            <a:endParaRPr sz="2400"/>
          </a:p>
          <a:p>
            <a:pPr marL="0" lvl="0" indent="0" algn="l" rtl="0">
              <a:spcBef>
                <a:spcPts val="1600"/>
              </a:spcBef>
              <a:spcAft>
                <a:spcPts val="1600"/>
              </a:spcAft>
              <a:buNone/>
            </a:pPr>
            <a:endParaRPr sz="24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171"/>
          <p:cNvSpPr txBox="1">
            <a:spLocks noGrp="1"/>
          </p:cNvSpPr>
          <p:nvPr>
            <p:ph type="title"/>
          </p:nvPr>
        </p:nvSpPr>
        <p:spPr>
          <a:xfrm>
            <a:off x="393762" y="247259"/>
            <a:ext cx="8135100" cy="16440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dirty="0"/>
              <a:t>153. Temos um </a:t>
            </a:r>
            <a:r>
              <a:rPr lang="pt-PT" sz="2400" i="1" dirty="0"/>
              <a:t>blog</a:t>
            </a:r>
            <a:r>
              <a:rPr lang="pt-PT" sz="2400" dirty="0"/>
              <a:t>, que representa a informação sobre os seus utilizadores, </a:t>
            </a:r>
            <a:r>
              <a:rPr lang="pt-PT" sz="2400" i="1" dirty="0"/>
              <a:t>posts</a:t>
            </a:r>
            <a:r>
              <a:rPr lang="pt-PT" sz="2400" dirty="0"/>
              <a:t>, comentários e </a:t>
            </a:r>
            <a:r>
              <a:rPr lang="pt-PT" sz="2400" i="1" dirty="0"/>
              <a:t>tags</a:t>
            </a:r>
            <a:r>
              <a:rPr lang="pt-PT" sz="2400" dirty="0"/>
              <a:t> associadas a esses </a:t>
            </a:r>
            <a:r>
              <a:rPr lang="pt-PT" sz="2400" i="1" dirty="0"/>
              <a:t>posts</a:t>
            </a:r>
            <a:r>
              <a:rPr lang="pt-PT" sz="2400" dirty="0"/>
              <a:t>. Nesse sistema alguns utilizadores são administradores do </a:t>
            </a:r>
            <a:r>
              <a:rPr lang="pt-PT" sz="2400" i="1" dirty="0"/>
              <a:t>blog</a:t>
            </a:r>
            <a:r>
              <a:rPr lang="pt-PT" sz="2400" dirty="0"/>
              <a:t>.</a:t>
            </a:r>
            <a:endParaRPr sz="2400" dirty="0"/>
          </a:p>
          <a:p>
            <a:pPr marL="457200" lvl="0" indent="-298450" algn="l" rtl="0">
              <a:lnSpc>
                <a:spcPct val="115000"/>
              </a:lnSpc>
              <a:spcBef>
                <a:spcPts val="1200"/>
              </a:spcBef>
              <a:spcAft>
                <a:spcPts val="0"/>
              </a:spcAft>
              <a:buClr>
                <a:srgbClr val="FFFFFF"/>
              </a:buClr>
              <a:buSzPts val="1100"/>
              <a:buChar char="●"/>
            </a:pPr>
            <a:r>
              <a:rPr lang="pt-PT" sz="2400" dirty="0"/>
              <a:t>Posts(</a:t>
            </a:r>
            <a:r>
              <a:rPr lang="pt-PT" sz="2400" dirty="0" err="1"/>
              <a:t>idPost</a:t>
            </a:r>
            <a:r>
              <a:rPr lang="pt-PT" sz="2400" dirty="0"/>
              <a:t>, </a:t>
            </a:r>
            <a:r>
              <a:rPr lang="pt-PT" sz="2400" dirty="0" err="1"/>
              <a:t>datePublished</a:t>
            </a:r>
            <a:r>
              <a:rPr lang="pt-PT" sz="2400" dirty="0"/>
              <a:t>, </a:t>
            </a:r>
            <a:r>
              <a:rPr lang="pt-PT" sz="2400" dirty="0" err="1"/>
              <a:t>author→Users</a:t>
            </a:r>
            <a:r>
              <a:rPr lang="pt-PT" sz="2400" dirty="0"/>
              <a:t>, </a:t>
            </a:r>
            <a:r>
              <a:rPr lang="pt-PT" sz="2400" dirty="0" err="1"/>
              <a:t>views</a:t>
            </a:r>
            <a:r>
              <a:rPr lang="pt-PT" sz="2400" dirty="0"/>
              <a:t>, </a:t>
            </a:r>
            <a:r>
              <a:rPr lang="pt-PT" sz="2400" dirty="0" err="1"/>
              <a:t>text</a:t>
            </a:r>
            <a:r>
              <a:rPr lang="pt-PT" sz="2400" dirty="0"/>
              <a:t>, </a:t>
            </a:r>
            <a:r>
              <a:rPr lang="pt-PT" sz="2400" dirty="0" err="1"/>
              <a:t>title</a:t>
            </a:r>
            <a:r>
              <a:rPr lang="pt-PT" sz="2400" dirty="0"/>
              <a:t>)</a:t>
            </a:r>
            <a:endParaRPr sz="2400" dirty="0"/>
          </a:p>
          <a:p>
            <a:pPr marL="457200" lvl="0" indent="-298450" algn="l" rtl="0">
              <a:lnSpc>
                <a:spcPct val="115000"/>
              </a:lnSpc>
              <a:spcBef>
                <a:spcPts val="0"/>
              </a:spcBef>
              <a:spcAft>
                <a:spcPts val="0"/>
              </a:spcAft>
              <a:buClr>
                <a:srgbClr val="FFFFFF"/>
              </a:buClr>
              <a:buSzPts val="1100"/>
              <a:buChar char="●"/>
            </a:pPr>
            <a:r>
              <a:rPr lang="pt-PT" sz="2400" dirty="0" err="1"/>
              <a:t>Comments</a:t>
            </a:r>
            <a:r>
              <a:rPr lang="pt-PT" sz="2400" dirty="0"/>
              <a:t>(</a:t>
            </a:r>
            <a:r>
              <a:rPr lang="pt-PT" sz="2400" dirty="0" err="1"/>
              <a:t>idComment</a:t>
            </a:r>
            <a:r>
              <a:rPr lang="pt-PT" sz="2400" dirty="0"/>
              <a:t>, </a:t>
            </a:r>
            <a:r>
              <a:rPr lang="pt-PT" sz="2400" dirty="0" err="1"/>
              <a:t>idPost→Posts</a:t>
            </a:r>
            <a:r>
              <a:rPr lang="pt-PT" sz="2400" dirty="0"/>
              <a:t>, </a:t>
            </a:r>
            <a:r>
              <a:rPr lang="pt-PT" sz="2400" dirty="0" err="1"/>
              <a:t>idUser→Users</a:t>
            </a:r>
            <a:r>
              <a:rPr lang="pt-PT" sz="2400" dirty="0"/>
              <a:t>, </a:t>
            </a:r>
            <a:r>
              <a:rPr lang="pt-PT" sz="2400" dirty="0" err="1"/>
              <a:t>datePosted</a:t>
            </a:r>
            <a:r>
              <a:rPr lang="pt-PT" sz="2400" dirty="0"/>
              <a:t>, </a:t>
            </a:r>
            <a:r>
              <a:rPr lang="pt-PT" sz="2400" dirty="0" err="1"/>
              <a:t>commentText</a:t>
            </a:r>
            <a:r>
              <a:rPr lang="pt-PT" sz="2400" dirty="0"/>
              <a:t>)</a:t>
            </a:r>
            <a:endParaRPr sz="2400" dirty="0"/>
          </a:p>
          <a:p>
            <a:pPr marL="457200" lvl="0" indent="-298450" algn="l" rtl="0">
              <a:lnSpc>
                <a:spcPct val="115000"/>
              </a:lnSpc>
              <a:spcBef>
                <a:spcPts val="0"/>
              </a:spcBef>
              <a:spcAft>
                <a:spcPts val="0"/>
              </a:spcAft>
              <a:buClr>
                <a:srgbClr val="FFFFFF"/>
              </a:buClr>
              <a:buSzPts val="1100"/>
              <a:buChar char="●"/>
            </a:pPr>
            <a:r>
              <a:rPr lang="pt-PT" sz="2400" dirty="0"/>
              <a:t>Tags(</a:t>
            </a:r>
            <a:r>
              <a:rPr lang="pt-PT" sz="2400" dirty="0" err="1"/>
              <a:t>idTag</a:t>
            </a:r>
            <a:r>
              <a:rPr lang="pt-PT" sz="2400" dirty="0"/>
              <a:t>, </a:t>
            </a:r>
            <a:r>
              <a:rPr lang="pt-PT" sz="2400" dirty="0" err="1"/>
              <a:t>tagText</a:t>
            </a:r>
            <a:r>
              <a:rPr lang="pt-PT" sz="2400" dirty="0"/>
              <a:t>)</a:t>
            </a:r>
            <a:endParaRPr sz="2400" dirty="0"/>
          </a:p>
          <a:p>
            <a:pPr marL="457200" lvl="0" indent="-298450" algn="l" rtl="0">
              <a:lnSpc>
                <a:spcPct val="115000"/>
              </a:lnSpc>
              <a:spcBef>
                <a:spcPts val="0"/>
              </a:spcBef>
              <a:spcAft>
                <a:spcPts val="0"/>
              </a:spcAft>
              <a:buClr>
                <a:srgbClr val="FFFFFF"/>
              </a:buClr>
              <a:buSzPts val="1100"/>
              <a:buChar char="●"/>
            </a:pPr>
            <a:r>
              <a:rPr lang="pt-PT" sz="2400" dirty="0" err="1"/>
              <a:t>PostsTags</a:t>
            </a:r>
            <a:r>
              <a:rPr lang="pt-PT" sz="2400" dirty="0"/>
              <a:t>(</a:t>
            </a:r>
            <a:r>
              <a:rPr lang="pt-PT" sz="2400" dirty="0" err="1"/>
              <a:t>idPost→Posts</a:t>
            </a:r>
            <a:r>
              <a:rPr lang="pt-PT" sz="2400" dirty="0"/>
              <a:t>, </a:t>
            </a:r>
            <a:r>
              <a:rPr lang="pt-PT" sz="2400" dirty="0" err="1"/>
              <a:t>idTag→Tags</a:t>
            </a:r>
            <a:r>
              <a:rPr lang="pt-PT" sz="2400" dirty="0"/>
              <a:t>)</a:t>
            </a:r>
            <a:endParaRPr sz="2400" dirty="0"/>
          </a:p>
          <a:p>
            <a:pPr marL="457200" lvl="0" indent="-298450" algn="l" rtl="0">
              <a:lnSpc>
                <a:spcPct val="115000"/>
              </a:lnSpc>
              <a:spcBef>
                <a:spcPts val="0"/>
              </a:spcBef>
              <a:spcAft>
                <a:spcPts val="0"/>
              </a:spcAft>
              <a:buClr>
                <a:srgbClr val="FFFFFF"/>
              </a:buClr>
              <a:buSzPts val="1100"/>
              <a:buChar char="●"/>
            </a:pPr>
            <a:r>
              <a:rPr lang="pt-PT" sz="2400" dirty="0" err="1"/>
              <a:t>Users</a:t>
            </a:r>
            <a:r>
              <a:rPr lang="pt-PT" sz="2400" dirty="0"/>
              <a:t>(</a:t>
            </a:r>
            <a:r>
              <a:rPr lang="pt-PT" sz="2400" dirty="0" err="1"/>
              <a:t>idUser</a:t>
            </a:r>
            <a:r>
              <a:rPr lang="pt-PT" sz="2400" dirty="0"/>
              <a:t>, </a:t>
            </a:r>
            <a:r>
              <a:rPr lang="pt-PT" sz="2400" dirty="0" err="1"/>
              <a:t>nick</a:t>
            </a:r>
            <a:r>
              <a:rPr lang="pt-PT" sz="2400" dirty="0"/>
              <a:t>, </a:t>
            </a:r>
            <a:r>
              <a:rPr lang="pt-PT" sz="2400" dirty="0" err="1"/>
              <a:t>isAdmin</a:t>
            </a:r>
            <a:r>
              <a:rPr lang="pt-PT" sz="2400" dirty="0"/>
              <a:t>)</a:t>
            </a:r>
            <a:endParaRPr sz="2400" dirty="0"/>
          </a:p>
          <a:p>
            <a:pPr marL="0" lvl="0" indent="0" algn="l" rtl="0">
              <a:spcBef>
                <a:spcPts val="1200"/>
              </a:spcBef>
              <a:spcAft>
                <a:spcPts val="0"/>
              </a:spcAft>
              <a:buNone/>
            </a:pPr>
            <a:endParaRPr sz="2400" dirty="0"/>
          </a:p>
          <a:p>
            <a:pPr marL="457200" lvl="0" indent="0" algn="l" rtl="0">
              <a:spcBef>
                <a:spcPts val="0"/>
              </a:spcBef>
              <a:spcAft>
                <a:spcPts val="0"/>
              </a:spcAft>
              <a:buNone/>
            </a:pPr>
            <a:endParaRPr sz="2400" dirty="0"/>
          </a:p>
          <a:p>
            <a:pPr marL="0" lvl="0" indent="0" algn="l" rtl="0">
              <a:spcBef>
                <a:spcPts val="0"/>
              </a:spcBef>
              <a:spcAft>
                <a:spcPts val="0"/>
              </a:spcAft>
              <a:buNone/>
            </a:pPr>
            <a:endParaRPr sz="1800" dirty="0">
              <a:solidFill>
                <a:srgbClr val="FFFFFF"/>
              </a:solidFill>
            </a:endParaRPr>
          </a:p>
          <a:p>
            <a:pPr marL="0" lvl="0" indent="0" algn="l" rtl="0">
              <a:spcBef>
                <a:spcPts val="0"/>
              </a:spcBef>
              <a:spcAft>
                <a:spcPts val="0"/>
              </a:spcAft>
              <a:buNone/>
            </a:pPr>
            <a:endParaRPr sz="2400"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172"/>
          <p:cNvSpPr txBox="1">
            <a:spLocks noGrp="1"/>
          </p:cNvSpPr>
          <p:nvPr>
            <p:ph type="title"/>
          </p:nvPr>
        </p:nvSpPr>
        <p:spPr>
          <a:xfrm>
            <a:off x="464100" y="356675"/>
            <a:ext cx="8135100" cy="235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dirty="0"/>
              <a:t>153.1. </a:t>
            </a:r>
            <a:endParaRPr sz="2400" dirty="0"/>
          </a:p>
          <a:p>
            <a:pPr marL="0" lvl="0" indent="0" algn="l" rtl="0">
              <a:spcBef>
                <a:spcPts val="0"/>
              </a:spcBef>
              <a:spcAft>
                <a:spcPts val="0"/>
              </a:spcAft>
              <a:buNone/>
            </a:pPr>
            <a:r>
              <a:rPr lang="pt-PT" sz="2400" dirty="0"/>
              <a:t>Listar título dos posts, ordenada por ordem decrescente de número de comentários associados a cada </a:t>
            </a:r>
            <a:r>
              <a:rPr lang="pt-PT" sz="2400" dirty="0" err="1"/>
              <a:t>post</a:t>
            </a:r>
            <a:r>
              <a:rPr lang="pt-PT" sz="2400" dirty="0"/>
              <a:t> (em caso de empate, por ordem alfabética do título do </a:t>
            </a:r>
            <a:r>
              <a:rPr lang="pt-PT" sz="2400" dirty="0" err="1"/>
              <a:t>post</a:t>
            </a:r>
            <a:r>
              <a:rPr lang="pt-PT" sz="2400" dirty="0"/>
              <a:t>).</a:t>
            </a:r>
            <a:endParaRPr sz="2400" dirty="0"/>
          </a:p>
          <a:p>
            <a:pPr marL="457200" lvl="0" indent="0" algn="l" rtl="0">
              <a:spcBef>
                <a:spcPts val="0"/>
              </a:spcBef>
              <a:spcAft>
                <a:spcPts val="0"/>
              </a:spcAft>
              <a:buNone/>
            </a:pPr>
            <a:endParaRPr sz="2400" dirty="0"/>
          </a:p>
          <a:p>
            <a:pPr marL="0" lvl="0" indent="0" algn="l" rtl="0">
              <a:spcBef>
                <a:spcPts val="0"/>
              </a:spcBef>
              <a:spcAft>
                <a:spcPts val="0"/>
              </a:spcAft>
              <a:buNone/>
            </a:pPr>
            <a:endParaRPr sz="1800" dirty="0">
              <a:solidFill>
                <a:srgbClr val="FFFFFF"/>
              </a:solidFill>
            </a:endParaRPr>
          </a:p>
          <a:p>
            <a:pPr marL="0" lvl="0" indent="0" algn="l" rtl="0">
              <a:spcBef>
                <a:spcPts val="0"/>
              </a:spcBef>
              <a:spcAft>
                <a:spcPts val="0"/>
              </a:spcAft>
              <a:buNone/>
            </a:pPr>
            <a:endParaRPr sz="2400"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73"/>
          <p:cNvSpPr txBox="1">
            <a:spLocks noGrp="1"/>
          </p:cNvSpPr>
          <p:nvPr>
            <p:ph type="title"/>
          </p:nvPr>
        </p:nvSpPr>
        <p:spPr>
          <a:xfrm>
            <a:off x="464100" y="356675"/>
            <a:ext cx="8135100" cy="235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153.2. </a:t>
            </a:r>
            <a:endParaRPr sz="2400"/>
          </a:p>
          <a:p>
            <a:pPr marL="0" lvl="0" indent="0" algn="l" rtl="0">
              <a:spcBef>
                <a:spcPts val="0"/>
              </a:spcBef>
              <a:spcAft>
                <a:spcPts val="0"/>
              </a:spcAft>
              <a:buNone/>
            </a:pPr>
            <a:r>
              <a:rPr lang="pt-PT" sz="2400"/>
              <a:t>Quem são os administradores do blog que não publicaram nenhum post com a tag 'cooking' entre o dia 29 de agosto de 2019 (inclusive) e os 15 dias seguintes inclusive. Ordene por ordem alfabética inversa da alcunha do administrador.</a:t>
            </a:r>
            <a:endParaRPr sz="2400"/>
          </a:p>
          <a:p>
            <a:pPr marL="45720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174"/>
          <p:cNvSpPr txBox="1">
            <a:spLocks noGrp="1"/>
          </p:cNvSpPr>
          <p:nvPr>
            <p:ph type="title"/>
          </p:nvPr>
        </p:nvSpPr>
        <p:spPr>
          <a:xfrm>
            <a:off x="464100" y="356675"/>
            <a:ext cx="8135100" cy="235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dirty="0"/>
              <a:t>153.3. </a:t>
            </a:r>
            <a:endParaRPr sz="2400" dirty="0"/>
          </a:p>
          <a:p>
            <a:pPr marL="0" lvl="0" indent="0" algn="l" rtl="0">
              <a:spcBef>
                <a:spcPts val="0"/>
              </a:spcBef>
              <a:spcAft>
                <a:spcPts val="0"/>
              </a:spcAft>
              <a:buNone/>
            </a:pPr>
            <a:r>
              <a:rPr lang="pt-PT" sz="2400" dirty="0"/>
              <a:t>Quais os posts que têm um número de comentários acima do número médio de comentários por </a:t>
            </a:r>
            <a:r>
              <a:rPr lang="pt-PT" sz="2400" dirty="0" err="1"/>
              <a:t>post</a:t>
            </a:r>
            <a:r>
              <a:rPr lang="pt-PT" sz="2400" dirty="0"/>
              <a:t>? Número de comentários por </a:t>
            </a:r>
            <a:r>
              <a:rPr lang="pt-PT" sz="2400" dirty="0" err="1"/>
              <a:t>post</a:t>
            </a:r>
            <a:r>
              <a:rPr lang="pt-PT" sz="2400" dirty="0"/>
              <a:t> agrupando por id do </a:t>
            </a:r>
            <a:r>
              <a:rPr lang="pt-PT" sz="2400" dirty="0" err="1"/>
              <a:t>post</a:t>
            </a:r>
            <a:r>
              <a:rPr lang="pt-PT" sz="2400" dirty="0"/>
              <a:t>, calcular a média, contar o nº de comentários de </a:t>
            </a:r>
            <a:r>
              <a:rPr lang="pt-PT" sz="2400" dirty="0" err="1"/>
              <a:t>post</a:t>
            </a:r>
            <a:r>
              <a:rPr lang="pt-PT" sz="2400" dirty="0"/>
              <a:t> e selecionar os que estavam acima da média.</a:t>
            </a:r>
            <a:endParaRPr sz="2400" dirty="0"/>
          </a:p>
          <a:p>
            <a:pPr marL="457200" lvl="0" indent="0" algn="l" rtl="0">
              <a:spcBef>
                <a:spcPts val="0"/>
              </a:spcBef>
              <a:spcAft>
                <a:spcPts val="0"/>
              </a:spcAft>
              <a:buNone/>
            </a:pPr>
            <a:endParaRPr sz="2400" dirty="0"/>
          </a:p>
          <a:p>
            <a:pPr marL="0" lvl="0" indent="0" algn="l" rtl="0">
              <a:spcBef>
                <a:spcPts val="0"/>
              </a:spcBef>
              <a:spcAft>
                <a:spcPts val="0"/>
              </a:spcAft>
              <a:buNone/>
            </a:pPr>
            <a:endParaRPr sz="1800" dirty="0">
              <a:solidFill>
                <a:srgbClr val="FFFFFF"/>
              </a:solidFill>
            </a:endParaRPr>
          </a:p>
          <a:p>
            <a:pPr marL="0" lvl="0" indent="0" algn="l" rtl="0">
              <a:spcBef>
                <a:spcPts val="0"/>
              </a:spcBef>
              <a:spcAft>
                <a:spcPts val="0"/>
              </a:spcAft>
              <a:buNone/>
            </a:pPr>
            <a:endParaRPr sz="2400"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175"/>
          <p:cNvSpPr txBox="1">
            <a:spLocks noGrp="1"/>
          </p:cNvSpPr>
          <p:nvPr>
            <p:ph type="title"/>
          </p:nvPr>
        </p:nvSpPr>
        <p:spPr>
          <a:xfrm>
            <a:off x="464100" y="432875"/>
            <a:ext cx="8135100" cy="274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dirty="0"/>
              <a:t>153.4. </a:t>
            </a:r>
            <a:endParaRPr sz="2400" dirty="0"/>
          </a:p>
          <a:p>
            <a:pPr marL="0" lvl="0" indent="0" algn="l" rtl="0">
              <a:spcBef>
                <a:spcPts val="0"/>
              </a:spcBef>
              <a:spcAft>
                <a:spcPts val="0"/>
              </a:spcAft>
              <a:buNone/>
            </a:pPr>
            <a:r>
              <a:rPr lang="pt-PT" sz="2400" dirty="0"/>
              <a:t>Para cada administrador mostrar o 1º, 2º e 3º posts mais vistos. Se não houver posts que chegue para mostrar também não se mostra. Se houver dois posts empatados em 1º mostra-se esses dois em primeiro (i.e., se houver 3 posts com 10, 3 posts com 5 e 3 posts com 3, mostra-se em 1º 3 posts com 10, em 2º 3 posts com 5 e em 3º 3 posts com 3, totalizando 9).</a:t>
            </a:r>
            <a:endParaRPr sz="2400" dirty="0"/>
          </a:p>
          <a:p>
            <a:pPr marL="457200" lvl="0" indent="0" algn="l" rtl="0">
              <a:spcBef>
                <a:spcPts val="0"/>
              </a:spcBef>
              <a:spcAft>
                <a:spcPts val="0"/>
              </a:spcAft>
              <a:buNone/>
            </a:pPr>
            <a:endParaRPr sz="2400" dirty="0"/>
          </a:p>
          <a:p>
            <a:pPr marL="0" lvl="0" indent="0" algn="l" rtl="0">
              <a:spcBef>
                <a:spcPts val="0"/>
              </a:spcBef>
              <a:spcAft>
                <a:spcPts val="0"/>
              </a:spcAft>
              <a:buNone/>
            </a:pPr>
            <a:endParaRPr sz="1800" dirty="0">
              <a:solidFill>
                <a:srgbClr val="FFFFFF"/>
              </a:solidFill>
            </a:endParaRPr>
          </a:p>
          <a:p>
            <a:pPr marL="0" lvl="0" indent="0" algn="l" rtl="0">
              <a:spcBef>
                <a:spcPts val="0"/>
              </a:spcBef>
              <a:spcAft>
                <a:spcPts val="0"/>
              </a:spcAft>
              <a:buNone/>
            </a:pPr>
            <a:endParaRPr sz="2400"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176"/>
          <p:cNvSpPr txBox="1">
            <a:spLocks noGrp="1"/>
          </p:cNvSpPr>
          <p:nvPr>
            <p:ph type="title"/>
          </p:nvPr>
        </p:nvSpPr>
        <p:spPr>
          <a:xfrm>
            <a:off x="464100" y="356675"/>
            <a:ext cx="8135100" cy="115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154. What is the purpose of the index in sql server?</a:t>
            </a:r>
            <a:endParaRPr sz="2400"/>
          </a:p>
          <a:p>
            <a:pPr marL="45720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24" name="Google Shape;1124;p176"/>
          <p:cNvSpPr txBox="1">
            <a:spLocks noGrp="1"/>
          </p:cNvSpPr>
          <p:nvPr>
            <p:ph type="body" idx="1"/>
          </p:nvPr>
        </p:nvSpPr>
        <p:spPr>
          <a:xfrm>
            <a:off x="659850" y="1513775"/>
            <a:ext cx="7824300" cy="30063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To enhance the query performance</a:t>
            </a:r>
            <a:endParaRPr sz="2400"/>
          </a:p>
          <a:p>
            <a:pPr marL="457200" lvl="0" indent="-381000" algn="l" rtl="0">
              <a:spcBef>
                <a:spcPts val="0"/>
              </a:spcBef>
              <a:spcAft>
                <a:spcPts val="0"/>
              </a:spcAft>
              <a:buSzPts val="2400"/>
              <a:buAutoNum type="arabicPeriod"/>
            </a:pPr>
            <a:r>
              <a:rPr lang="pt-PT" sz="2400"/>
              <a:t>To provide an index to a record</a:t>
            </a:r>
            <a:endParaRPr sz="2400"/>
          </a:p>
          <a:p>
            <a:pPr marL="457200" lvl="0" indent="-381000" algn="l" rtl="0">
              <a:spcBef>
                <a:spcPts val="0"/>
              </a:spcBef>
              <a:spcAft>
                <a:spcPts val="0"/>
              </a:spcAft>
              <a:buSzPts val="2400"/>
              <a:buAutoNum type="arabicPeriod"/>
            </a:pPr>
            <a:r>
              <a:rPr lang="pt-PT" sz="2400"/>
              <a:t>To perform fast searches</a:t>
            </a:r>
            <a:endParaRPr sz="2400"/>
          </a:p>
          <a:p>
            <a:pPr marL="457200" lvl="0" indent="-381000" algn="l" rtl="0">
              <a:spcBef>
                <a:spcPts val="0"/>
              </a:spcBef>
              <a:spcAft>
                <a:spcPts val="0"/>
              </a:spcAft>
              <a:buSzPts val="2400"/>
              <a:buAutoNum type="arabicPeriod"/>
            </a:pPr>
            <a:r>
              <a:rPr lang="pt-PT" sz="2400"/>
              <a:t>All of the mentioned</a:t>
            </a:r>
            <a:endParaRPr sz="2400"/>
          </a:p>
          <a:p>
            <a:pPr marL="0" lvl="0" indent="0" algn="l" rtl="0">
              <a:spcBef>
                <a:spcPts val="1600"/>
              </a:spcBef>
              <a:spcAft>
                <a:spcPts val="1600"/>
              </a:spcAft>
              <a:buNone/>
            </a:pPr>
            <a:endParaRPr sz="240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177"/>
          <p:cNvSpPr txBox="1">
            <a:spLocks noGrp="1"/>
          </p:cNvSpPr>
          <p:nvPr>
            <p:ph type="title"/>
          </p:nvPr>
        </p:nvSpPr>
        <p:spPr>
          <a:xfrm>
            <a:off x="464100" y="356675"/>
            <a:ext cx="8135100" cy="115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155. Does index take space in the disk?</a:t>
            </a:r>
            <a:endParaRPr sz="2400"/>
          </a:p>
          <a:p>
            <a:pPr marL="45720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30" name="Google Shape;1130;p177"/>
          <p:cNvSpPr txBox="1">
            <a:spLocks noGrp="1"/>
          </p:cNvSpPr>
          <p:nvPr>
            <p:ph type="body" idx="1"/>
          </p:nvPr>
        </p:nvSpPr>
        <p:spPr>
          <a:xfrm>
            <a:off x="659850" y="1513775"/>
            <a:ext cx="7824300" cy="30063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It stores memory as and when required</a:t>
            </a:r>
            <a:endParaRPr sz="2400"/>
          </a:p>
          <a:p>
            <a:pPr marL="457200" lvl="0" indent="-381000" algn="l" rtl="0">
              <a:spcBef>
                <a:spcPts val="0"/>
              </a:spcBef>
              <a:spcAft>
                <a:spcPts val="0"/>
              </a:spcAft>
              <a:buSzPts val="2400"/>
              <a:buAutoNum type="arabicPeriod"/>
            </a:pPr>
            <a:r>
              <a:rPr lang="pt-PT" sz="2400"/>
              <a:t>Yes, Indexes are stored on disk</a:t>
            </a:r>
            <a:endParaRPr sz="2400"/>
          </a:p>
          <a:p>
            <a:pPr marL="457200" lvl="0" indent="-381000" algn="l" rtl="0">
              <a:spcBef>
                <a:spcPts val="0"/>
              </a:spcBef>
              <a:spcAft>
                <a:spcPts val="0"/>
              </a:spcAft>
              <a:buSzPts val="2400"/>
              <a:buAutoNum type="arabicPeriod"/>
            </a:pPr>
            <a:r>
              <a:rPr lang="pt-PT" sz="2400"/>
              <a:t>Indexes are never stored on disk</a:t>
            </a:r>
            <a:endParaRPr sz="2400"/>
          </a:p>
          <a:p>
            <a:pPr marL="457200" lvl="0" indent="-381000" algn="l" rtl="0">
              <a:spcBef>
                <a:spcPts val="0"/>
              </a:spcBef>
              <a:spcAft>
                <a:spcPts val="0"/>
              </a:spcAft>
              <a:buSzPts val="2400"/>
              <a:buAutoNum type="arabicPeriod"/>
            </a:pPr>
            <a:r>
              <a:rPr lang="pt-PT" sz="2400"/>
              <a:t>Indexes take no space</a:t>
            </a:r>
            <a:endParaRPr sz="2400"/>
          </a:p>
          <a:p>
            <a:pPr marL="0" lvl="0" indent="0" algn="l" rtl="0">
              <a:spcBef>
                <a:spcPts val="1600"/>
              </a:spcBef>
              <a:spcAft>
                <a:spcPts val="1600"/>
              </a:spcAft>
              <a:buNone/>
            </a:pPr>
            <a:endParaRPr sz="240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178"/>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158. </a:t>
            </a:r>
            <a:r>
              <a:rPr lang="pt-PT" sz="2400">
                <a:solidFill>
                  <a:srgbClr val="FFFFFF"/>
                </a:solidFill>
              </a:rPr>
              <a:t>NoSQL was designed with security in mind, so developers or security teams don't need to worry about implementing a security layer.</a:t>
            </a:r>
            <a:endParaRPr sz="2400">
              <a:solidFill>
                <a:srgbClr val="FFFFFF"/>
              </a:solidFill>
            </a:endParaRPr>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36" name="Google Shape;1136;p178"/>
          <p:cNvSpPr txBox="1">
            <a:spLocks noGrp="1"/>
          </p:cNvSpPr>
          <p:nvPr>
            <p:ph type="body" idx="1"/>
          </p:nvPr>
        </p:nvSpPr>
        <p:spPr>
          <a:xfrm>
            <a:off x="659850" y="1737350"/>
            <a:ext cx="7824300" cy="27828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True</a:t>
            </a:r>
            <a:endParaRPr sz="2400"/>
          </a:p>
          <a:p>
            <a:pPr marL="457200" lvl="0" indent="-381000" algn="l" rtl="0">
              <a:spcBef>
                <a:spcPts val="0"/>
              </a:spcBef>
              <a:spcAft>
                <a:spcPts val="0"/>
              </a:spcAft>
              <a:buSzPts val="2400"/>
              <a:buAutoNum type="arabicPeriod"/>
            </a:pPr>
            <a:r>
              <a:rPr lang="pt-PT" sz="2400"/>
              <a:t>False</a:t>
            </a:r>
            <a:endParaRPr sz="2400"/>
          </a:p>
          <a:p>
            <a:pPr marL="0" lvl="0" indent="0" algn="l" rtl="0">
              <a:spcBef>
                <a:spcPts val="1600"/>
              </a:spcBef>
              <a:spcAft>
                <a:spcPts val="1600"/>
              </a:spcAft>
              <a:buNone/>
            </a:pPr>
            <a:endParaRPr sz="240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179"/>
          <p:cNvSpPr txBox="1">
            <a:spLocks noGrp="1"/>
          </p:cNvSpPr>
          <p:nvPr>
            <p:ph type="title"/>
          </p:nvPr>
        </p:nvSpPr>
        <p:spPr>
          <a:xfrm>
            <a:off x="464100" y="356675"/>
            <a:ext cx="8135100" cy="115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156. Qual o resultado de R / S? </a:t>
            </a:r>
            <a:endParaRPr sz="2400"/>
          </a:p>
          <a:p>
            <a:pPr marL="45720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1142" name="Google Shape;1142;p179"/>
          <p:cNvGraphicFramePr/>
          <p:nvPr/>
        </p:nvGraphicFramePr>
        <p:xfrm>
          <a:off x="934600" y="942975"/>
          <a:ext cx="2170550" cy="3862460"/>
        </p:xfrm>
        <a:graphic>
          <a:graphicData uri="http://schemas.openxmlformats.org/drawingml/2006/table">
            <a:tbl>
              <a:tblPr>
                <a:noFill/>
                <a:tableStyleId>{ED791294-B2B8-48DC-8A3E-B53F5EB67B33}</a:tableStyleId>
              </a:tblPr>
              <a:tblGrid>
                <a:gridCol w="570350">
                  <a:extLst>
                    <a:ext uri="{9D8B030D-6E8A-4147-A177-3AD203B41FA5}">
                      <a16:colId xmlns:a16="http://schemas.microsoft.com/office/drawing/2014/main" val="20000"/>
                    </a:ext>
                  </a:extLst>
                </a:gridCol>
                <a:gridCol w="538150">
                  <a:extLst>
                    <a:ext uri="{9D8B030D-6E8A-4147-A177-3AD203B41FA5}">
                      <a16:colId xmlns:a16="http://schemas.microsoft.com/office/drawing/2014/main" val="20001"/>
                    </a:ext>
                  </a:extLst>
                </a:gridCol>
                <a:gridCol w="552475">
                  <a:extLst>
                    <a:ext uri="{9D8B030D-6E8A-4147-A177-3AD203B41FA5}">
                      <a16:colId xmlns:a16="http://schemas.microsoft.com/office/drawing/2014/main" val="20002"/>
                    </a:ext>
                  </a:extLst>
                </a:gridCol>
                <a:gridCol w="509575">
                  <a:extLst>
                    <a:ext uri="{9D8B030D-6E8A-4147-A177-3AD203B41FA5}">
                      <a16:colId xmlns:a16="http://schemas.microsoft.com/office/drawing/2014/main" val="20003"/>
                    </a:ext>
                  </a:extLst>
                </a:gridCol>
              </a:tblGrid>
              <a:tr h="570800">
                <a:tc>
                  <a:txBody>
                    <a:bodyPr/>
                    <a:lstStyle/>
                    <a:p>
                      <a:pPr marL="0" lvl="0" indent="0" algn="l" rtl="0">
                        <a:spcBef>
                          <a:spcPts val="0"/>
                        </a:spcBef>
                        <a:spcAft>
                          <a:spcPts val="0"/>
                        </a:spcAft>
                        <a:buNone/>
                      </a:pPr>
                      <a:r>
                        <a:rPr lang="pt-PT" sz="2400">
                          <a:solidFill>
                            <a:srgbClr val="FFFFFF"/>
                          </a:solidFill>
                        </a:rPr>
                        <a:t>A</a:t>
                      </a:r>
                      <a:endParaRPr sz="2400">
                        <a:solidFill>
                          <a:srgbClr val="FFFFFF"/>
                        </a:solidFill>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pt-PT" sz="2400">
                          <a:solidFill>
                            <a:srgbClr val="FFFFFF"/>
                          </a:solidFill>
                        </a:rPr>
                        <a:t>B</a:t>
                      </a:r>
                      <a:endParaRPr sz="2400">
                        <a:solidFill>
                          <a:srgbClr val="FFFFFF"/>
                        </a:solidFill>
                      </a:endParaRPr>
                    </a:p>
                  </a:txBody>
                  <a:tcPr marL="91425" marR="91425" marT="91425" marB="91425">
                    <a:lnL w="9525" cap="flat" cmpd="sng">
                      <a:solidFill>
                        <a:srgbClr val="B7B7B7"/>
                      </a:solidFill>
                      <a:prstDash val="solid"/>
                      <a:round/>
                      <a:headEnd type="none" w="sm" len="sm"/>
                      <a:tailEnd type="none" w="sm" len="sm"/>
                    </a:lnL>
                  </a:tcPr>
                </a:tc>
                <a:tc>
                  <a:txBody>
                    <a:bodyPr/>
                    <a:lstStyle/>
                    <a:p>
                      <a:pPr marL="0" lvl="0" indent="0" algn="l" rtl="0">
                        <a:spcBef>
                          <a:spcPts val="0"/>
                        </a:spcBef>
                        <a:spcAft>
                          <a:spcPts val="0"/>
                        </a:spcAft>
                        <a:buNone/>
                      </a:pPr>
                      <a:r>
                        <a:rPr lang="pt-PT" sz="2400">
                          <a:solidFill>
                            <a:srgbClr val="FFFFFF"/>
                          </a:solidFill>
                        </a:rPr>
                        <a:t>C </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D</a:t>
                      </a:r>
                      <a:endParaRPr sz="2400">
                        <a:solidFill>
                          <a:srgbClr val="FFFFFF"/>
                        </a:solidFill>
                      </a:endParaRPr>
                    </a:p>
                  </a:txBody>
                  <a:tcPr marL="91425" marR="91425" marT="91425" marB="91425"/>
                </a:tc>
                <a:extLst>
                  <a:ext uri="{0D108BD9-81ED-4DB2-BD59-A6C34878D82A}">
                    <a16:rowId xmlns:a16="http://schemas.microsoft.com/office/drawing/2014/main" val="10000"/>
                  </a:ext>
                </a:extLst>
              </a:tr>
              <a:tr h="391425">
                <a:tc>
                  <a:txBody>
                    <a:bodyPr/>
                    <a:lstStyle/>
                    <a:p>
                      <a:pPr marL="0" lvl="0" indent="0" algn="l" rtl="0">
                        <a:spcBef>
                          <a:spcPts val="0"/>
                        </a:spcBef>
                        <a:spcAft>
                          <a:spcPts val="0"/>
                        </a:spcAft>
                        <a:buNone/>
                      </a:pPr>
                      <a:r>
                        <a:rPr lang="pt-PT" sz="2400">
                          <a:solidFill>
                            <a:srgbClr val="FFFFFF"/>
                          </a:solidFill>
                        </a:rPr>
                        <a:t>a</a:t>
                      </a:r>
                      <a:endParaRPr sz="2400">
                        <a:solidFill>
                          <a:srgbClr val="FFFFFF"/>
                        </a:solidFill>
                      </a:endParaRPr>
                    </a:p>
                  </a:txBody>
                  <a:tcPr marL="91425" marR="91425" marT="91425" marB="91425">
                    <a:lnT w="9525" cap="flat" cmpd="sng">
                      <a:solidFill>
                        <a:srgbClr val="B7B7B7"/>
                      </a:solidFill>
                      <a:prstDash val="solid"/>
                      <a:round/>
                      <a:headEnd type="none" w="sm" len="sm"/>
                      <a:tailEnd type="none" w="sm" len="sm"/>
                    </a:lnT>
                  </a:tcPr>
                </a:tc>
                <a:tc>
                  <a:txBody>
                    <a:bodyPr/>
                    <a:lstStyle/>
                    <a:p>
                      <a:pPr marL="0" lvl="0" indent="0" algn="l" rtl="0">
                        <a:spcBef>
                          <a:spcPts val="0"/>
                        </a:spcBef>
                        <a:spcAft>
                          <a:spcPts val="0"/>
                        </a:spcAft>
                        <a:buNone/>
                      </a:pPr>
                      <a:r>
                        <a:rPr lang="pt-PT" sz="2400">
                          <a:solidFill>
                            <a:srgbClr val="FFFFFF"/>
                          </a:solidFill>
                        </a:rPr>
                        <a:t>b</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c</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d</a:t>
                      </a:r>
                      <a:endParaRPr sz="2400">
                        <a:solidFill>
                          <a:srgbClr val="FFFFFF"/>
                        </a:solidFill>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pt-PT" sz="2400">
                          <a:solidFill>
                            <a:srgbClr val="FFFFFF"/>
                          </a:solidFill>
                        </a:rPr>
                        <a:t>a</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b</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e</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f</a:t>
                      </a:r>
                      <a:endParaRPr sz="2400">
                        <a:solidFill>
                          <a:srgbClr val="FFFFFF"/>
                        </a:solidFill>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pt-PT" sz="2400">
                          <a:solidFill>
                            <a:srgbClr val="FFFFFF"/>
                          </a:solidFill>
                        </a:rPr>
                        <a:t>b</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c</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e</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f</a:t>
                      </a:r>
                      <a:endParaRPr sz="2400">
                        <a:solidFill>
                          <a:srgbClr val="FFFFFF"/>
                        </a:solidFill>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pt-PT" sz="2400">
                          <a:solidFill>
                            <a:srgbClr val="FFFFFF"/>
                          </a:solidFill>
                        </a:rPr>
                        <a:t>e</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d</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c</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d</a:t>
                      </a:r>
                      <a:endParaRPr sz="2400">
                        <a:solidFill>
                          <a:srgbClr val="FFFFFF"/>
                        </a:solidFill>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pt-PT" sz="2400">
                          <a:solidFill>
                            <a:srgbClr val="FFFFFF"/>
                          </a:solidFill>
                        </a:rPr>
                        <a:t>e</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d</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e</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f</a:t>
                      </a:r>
                      <a:endParaRPr sz="2400">
                        <a:solidFill>
                          <a:srgbClr val="FFFFFF"/>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pt-PT" sz="2400">
                          <a:solidFill>
                            <a:srgbClr val="FFFFFF"/>
                          </a:solidFill>
                        </a:rPr>
                        <a:t>a</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b</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d</a:t>
                      </a:r>
                      <a:endParaRPr sz="2400">
                        <a:solidFill>
                          <a:srgbClr val="FFFFFF"/>
                        </a:solidFill>
                      </a:endParaRPr>
                    </a:p>
                  </a:txBody>
                  <a:tcPr marL="91425" marR="91425" marT="91425" marB="91425"/>
                </a:tc>
                <a:tc>
                  <a:txBody>
                    <a:bodyPr/>
                    <a:lstStyle/>
                    <a:p>
                      <a:pPr marL="0" lvl="0" indent="0" algn="l" rtl="0">
                        <a:spcBef>
                          <a:spcPts val="0"/>
                        </a:spcBef>
                        <a:spcAft>
                          <a:spcPts val="0"/>
                        </a:spcAft>
                        <a:buNone/>
                      </a:pPr>
                      <a:r>
                        <a:rPr lang="pt-PT" sz="2400">
                          <a:solidFill>
                            <a:srgbClr val="FFFFFF"/>
                          </a:solidFill>
                        </a:rPr>
                        <a:t>e</a:t>
                      </a:r>
                      <a:endParaRPr sz="2400">
                        <a:solidFill>
                          <a:srgbClr val="FFFFFF"/>
                        </a:solidFill>
                      </a:endParaRPr>
                    </a:p>
                  </a:txBody>
                  <a:tcPr marL="91425" marR="91425" marT="91425" marB="91425"/>
                </a:tc>
                <a:extLst>
                  <a:ext uri="{0D108BD9-81ED-4DB2-BD59-A6C34878D82A}">
                    <a16:rowId xmlns:a16="http://schemas.microsoft.com/office/drawing/2014/main" val="10006"/>
                  </a:ext>
                </a:extLst>
              </a:tr>
            </a:tbl>
          </a:graphicData>
        </a:graphic>
      </p:graphicFrame>
      <p:sp>
        <p:nvSpPr>
          <p:cNvPr id="1143" name="Google Shape;1143;p179"/>
          <p:cNvSpPr txBox="1"/>
          <p:nvPr/>
        </p:nvSpPr>
        <p:spPr>
          <a:xfrm>
            <a:off x="345750" y="942975"/>
            <a:ext cx="514500" cy="6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3000">
                <a:solidFill>
                  <a:srgbClr val="FFFFFF"/>
                </a:solidFill>
              </a:rPr>
              <a:t>R</a:t>
            </a:r>
            <a:endParaRPr sz="3000">
              <a:solidFill>
                <a:srgbClr val="FFFFFF"/>
              </a:solidFill>
            </a:endParaRPr>
          </a:p>
        </p:txBody>
      </p:sp>
      <p:graphicFrame>
        <p:nvGraphicFramePr>
          <p:cNvPr id="1144" name="Google Shape;1144;p179"/>
          <p:cNvGraphicFramePr/>
          <p:nvPr/>
        </p:nvGraphicFramePr>
        <p:xfrm>
          <a:off x="4820100" y="942975"/>
          <a:ext cx="1113975" cy="1371510"/>
        </p:xfrm>
        <a:graphic>
          <a:graphicData uri="http://schemas.openxmlformats.org/drawingml/2006/table">
            <a:tbl>
              <a:tblPr>
                <a:noFill/>
                <a:tableStyleId>{ED791294-B2B8-48DC-8A3E-B53F5EB67B33}</a:tableStyleId>
              </a:tblPr>
              <a:tblGrid>
                <a:gridCol w="549825">
                  <a:extLst>
                    <a:ext uri="{9D8B030D-6E8A-4147-A177-3AD203B41FA5}">
                      <a16:colId xmlns:a16="http://schemas.microsoft.com/office/drawing/2014/main" val="20000"/>
                    </a:ext>
                  </a:extLst>
                </a:gridCol>
                <a:gridCol w="5641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pt-PT" sz="1800">
                          <a:solidFill>
                            <a:srgbClr val="FFFFFF"/>
                          </a:solidFill>
                        </a:rPr>
                        <a:t>C</a:t>
                      </a:r>
                      <a:endParaRPr sz="1800">
                        <a:solidFill>
                          <a:srgbClr val="FFFFFF"/>
                        </a:solidFill>
                      </a:endParaRPr>
                    </a:p>
                  </a:txBody>
                  <a:tcPr marL="91425" marR="91425" marT="91425" marB="91425"/>
                </a:tc>
                <a:tc>
                  <a:txBody>
                    <a:bodyPr/>
                    <a:lstStyle/>
                    <a:p>
                      <a:pPr marL="0" lvl="0" indent="0" algn="l" rtl="0">
                        <a:spcBef>
                          <a:spcPts val="0"/>
                        </a:spcBef>
                        <a:spcAft>
                          <a:spcPts val="0"/>
                        </a:spcAft>
                        <a:buNone/>
                      </a:pPr>
                      <a:r>
                        <a:rPr lang="pt-PT" sz="1800">
                          <a:solidFill>
                            <a:srgbClr val="FFFFFF"/>
                          </a:solidFill>
                        </a:rPr>
                        <a:t>D</a:t>
                      </a:r>
                      <a:endParaRPr sz="1800">
                        <a:solidFill>
                          <a:srgbClr val="FFFFFF"/>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pt-PT" sz="1800">
                          <a:solidFill>
                            <a:srgbClr val="FFFFFF"/>
                          </a:solidFill>
                        </a:rPr>
                        <a:t>c</a:t>
                      </a:r>
                      <a:endParaRPr sz="1800">
                        <a:solidFill>
                          <a:srgbClr val="FFFFFF"/>
                        </a:solidFill>
                      </a:endParaRPr>
                    </a:p>
                  </a:txBody>
                  <a:tcPr marL="91425" marR="91425" marT="91425" marB="91425"/>
                </a:tc>
                <a:tc>
                  <a:txBody>
                    <a:bodyPr/>
                    <a:lstStyle/>
                    <a:p>
                      <a:pPr marL="0" lvl="0" indent="0" algn="l" rtl="0">
                        <a:spcBef>
                          <a:spcPts val="0"/>
                        </a:spcBef>
                        <a:spcAft>
                          <a:spcPts val="0"/>
                        </a:spcAft>
                        <a:buNone/>
                      </a:pPr>
                      <a:r>
                        <a:rPr lang="pt-PT" sz="1800">
                          <a:solidFill>
                            <a:srgbClr val="FFFFFF"/>
                          </a:solidFill>
                        </a:rPr>
                        <a:t>d</a:t>
                      </a:r>
                      <a:endParaRPr sz="1800">
                        <a:solidFill>
                          <a:srgbClr val="FFFFFF"/>
                        </a:solidFill>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pt-PT" sz="1800">
                          <a:solidFill>
                            <a:srgbClr val="FFFFFF"/>
                          </a:solidFill>
                        </a:rPr>
                        <a:t>e</a:t>
                      </a:r>
                      <a:endParaRPr sz="1800">
                        <a:solidFill>
                          <a:srgbClr val="FFFFFF"/>
                        </a:solidFill>
                      </a:endParaRPr>
                    </a:p>
                  </a:txBody>
                  <a:tcPr marL="91425" marR="91425" marT="91425" marB="91425"/>
                </a:tc>
                <a:tc>
                  <a:txBody>
                    <a:bodyPr/>
                    <a:lstStyle/>
                    <a:p>
                      <a:pPr marL="0" lvl="0" indent="0" algn="l" rtl="0">
                        <a:spcBef>
                          <a:spcPts val="0"/>
                        </a:spcBef>
                        <a:spcAft>
                          <a:spcPts val="0"/>
                        </a:spcAft>
                        <a:buNone/>
                      </a:pPr>
                      <a:r>
                        <a:rPr lang="pt-PT" sz="1800">
                          <a:solidFill>
                            <a:srgbClr val="FFFFFF"/>
                          </a:solidFill>
                        </a:rPr>
                        <a:t>f</a:t>
                      </a:r>
                      <a:endParaRPr sz="1800">
                        <a:solidFill>
                          <a:srgbClr val="FFFFFF"/>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145" name="Google Shape;1145;p179"/>
          <p:cNvSpPr txBox="1"/>
          <p:nvPr/>
        </p:nvSpPr>
        <p:spPr>
          <a:xfrm>
            <a:off x="4184325" y="942975"/>
            <a:ext cx="514500" cy="6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3000">
                <a:solidFill>
                  <a:srgbClr val="FFFFFF"/>
                </a:solidFill>
              </a:rPr>
              <a:t>S</a:t>
            </a:r>
            <a:endParaRPr sz="3000">
              <a:solidFill>
                <a:srgbClr val="FFFFFF"/>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180"/>
          <p:cNvSpPr txBox="1">
            <a:spLocks noGrp="1"/>
          </p:cNvSpPr>
          <p:nvPr>
            <p:ph type="title"/>
          </p:nvPr>
        </p:nvSpPr>
        <p:spPr>
          <a:xfrm>
            <a:off x="464100" y="356675"/>
            <a:ext cx="8135100" cy="115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157. What is a composite key?</a:t>
            </a:r>
            <a:endParaRPr sz="2400"/>
          </a:p>
          <a:p>
            <a:pPr marL="457200" lvl="0" indent="0" algn="l" rtl="0">
              <a:spcBef>
                <a:spcPts val="0"/>
              </a:spcBef>
              <a:spcAft>
                <a:spcPts val="0"/>
              </a:spcAft>
              <a:buNone/>
            </a:pPr>
            <a:endParaRPr sz="2400"/>
          </a:p>
          <a:p>
            <a:pPr marL="0" lvl="0" indent="0" algn="l" rtl="0">
              <a:spcBef>
                <a:spcPts val="0"/>
              </a:spcBef>
              <a:spcAft>
                <a:spcPts val="0"/>
              </a:spcAft>
              <a:buNone/>
            </a:pPr>
            <a:endParaRPr sz="18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51" name="Google Shape;1151;p180"/>
          <p:cNvSpPr txBox="1">
            <a:spLocks noGrp="1"/>
          </p:cNvSpPr>
          <p:nvPr>
            <p:ph type="body" idx="1"/>
          </p:nvPr>
        </p:nvSpPr>
        <p:spPr>
          <a:xfrm>
            <a:off x="659850" y="1513775"/>
            <a:ext cx="7824300" cy="30063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pt-PT" sz="2400"/>
              <a:t>its is a key that is defined as the primary key in another table</a:t>
            </a:r>
            <a:endParaRPr sz="2400"/>
          </a:p>
          <a:p>
            <a:pPr marL="457200" lvl="0" indent="-381000" algn="l" rtl="0">
              <a:spcBef>
                <a:spcPts val="0"/>
              </a:spcBef>
              <a:spcAft>
                <a:spcPts val="0"/>
              </a:spcAft>
              <a:buSzPts val="2400"/>
              <a:buAutoNum type="arabicPeriod"/>
            </a:pPr>
            <a:r>
              <a:rPr lang="pt-PT" sz="2400"/>
              <a:t>it is a key that uniquely identifies a record in a database</a:t>
            </a:r>
            <a:endParaRPr sz="2400"/>
          </a:p>
          <a:p>
            <a:pPr marL="457200" lvl="0" indent="-381000" algn="l" rtl="0">
              <a:spcBef>
                <a:spcPts val="0"/>
              </a:spcBef>
              <a:spcAft>
                <a:spcPts val="0"/>
              </a:spcAft>
              <a:buSzPts val="2400"/>
              <a:buAutoNum type="arabicPeriod"/>
            </a:pPr>
            <a:r>
              <a:rPr lang="pt-PT" sz="2400"/>
              <a:t>its is an optional key and allows null values</a:t>
            </a:r>
            <a:endParaRPr sz="2400"/>
          </a:p>
          <a:p>
            <a:pPr marL="457200" lvl="0" indent="-381000" algn="l" rtl="0">
              <a:spcBef>
                <a:spcPts val="0"/>
              </a:spcBef>
              <a:spcAft>
                <a:spcPts val="0"/>
              </a:spcAft>
              <a:buSzPts val="2400"/>
              <a:buAutoNum type="arabicPeriod"/>
            </a:pPr>
            <a:r>
              <a:rPr lang="pt-PT" sz="2400"/>
              <a:t>it is a primary key that consists of more than one field that uniquely identifies a record</a:t>
            </a:r>
            <a:endParaRPr sz="2400"/>
          </a:p>
          <a:p>
            <a:pPr marL="0" lvl="0" indent="0" algn="l" rtl="0">
              <a:spcBef>
                <a:spcPts val="1600"/>
              </a:spcBef>
              <a:spcAft>
                <a:spcPts val="1600"/>
              </a:spcAft>
              <a:buNone/>
            </a:pPr>
            <a:endParaRPr sz="240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181"/>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159. </a:t>
            </a:r>
            <a:r>
              <a:rPr lang="pt-PT" sz="2400">
                <a:solidFill>
                  <a:srgbClr val="FFFFFF"/>
                </a:solidFill>
              </a:rPr>
              <a:t>Which of the following is not a reason NoSQL has become a popular solution for some organizations?</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57" name="Google Shape;1157;p181"/>
          <p:cNvSpPr txBox="1">
            <a:spLocks noGrp="1"/>
          </p:cNvSpPr>
          <p:nvPr>
            <p:ph type="body" idx="1"/>
          </p:nvPr>
        </p:nvSpPr>
        <p:spPr>
          <a:xfrm>
            <a:off x="659850" y="1437325"/>
            <a:ext cx="7824300" cy="3082800"/>
          </a:xfrm>
          <a:prstGeom prst="rect">
            <a:avLst/>
          </a:prstGeom>
        </p:spPr>
        <p:txBody>
          <a:bodyPr spcFirstLastPara="1" wrap="square" lIns="91425" tIns="91425" rIns="91425" bIns="91425" anchor="t" anchorCtr="0">
            <a:noAutofit/>
          </a:bodyPr>
          <a:lstStyle/>
          <a:p>
            <a:pPr marL="457200" lvl="0" indent="-381000" algn="l" rtl="0">
              <a:spcBef>
                <a:spcPts val="1200"/>
              </a:spcBef>
              <a:spcAft>
                <a:spcPts val="0"/>
              </a:spcAft>
              <a:buClr>
                <a:srgbClr val="999999"/>
              </a:buClr>
              <a:buSzPts val="2400"/>
              <a:buAutoNum type="arabicPeriod"/>
            </a:pPr>
            <a:r>
              <a:rPr lang="pt-PT" sz="2400"/>
              <a:t>Better scalability</a:t>
            </a:r>
            <a:endParaRPr sz="2400"/>
          </a:p>
          <a:p>
            <a:pPr marL="457200" lvl="0" indent="-381000" algn="l" rtl="0">
              <a:spcBef>
                <a:spcPts val="0"/>
              </a:spcBef>
              <a:spcAft>
                <a:spcPts val="0"/>
              </a:spcAft>
              <a:buClr>
                <a:srgbClr val="999999"/>
              </a:buClr>
              <a:buSzPts val="2400"/>
              <a:buAutoNum type="arabicPeriod"/>
            </a:pPr>
            <a:r>
              <a:rPr lang="pt-PT" sz="2400"/>
              <a:t>Improved ability to keep data consistent</a:t>
            </a:r>
            <a:endParaRPr sz="2400"/>
          </a:p>
          <a:p>
            <a:pPr marL="457200" lvl="0" indent="-381000" algn="l" rtl="0">
              <a:spcBef>
                <a:spcPts val="0"/>
              </a:spcBef>
              <a:spcAft>
                <a:spcPts val="0"/>
              </a:spcAft>
              <a:buClr>
                <a:srgbClr val="999999"/>
              </a:buClr>
              <a:buSzPts val="2400"/>
              <a:buAutoNum type="arabicPeriod"/>
            </a:pPr>
            <a:r>
              <a:rPr lang="pt-PT" sz="2400"/>
              <a:t>Faster access to data than relational database management systems (RDBMS)</a:t>
            </a:r>
            <a:endParaRPr sz="2400"/>
          </a:p>
          <a:p>
            <a:pPr marL="457200" lvl="0" indent="-381000" algn="l" rtl="0">
              <a:spcBef>
                <a:spcPts val="0"/>
              </a:spcBef>
              <a:spcAft>
                <a:spcPts val="0"/>
              </a:spcAft>
              <a:buClr>
                <a:srgbClr val="999999"/>
              </a:buClr>
              <a:buSzPts val="2400"/>
              <a:buAutoNum type="arabicPeriod"/>
            </a:pPr>
            <a:r>
              <a:rPr lang="pt-PT" sz="2400"/>
              <a:t>More easily allows for data to be held across multiple servers</a:t>
            </a:r>
            <a:endParaRPr sz="2400"/>
          </a:p>
          <a:p>
            <a:pPr marL="0" lvl="0" indent="0" algn="l" rtl="0">
              <a:spcBef>
                <a:spcPts val="1200"/>
              </a:spcBef>
              <a:spcAft>
                <a:spcPts val="1600"/>
              </a:spcAft>
              <a:buNone/>
            </a:pPr>
            <a:endParaRPr sz="240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p182"/>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160. </a:t>
            </a:r>
            <a:r>
              <a:rPr lang="pt-PT" sz="2400">
                <a:solidFill>
                  <a:srgbClr val="FFFFFF"/>
                </a:solidFill>
              </a:rPr>
              <a:t>NoSQL prohibits structured query language (SQL).</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3" name="Google Shape;1163;p182"/>
          <p:cNvSpPr txBox="1">
            <a:spLocks noGrp="1"/>
          </p:cNvSpPr>
          <p:nvPr>
            <p:ph type="body" idx="1"/>
          </p:nvPr>
        </p:nvSpPr>
        <p:spPr>
          <a:xfrm>
            <a:off x="659850" y="1437325"/>
            <a:ext cx="7824300" cy="3082800"/>
          </a:xfrm>
          <a:prstGeom prst="rect">
            <a:avLst/>
          </a:prstGeom>
        </p:spPr>
        <p:txBody>
          <a:bodyPr spcFirstLastPara="1" wrap="square" lIns="91425" tIns="91425" rIns="91425" bIns="91425" anchor="t" anchorCtr="0">
            <a:noAutofit/>
          </a:bodyPr>
          <a:lstStyle/>
          <a:p>
            <a:pPr marL="457200" lvl="0" indent="-381000" algn="l" rtl="0">
              <a:spcBef>
                <a:spcPts val="1200"/>
              </a:spcBef>
              <a:spcAft>
                <a:spcPts val="0"/>
              </a:spcAft>
              <a:buClr>
                <a:srgbClr val="999999"/>
              </a:buClr>
              <a:buSzPts val="2400"/>
              <a:buAutoNum type="arabicPeriod"/>
            </a:pPr>
            <a:r>
              <a:rPr lang="pt-PT" sz="2400"/>
              <a:t>True</a:t>
            </a:r>
            <a:endParaRPr sz="2400"/>
          </a:p>
          <a:p>
            <a:pPr marL="457200" lvl="0" indent="-381000" algn="l" rtl="0">
              <a:spcBef>
                <a:spcPts val="0"/>
              </a:spcBef>
              <a:spcAft>
                <a:spcPts val="0"/>
              </a:spcAft>
              <a:buClr>
                <a:srgbClr val="999999"/>
              </a:buClr>
              <a:buSzPts val="2400"/>
              <a:buAutoNum type="arabicPeriod"/>
            </a:pPr>
            <a:r>
              <a:rPr lang="pt-PT" sz="2400"/>
              <a:t>False</a:t>
            </a:r>
            <a:endParaRPr sz="2400"/>
          </a:p>
          <a:p>
            <a:pPr marL="0" lvl="0" indent="0" algn="l" rtl="0">
              <a:spcBef>
                <a:spcPts val="1200"/>
              </a:spcBef>
              <a:spcAft>
                <a:spcPts val="1600"/>
              </a:spcAft>
              <a:buNone/>
            </a:pPr>
            <a:endParaRPr sz="240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183"/>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161.</a:t>
            </a:r>
            <a:r>
              <a:rPr lang="pt-PT" sz="2400">
                <a:solidFill>
                  <a:srgbClr val="FFFFFF"/>
                </a:solidFill>
              </a:rPr>
              <a:t> When is it best to use a NoSQL database?</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9" name="Google Shape;1169;p183"/>
          <p:cNvSpPr txBox="1">
            <a:spLocks noGrp="1"/>
          </p:cNvSpPr>
          <p:nvPr>
            <p:ph type="body" idx="1"/>
          </p:nvPr>
        </p:nvSpPr>
        <p:spPr>
          <a:xfrm>
            <a:off x="659850" y="1451625"/>
            <a:ext cx="7824300" cy="3082800"/>
          </a:xfrm>
          <a:prstGeom prst="rect">
            <a:avLst/>
          </a:prstGeom>
        </p:spPr>
        <p:txBody>
          <a:bodyPr spcFirstLastPara="1" wrap="square" lIns="91425" tIns="91425" rIns="91425" bIns="91425" anchor="t" anchorCtr="0">
            <a:noAutofit/>
          </a:bodyPr>
          <a:lstStyle/>
          <a:p>
            <a:pPr marL="457200" lvl="0" indent="-381000" algn="l" rtl="0">
              <a:spcBef>
                <a:spcPts val="1200"/>
              </a:spcBef>
              <a:spcAft>
                <a:spcPts val="0"/>
              </a:spcAft>
              <a:buClr>
                <a:srgbClr val="999999"/>
              </a:buClr>
              <a:buSzPts val="2400"/>
              <a:buAutoNum type="arabicPeriod"/>
            </a:pPr>
            <a:r>
              <a:rPr lang="pt-PT" sz="2400"/>
              <a:t>When providing confidentiality, integrity and availability is crucial</a:t>
            </a:r>
            <a:endParaRPr sz="2400"/>
          </a:p>
          <a:p>
            <a:pPr marL="457200" lvl="0" indent="-381000" algn="l" rtl="0">
              <a:spcBef>
                <a:spcPts val="0"/>
              </a:spcBef>
              <a:spcAft>
                <a:spcPts val="0"/>
              </a:spcAft>
              <a:buClr>
                <a:srgbClr val="999999"/>
              </a:buClr>
              <a:buSzPts val="2400"/>
              <a:buAutoNum type="arabicPeriod"/>
            </a:pPr>
            <a:r>
              <a:rPr lang="pt-PT" sz="2400"/>
              <a:t>When the data is predictable</a:t>
            </a:r>
            <a:endParaRPr sz="2400"/>
          </a:p>
          <a:p>
            <a:pPr marL="457200" lvl="0" indent="-381000" algn="l" rtl="0">
              <a:spcBef>
                <a:spcPts val="0"/>
              </a:spcBef>
              <a:spcAft>
                <a:spcPts val="0"/>
              </a:spcAft>
              <a:buClr>
                <a:srgbClr val="999999"/>
              </a:buClr>
              <a:buSzPts val="2400"/>
              <a:buAutoNum type="arabicPeriod"/>
            </a:pPr>
            <a:r>
              <a:rPr lang="pt-PT" sz="2400"/>
              <a:t>When the retrieval of large quantities of data is needed</a:t>
            </a:r>
            <a:endParaRPr sz="2400"/>
          </a:p>
          <a:p>
            <a:pPr marL="457200" lvl="0" indent="-381000" algn="l" rtl="0">
              <a:spcBef>
                <a:spcPts val="0"/>
              </a:spcBef>
              <a:spcAft>
                <a:spcPts val="0"/>
              </a:spcAft>
              <a:buClr>
                <a:srgbClr val="999999"/>
              </a:buClr>
              <a:buSzPts val="2400"/>
              <a:buAutoNum type="arabicPeriod"/>
            </a:pPr>
            <a:r>
              <a:rPr lang="pt-PT" sz="2400"/>
              <a:t>When the retrieval speed of data is not critical</a:t>
            </a:r>
            <a:endParaRPr sz="2400"/>
          </a:p>
          <a:p>
            <a:pPr marL="0" lvl="0" indent="0" algn="l" rtl="0">
              <a:spcBef>
                <a:spcPts val="1200"/>
              </a:spcBef>
              <a:spcAft>
                <a:spcPts val="1600"/>
              </a:spcAft>
              <a:buNone/>
            </a:pPr>
            <a:endParaRPr sz="240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184"/>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162.</a:t>
            </a:r>
            <a:r>
              <a:rPr lang="pt-PT" sz="2400">
                <a:solidFill>
                  <a:srgbClr val="FFFFFF"/>
                </a:solidFill>
              </a:rPr>
              <a:t> NoSQL databases are most often referred to as:</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75" name="Google Shape;1175;p184"/>
          <p:cNvSpPr txBox="1">
            <a:spLocks noGrp="1"/>
          </p:cNvSpPr>
          <p:nvPr>
            <p:ph type="body" idx="1"/>
          </p:nvPr>
        </p:nvSpPr>
        <p:spPr>
          <a:xfrm>
            <a:off x="659850" y="1451625"/>
            <a:ext cx="7824300" cy="3082800"/>
          </a:xfrm>
          <a:prstGeom prst="rect">
            <a:avLst/>
          </a:prstGeom>
        </p:spPr>
        <p:txBody>
          <a:bodyPr spcFirstLastPara="1" wrap="square" lIns="91425" tIns="91425" rIns="91425" bIns="91425" anchor="t" anchorCtr="0">
            <a:noAutofit/>
          </a:bodyPr>
          <a:lstStyle/>
          <a:p>
            <a:pPr marL="457200" lvl="0" indent="-381000" algn="l" rtl="0">
              <a:spcBef>
                <a:spcPts val="1200"/>
              </a:spcBef>
              <a:spcAft>
                <a:spcPts val="0"/>
              </a:spcAft>
              <a:buClr>
                <a:srgbClr val="999999"/>
              </a:buClr>
              <a:buSzPts val="2400"/>
              <a:buAutoNum type="arabicPeriod"/>
            </a:pPr>
            <a:r>
              <a:rPr lang="pt-PT" sz="2400"/>
              <a:t>Relational</a:t>
            </a:r>
            <a:endParaRPr sz="2400"/>
          </a:p>
          <a:p>
            <a:pPr marL="457200" lvl="0" indent="-381000" algn="l" rtl="0">
              <a:spcBef>
                <a:spcPts val="0"/>
              </a:spcBef>
              <a:spcAft>
                <a:spcPts val="0"/>
              </a:spcAft>
              <a:buClr>
                <a:srgbClr val="999999"/>
              </a:buClr>
              <a:buSzPts val="2400"/>
              <a:buAutoNum type="arabicPeriod"/>
            </a:pPr>
            <a:r>
              <a:rPr lang="pt-PT" sz="2400"/>
              <a:t>Distributed</a:t>
            </a:r>
            <a:endParaRPr sz="2400"/>
          </a:p>
          <a:p>
            <a:pPr marL="457200" lvl="0" indent="-381000" algn="l" rtl="0">
              <a:spcBef>
                <a:spcPts val="0"/>
              </a:spcBef>
              <a:spcAft>
                <a:spcPts val="0"/>
              </a:spcAft>
              <a:buClr>
                <a:srgbClr val="999999"/>
              </a:buClr>
              <a:buSzPts val="2400"/>
              <a:buAutoNum type="arabicPeriod"/>
            </a:pPr>
            <a:r>
              <a:rPr lang="pt-PT" sz="2400"/>
              <a:t>Object-oriented</a:t>
            </a:r>
            <a:endParaRPr sz="2400"/>
          </a:p>
          <a:p>
            <a:pPr marL="457200" lvl="0" indent="-381000" algn="l" rtl="0">
              <a:spcBef>
                <a:spcPts val="0"/>
              </a:spcBef>
              <a:spcAft>
                <a:spcPts val="0"/>
              </a:spcAft>
              <a:buClr>
                <a:srgbClr val="999999"/>
              </a:buClr>
              <a:buSzPts val="2400"/>
              <a:buAutoNum type="arabicPeriod"/>
            </a:pPr>
            <a:r>
              <a:rPr lang="pt-PT" sz="2400"/>
              <a:t>Network</a:t>
            </a:r>
            <a:endParaRPr sz="2400"/>
          </a:p>
          <a:p>
            <a:pPr marL="0" lvl="0" indent="0" algn="l" rtl="0">
              <a:spcBef>
                <a:spcPts val="1200"/>
              </a:spcBef>
              <a:spcAft>
                <a:spcPts val="1600"/>
              </a:spcAft>
              <a:buNone/>
            </a:pPr>
            <a:endParaRPr sz="240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179"/>
        <p:cNvGrpSpPr/>
        <p:nvPr/>
      </p:nvGrpSpPr>
      <p:grpSpPr>
        <a:xfrm>
          <a:off x="0" y="0"/>
          <a:ext cx="0" cy="0"/>
          <a:chOff x="0" y="0"/>
          <a:chExt cx="0" cy="0"/>
        </a:xfrm>
      </p:grpSpPr>
      <p:sp>
        <p:nvSpPr>
          <p:cNvPr id="1180" name="Google Shape;1180;p185"/>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163.</a:t>
            </a:r>
            <a:r>
              <a:rPr lang="pt-PT" sz="2400">
                <a:solidFill>
                  <a:srgbClr val="FFFFFF"/>
                </a:solidFill>
              </a:rPr>
              <a:t> SQL databases are:</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81" name="Google Shape;1181;p185"/>
          <p:cNvSpPr txBox="1">
            <a:spLocks noGrp="1"/>
          </p:cNvSpPr>
          <p:nvPr>
            <p:ph type="body" idx="1"/>
          </p:nvPr>
        </p:nvSpPr>
        <p:spPr>
          <a:xfrm>
            <a:off x="659850" y="1451625"/>
            <a:ext cx="7824300" cy="3082800"/>
          </a:xfrm>
          <a:prstGeom prst="rect">
            <a:avLst/>
          </a:prstGeom>
        </p:spPr>
        <p:txBody>
          <a:bodyPr spcFirstLastPara="1" wrap="square" lIns="91425" tIns="91425" rIns="91425" bIns="91425" anchor="t" anchorCtr="0">
            <a:noAutofit/>
          </a:bodyPr>
          <a:lstStyle/>
          <a:p>
            <a:pPr marL="457200" lvl="0" indent="-381000" algn="l" rtl="0">
              <a:spcBef>
                <a:spcPts val="1200"/>
              </a:spcBef>
              <a:spcAft>
                <a:spcPts val="0"/>
              </a:spcAft>
              <a:buClr>
                <a:srgbClr val="999999"/>
              </a:buClr>
              <a:buSzPts val="2400"/>
              <a:buAutoNum type="arabicPeriod"/>
            </a:pPr>
            <a:r>
              <a:rPr lang="pt-PT" sz="2400"/>
              <a:t>Horizontally scalable</a:t>
            </a:r>
            <a:endParaRPr sz="2400"/>
          </a:p>
          <a:p>
            <a:pPr marL="457200" lvl="0" indent="-381000" algn="l" rtl="0">
              <a:spcBef>
                <a:spcPts val="0"/>
              </a:spcBef>
              <a:spcAft>
                <a:spcPts val="0"/>
              </a:spcAft>
              <a:buClr>
                <a:srgbClr val="999999"/>
              </a:buClr>
              <a:buSzPts val="2400"/>
              <a:buAutoNum type="arabicPeriod"/>
            </a:pPr>
            <a:r>
              <a:rPr lang="pt-PT" sz="2400"/>
              <a:t>Vertically scalable</a:t>
            </a:r>
            <a:endParaRPr sz="2400"/>
          </a:p>
          <a:p>
            <a:pPr marL="457200" lvl="0" indent="-381000" algn="l" rtl="0">
              <a:spcBef>
                <a:spcPts val="0"/>
              </a:spcBef>
              <a:spcAft>
                <a:spcPts val="0"/>
              </a:spcAft>
              <a:buClr>
                <a:srgbClr val="999999"/>
              </a:buClr>
              <a:buSzPts val="2400"/>
              <a:buAutoNum type="arabicPeriod"/>
            </a:pPr>
            <a:r>
              <a:rPr lang="pt-PT" sz="2400"/>
              <a:t>Either horizontally or vertically scalable</a:t>
            </a:r>
            <a:endParaRPr sz="2400"/>
          </a:p>
          <a:p>
            <a:pPr marL="457200" lvl="0" indent="-381000" algn="l" rtl="0">
              <a:spcBef>
                <a:spcPts val="0"/>
              </a:spcBef>
              <a:spcAft>
                <a:spcPts val="0"/>
              </a:spcAft>
              <a:buClr>
                <a:srgbClr val="999999"/>
              </a:buClr>
              <a:buSzPts val="2400"/>
              <a:buAutoNum type="arabicPeriod"/>
            </a:pPr>
            <a:r>
              <a:rPr lang="pt-PT" sz="2400"/>
              <a:t>They don't scale.</a:t>
            </a:r>
            <a:endParaRPr sz="2400"/>
          </a:p>
          <a:p>
            <a:pPr marL="0" lvl="0" indent="0" algn="l" rtl="0">
              <a:spcBef>
                <a:spcPts val="1200"/>
              </a:spcBef>
              <a:spcAft>
                <a:spcPts val="1600"/>
              </a:spcAft>
              <a:buNone/>
            </a:pPr>
            <a:endParaRPr sz="240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185"/>
        <p:cNvGrpSpPr/>
        <p:nvPr/>
      </p:nvGrpSpPr>
      <p:grpSpPr>
        <a:xfrm>
          <a:off x="0" y="0"/>
          <a:ext cx="0" cy="0"/>
          <a:chOff x="0" y="0"/>
          <a:chExt cx="0" cy="0"/>
        </a:xfrm>
      </p:grpSpPr>
      <p:sp>
        <p:nvSpPr>
          <p:cNvPr id="1186" name="Google Shape;1186;p186"/>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t>164.</a:t>
            </a:r>
            <a:r>
              <a:rPr lang="pt-PT" sz="2400">
                <a:solidFill>
                  <a:srgbClr val="FFFFFF"/>
                </a:solidFill>
              </a:rPr>
              <a:t> Which of the following is a reason to use an SQL database?</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87" name="Google Shape;1187;p186"/>
          <p:cNvSpPr txBox="1">
            <a:spLocks noGrp="1"/>
          </p:cNvSpPr>
          <p:nvPr>
            <p:ph type="body" idx="1"/>
          </p:nvPr>
        </p:nvSpPr>
        <p:spPr>
          <a:xfrm>
            <a:off x="659850" y="1451625"/>
            <a:ext cx="7824300" cy="3082800"/>
          </a:xfrm>
          <a:prstGeom prst="rect">
            <a:avLst/>
          </a:prstGeom>
        </p:spPr>
        <p:txBody>
          <a:bodyPr spcFirstLastPara="1" wrap="square" lIns="91425" tIns="91425" rIns="91425" bIns="91425" anchor="t" anchorCtr="0">
            <a:noAutofit/>
          </a:bodyPr>
          <a:lstStyle/>
          <a:p>
            <a:pPr marL="457200" lvl="0" indent="-381000" algn="l" rtl="0">
              <a:spcBef>
                <a:spcPts val="1200"/>
              </a:spcBef>
              <a:spcAft>
                <a:spcPts val="0"/>
              </a:spcAft>
              <a:buClr>
                <a:srgbClr val="999999"/>
              </a:buClr>
              <a:buSzPts val="2400"/>
              <a:buAutoNum type="arabicPeriod"/>
            </a:pPr>
            <a:r>
              <a:rPr lang="pt-PT" sz="2400"/>
              <a:t>It can easily store unstructured data.</a:t>
            </a:r>
            <a:endParaRPr sz="2400"/>
          </a:p>
          <a:p>
            <a:pPr marL="457200" lvl="0" indent="-381000" algn="l" rtl="0">
              <a:spcBef>
                <a:spcPts val="0"/>
              </a:spcBef>
              <a:spcAft>
                <a:spcPts val="0"/>
              </a:spcAft>
              <a:buClr>
                <a:srgbClr val="999999"/>
              </a:buClr>
              <a:buSzPts val="2400"/>
              <a:buAutoNum type="arabicPeriod"/>
            </a:pPr>
            <a:r>
              <a:rPr lang="pt-PT" sz="2400"/>
              <a:t>It's ACID-compliant.</a:t>
            </a:r>
            <a:endParaRPr sz="2400"/>
          </a:p>
          <a:p>
            <a:pPr marL="457200" lvl="0" indent="-381000" algn="l" rtl="0">
              <a:spcBef>
                <a:spcPts val="0"/>
              </a:spcBef>
              <a:spcAft>
                <a:spcPts val="0"/>
              </a:spcAft>
              <a:buClr>
                <a:srgbClr val="999999"/>
              </a:buClr>
              <a:buSzPts val="2400"/>
              <a:buAutoNum type="arabicPeriod"/>
            </a:pPr>
            <a:r>
              <a:rPr lang="pt-PT" sz="2400"/>
              <a:t>It can enable development in the cloud.</a:t>
            </a:r>
            <a:endParaRPr sz="2400"/>
          </a:p>
          <a:p>
            <a:pPr marL="457200" lvl="0" indent="-381000" algn="l" rtl="0">
              <a:spcBef>
                <a:spcPts val="0"/>
              </a:spcBef>
              <a:spcAft>
                <a:spcPts val="0"/>
              </a:spcAft>
              <a:buClr>
                <a:srgbClr val="999999"/>
              </a:buClr>
              <a:buSzPts val="2400"/>
              <a:buAutoNum type="arabicPeriod"/>
            </a:pPr>
            <a:r>
              <a:rPr lang="pt-PT" sz="2400"/>
              <a:t>All of the above</a:t>
            </a:r>
            <a:endParaRPr sz="2400"/>
          </a:p>
          <a:p>
            <a:pPr marL="0" lvl="0" indent="0" algn="l" rtl="0">
              <a:spcBef>
                <a:spcPts val="1200"/>
              </a:spcBef>
              <a:spcAft>
                <a:spcPts val="1600"/>
              </a:spcAft>
              <a:buNone/>
            </a:pPr>
            <a:endParaRPr sz="240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p187"/>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solidFill>
                  <a:srgbClr val="FFFFFF"/>
                </a:solidFill>
              </a:rPr>
              <a:t>165. Which of the following is a primary classification for NoSQL architectures?</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93" name="Google Shape;1193;p187"/>
          <p:cNvSpPr txBox="1">
            <a:spLocks noGrp="1"/>
          </p:cNvSpPr>
          <p:nvPr>
            <p:ph type="body" idx="1"/>
          </p:nvPr>
        </p:nvSpPr>
        <p:spPr>
          <a:xfrm>
            <a:off x="659850" y="1451625"/>
            <a:ext cx="7824300" cy="3082800"/>
          </a:xfrm>
          <a:prstGeom prst="rect">
            <a:avLst/>
          </a:prstGeom>
        </p:spPr>
        <p:txBody>
          <a:bodyPr spcFirstLastPara="1" wrap="square" lIns="91425" tIns="91425" rIns="91425" bIns="91425" anchor="t" anchorCtr="0">
            <a:noAutofit/>
          </a:bodyPr>
          <a:lstStyle/>
          <a:p>
            <a:pPr marL="457200" lvl="0" indent="-381000" algn="l" rtl="0">
              <a:spcBef>
                <a:spcPts val="1200"/>
              </a:spcBef>
              <a:spcAft>
                <a:spcPts val="0"/>
              </a:spcAft>
              <a:buClr>
                <a:srgbClr val="999999"/>
              </a:buClr>
              <a:buSzPts val="2400"/>
              <a:buAutoNum type="arabicPeriod"/>
            </a:pPr>
            <a:r>
              <a:rPr lang="pt-PT" sz="2400"/>
              <a:t>Document databases</a:t>
            </a:r>
            <a:endParaRPr sz="2400"/>
          </a:p>
          <a:p>
            <a:pPr marL="457200" lvl="0" indent="-381000" algn="l" rtl="0">
              <a:spcBef>
                <a:spcPts val="0"/>
              </a:spcBef>
              <a:spcAft>
                <a:spcPts val="0"/>
              </a:spcAft>
              <a:buClr>
                <a:srgbClr val="999999"/>
              </a:buClr>
              <a:buSzPts val="2400"/>
              <a:buAutoNum type="arabicPeriod"/>
            </a:pPr>
            <a:r>
              <a:rPr lang="pt-PT" sz="2400"/>
              <a:t>Graph databases</a:t>
            </a:r>
            <a:endParaRPr sz="2400"/>
          </a:p>
          <a:p>
            <a:pPr marL="457200" lvl="0" indent="-381000" algn="l" rtl="0">
              <a:spcBef>
                <a:spcPts val="0"/>
              </a:spcBef>
              <a:spcAft>
                <a:spcPts val="0"/>
              </a:spcAft>
              <a:buClr>
                <a:srgbClr val="999999"/>
              </a:buClr>
              <a:buSzPts val="2400"/>
              <a:buAutoNum type="arabicPeriod"/>
            </a:pPr>
            <a:r>
              <a:rPr lang="pt-PT" sz="2400"/>
              <a:t>Key-value databases</a:t>
            </a:r>
            <a:endParaRPr sz="2400"/>
          </a:p>
          <a:p>
            <a:pPr marL="457200" lvl="0" indent="-381000" algn="l" rtl="0">
              <a:spcBef>
                <a:spcPts val="0"/>
              </a:spcBef>
              <a:spcAft>
                <a:spcPts val="0"/>
              </a:spcAft>
              <a:buClr>
                <a:srgbClr val="999999"/>
              </a:buClr>
              <a:buSzPts val="2400"/>
              <a:buAutoNum type="arabicPeriod"/>
            </a:pPr>
            <a:r>
              <a:rPr lang="pt-PT" sz="2400"/>
              <a:t>All of the above</a:t>
            </a:r>
            <a:endParaRPr sz="2400"/>
          </a:p>
          <a:p>
            <a:pPr marL="0" lvl="0" indent="0" algn="l" rtl="0">
              <a:spcBef>
                <a:spcPts val="1200"/>
              </a:spcBef>
              <a:spcAft>
                <a:spcPts val="1600"/>
              </a:spcAft>
              <a:buNone/>
            </a:pPr>
            <a:endParaRPr sz="240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188"/>
          <p:cNvSpPr txBox="1">
            <a:spLocks noGrp="1"/>
          </p:cNvSpPr>
          <p:nvPr>
            <p:ph type="title"/>
          </p:nvPr>
        </p:nvSpPr>
        <p:spPr>
          <a:xfrm>
            <a:off x="464100" y="356675"/>
            <a:ext cx="8247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solidFill>
                  <a:srgbClr val="FFFFFF"/>
                </a:solidFill>
              </a:rPr>
              <a:t>166. </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199" name="Google Shape;1199;p188"/>
          <p:cNvPicPr preferRelativeResize="0"/>
          <p:nvPr/>
        </p:nvPicPr>
        <p:blipFill>
          <a:blip r:embed="rId3">
            <a:alphaModFix/>
          </a:blip>
          <a:stretch>
            <a:fillRect/>
          </a:stretch>
        </p:blipFill>
        <p:spPr>
          <a:xfrm>
            <a:off x="2631749" y="356675"/>
            <a:ext cx="6008750" cy="3153749"/>
          </a:xfrm>
          <a:prstGeom prst="rect">
            <a:avLst/>
          </a:prstGeom>
          <a:noFill/>
          <a:ln>
            <a:noFill/>
          </a:ln>
        </p:spPr>
      </p:pic>
      <p:pic>
        <p:nvPicPr>
          <p:cNvPr id="1200" name="Google Shape;1200;p188"/>
          <p:cNvPicPr preferRelativeResize="0"/>
          <p:nvPr/>
        </p:nvPicPr>
        <p:blipFill>
          <a:blip r:embed="rId4">
            <a:alphaModFix/>
          </a:blip>
          <a:stretch>
            <a:fillRect/>
          </a:stretch>
        </p:blipFill>
        <p:spPr>
          <a:xfrm>
            <a:off x="2631750" y="3514700"/>
            <a:ext cx="6008751" cy="1300441"/>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sp>
        <p:nvSpPr>
          <p:cNvPr id="1205" name="Google Shape;1205;p189"/>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solidFill>
                  <a:srgbClr val="FFFFFF"/>
                </a:solidFill>
              </a:rPr>
              <a:t>166.1. Find all the Toy Story movies</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209"/>
        <p:cNvGrpSpPr/>
        <p:nvPr/>
      </p:nvGrpSpPr>
      <p:grpSpPr>
        <a:xfrm>
          <a:off x="0" y="0"/>
          <a:ext cx="0" cy="0"/>
          <a:chOff x="0" y="0"/>
          <a:chExt cx="0" cy="0"/>
        </a:xfrm>
      </p:grpSpPr>
      <p:sp>
        <p:nvSpPr>
          <p:cNvPr id="1210" name="Google Shape;1210;p190"/>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solidFill>
                  <a:srgbClr val="FFFFFF"/>
                </a:solidFill>
              </a:rPr>
              <a:t>166.2. List the last four Pixar movies released (ordered from most recent to least)</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191"/>
          <p:cNvSpPr txBox="1">
            <a:spLocks noGrp="1"/>
          </p:cNvSpPr>
          <p:nvPr>
            <p:ph type="title"/>
          </p:nvPr>
        </p:nvSpPr>
        <p:spPr>
          <a:xfrm>
            <a:off x="464100" y="356675"/>
            <a:ext cx="8247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solidFill>
                  <a:srgbClr val="FFFFFF"/>
                </a:solidFill>
              </a:rPr>
              <a:t>167. </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216" name="Google Shape;1216;p191"/>
          <p:cNvPicPr preferRelativeResize="0"/>
          <p:nvPr/>
        </p:nvPicPr>
        <p:blipFill>
          <a:blip r:embed="rId3">
            <a:alphaModFix/>
          </a:blip>
          <a:stretch>
            <a:fillRect/>
          </a:stretch>
        </p:blipFill>
        <p:spPr>
          <a:xfrm>
            <a:off x="464100" y="1247625"/>
            <a:ext cx="4200123" cy="2204475"/>
          </a:xfrm>
          <a:prstGeom prst="rect">
            <a:avLst/>
          </a:prstGeom>
          <a:noFill/>
          <a:ln>
            <a:noFill/>
          </a:ln>
        </p:spPr>
      </p:pic>
      <p:pic>
        <p:nvPicPr>
          <p:cNvPr id="1217" name="Google Shape;1217;p191"/>
          <p:cNvPicPr preferRelativeResize="0"/>
          <p:nvPr/>
        </p:nvPicPr>
        <p:blipFill rotWithShape="1">
          <a:blip r:embed="rId4">
            <a:alphaModFix/>
          </a:blip>
          <a:srcRect/>
          <a:stretch/>
        </p:blipFill>
        <p:spPr>
          <a:xfrm>
            <a:off x="464100" y="3452089"/>
            <a:ext cx="4200125" cy="712436"/>
          </a:xfrm>
          <a:prstGeom prst="rect">
            <a:avLst/>
          </a:prstGeom>
          <a:noFill/>
          <a:ln>
            <a:noFill/>
          </a:ln>
        </p:spPr>
      </p:pic>
      <p:pic>
        <p:nvPicPr>
          <p:cNvPr id="1218" name="Google Shape;1218;p191"/>
          <p:cNvPicPr preferRelativeResize="0"/>
          <p:nvPr/>
        </p:nvPicPr>
        <p:blipFill>
          <a:blip r:embed="rId5">
            <a:alphaModFix/>
          </a:blip>
          <a:stretch>
            <a:fillRect/>
          </a:stretch>
        </p:blipFill>
        <p:spPr>
          <a:xfrm>
            <a:off x="4951201" y="1247634"/>
            <a:ext cx="3979475" cy="1947142"/>
          </a:xfrm>
          <a:prstGeom prst="rect">
            <a:avLst/>
          </a:prstGeom>
          <a:noFill/>
          <a:ln>
            <a:noFill/>
          </a:ln>
        </p:spPr>
      </p:pic>
      <p:pic>
        <p:nvPicPr>
          <p:cNvPr id="1219" name="Google Shape;1219;p191"/>
          <p:cNvPicPr preferRelativeResize="0"/>
          <p:nvPr/>
        </p:nvPicPr>
        <p:blipFill>
          <a:blip r:embed="rId6">
            <a:alphaModFix/>
          </a:blip>
          <a:stretch>
            <a:fillRect/>
          </a:stretch>
        </p:blipFill>
        <p:spPr>
          <a:xfrm>
            <a:off x="4951194" y="3194770"/>
            <a:ext cx="3979476" cy="1588325"/>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223"/>
        <p:cNvGrpSpPr/>
        <p:nvPr/>
      </p:nvGrpSpPr>
      <p:grpSpPr>
        <a:xfrm>
          <a:off x="0" y="0"/>
          <a:ext cx="0" cy="0"/>
          <a:chOff x="0" y="0"/>
          <a:chExt cx="0" cy="0"/>
        </a:xfrm>
      </p:grpSpPr>
      <p:sp>
        <p:nvSpPr>
          <p:cNvPr id="1224" name="Google Shape;1224;p192"/>
          <p:cNvSpPr txBox="1">
            <a:spLocks noGrp="1"/>
          </p:cNvSpPr>
          <p:nvPr>
            <p:ph type="title"/>
          </p:nvPr>
        </p:nvSpPr>
        <p:spPr>
          <a:xfrm>
            <a:off x="464100" y="356675"/>
            <a:ext cx="8135100" cy="130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sz="2400">
                <a:solidFill>
                  <a:srgbClr val="FFFFFF"/>
                </a:solidFill>
              </a:rPr>
              <a:t>167.1. List all the movies by their ratings in descending order</a:t>
            </a:r>
            <a:endParaRPr sz="2400">
              <a:solidFill>
                <a:srgbClr val="FFFFFF"/>
              </a:solidFill>
            </a:endParaRPr>
          </a:p>
          <a:p>
            <a:pPr marL="0" lvl="0" indent="0" algn="l" rtl="0">
              <a:spcBef>
                <a:spcPts val="0"/>
              </a:spcBef>
              <a:spcAft>
                <a:spcPts val="0"/>
              </a:spcAft>
              <a:buNone/>
            </a:pPr>
            <a:endParaRPr sz="2400">
              <a:solidFill>
                <a:srgbClr val="FFFFFF"/>
              </a:solidFill>
            </a:endParaRPr>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7232</TotalTime>
  <Words>20574</Words>
  <Application>Microsoft Office PowerPoint</Application>
  <PresentationFormat>Apresentação no Ecrã (16:9)</PresentationFormat>
  <Paragraphs>4607</Paragraphs>
  <Slides>141</Slides>
  <Notes>141</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141</vt:i4>
      </vt:variant>
    </vt:vector>
  </HeadingPairs>
  <TitlesOfParts>
    <vt:vector size="145" baseType="lpstr">
      <vt:lpstr>Arial</vt:lpstr>
      <vt:lpstr>Roboto</vt:lpstr>
      <vt:lpstr>Courier New</vt:lpstr>
      <vt:lpstr>Simple Dark</vt:lpstr>
      <vt:lpstr>PREPARAÇÃO EXAME</vt:lpstr>
      <vt:lpstr>2.   Which of the following query would display the distinct honours subjects in the STUDENTS table? </vt:lpstr>
      <vt:lpstr>3. Which of the following is not true about SQL joins? </vt:lpstr>
      <vt:lpstr>4. Which of the following FD can’t be implied from FD set: {A-&gt;B, A-&gt;BC, C-&gt;D}? </vt:lpstr>
      <vt:lpstr>5. Which of the following statements is correct? </vt:lpstr>
      <vt:lpstr>6. How many classes are in {books, publishers, authors, book titles and book year}? </vt:lpstr>
      <vt:lpstr>7. How many associations would you create between book, publisher and author? </vt:lpstr>
      <vt:lpstr>8. What would be the multiplicity of the association between book and author? </vt:lpstr>
      <vt:lpstr>9. What would be the multiplicity of the association between book and publisher? </vt:lpstr>
      <vt:lpstr>10. Which of the following statements is correct? </vt:lpstr>
      <vt:lpstr>11. Which of the following statements is correct? </vt:lpstr>
      <vt:lpstr>12. Which of the following statements is correct? </vt:lpstr>
      <vt:lpstr>13. Which of the following statements are TRUE about an SQL query? </vt:lpstr>
      <vt:lpstr>14. </vt:lpstr>
      <vt:lpstr>15. </vt:lpstr>
      <vt:lpstr>16. </vt:lpstr>
      <vt:lpstr>17. </vt:lpstr>
      <vt:lpstr>18. Relation R has eight attributes ABCDEFGH. Fields of R contain only atomic values. F = {CH-&gt;G, A-&gt;BC, B-&gt;CFH, E-&gt;A, F-&gt;EG} is a set of functional dependencies (FDs) so that F+ is exactly the set of FDs that hold for R. How many candidate keys does the relation R have? </vt:lpstr>
      <vt:lpstr>19. Relation R has eight attributes ABCDEFGH. Fields of R contain only atomic values. F = {CH-&gt;G, A-&gt;BC, B-&gt;CFH, E-&gt;A, F-&gt;EG} is a set of functional dependencies (FDs) so that F+ is exactly the set of FDs that hold for R. The relation R is... </vt:lpstr>
      <vt:lpstr>20. Which of the following is TRUE? </vt:lpstr>
      <vt:lpstr>21. </vt:lpstr>
      <vt:lpstr>22. Consider the relation scheme R = {E, F, G, H, I, J, K, L, M, N} and the set of functional dependencies {{E, F}-&gt;{G}, {F}-&gt;{I, J}, {E, H}-&gt;{K, L}, K-&gt;{M}, L-&gt;{N} on R. What is the key for R? </vt:lpstr>
      <vt:lpstr>24.  </vt:lpstr>
      <vt:lpstr>25. The maximum number of superkeys for the relation schema R(E, F, G, H) with E as the key is  </vt:lpstr>
      <vt:lpstr>26. Regarding the presented relation, which of the following statements is correct? </vt:lpstr>
      <vt:lpstr>27. How many relations are created from this conceptual model? </vt:lpstr>
      <vt:lpstr>28. How many relations are created from this conceptual model? </vt:lpstr>
      <vt:lpstr>29. Where would the foreign key be, if you map this conceptual model to 2 relations? </vt:lpstr>
      <vt:lpstr>30. This relation has redundancy because...?  </vt:lpstr>
      <vt:lpstr>31. Identify a deletion anomaly.  </vt:lpstr>
      <vt:lpstr>32. The set of relations created by decomposition for preventing anomalies is called:  </vt:lpstr>
      <vt:lpstr>33. Identify the correct statement.  </vt:lpstr>
      <vt:lpstr>34. Which functional dependency is completely non-trivial?  </vt:lpstr>
      <vt:lpstr>35. AB-&gt;A can be obtained:  </vt:lpstr>
      <vt:lpstr>36. What is the closure of {A, C}?  </vt:lpstr>
      <vt:lpstr>37. Identify the correct statement   </vt:lpstr>
      <vt:lpstr>38. Identify the correct statement   </vt:lpstr>
      <vt:lpstr>39. Identify the correct statement   </vt:lpstr>
      <vt:lpstr>40. R(A, B, C, D) is in the 3rd Form if...   </vt:lpstr>
      <vt:lpstr>41. For R1 and R2 and R3 to be a decomposition of R, ...  </vt:lpstr>
      <vt:lpstr>42. Is the Movie relation in BCNF?  </vt:lpstr>
      <vt:lpstr>43. Compute the functional dependencies for Movie2(studioName, title, year, presAddr)  </vt:lpstr>
      <vt:lpstr>44. Decompose Movie to BCNF starting with studioName-&gt;president. The final decomposed schema...  </vt:lpstr>
      <vt:lpstr>45. The tableau of the chase test will have...  </vt:lpstr>
      <vt:lpstr>46. Let R(A, B, C, D, E) have B-&gt;E and CE-&gt;A. The decomposition in R1(A, B, C); R2(B, C, D) and        R3(A, C, E):  </vt:lpstr>
      <vt:lpstr>47. Is the Movie relation in 3NF?  </vt:lpstr>
      <vt:lpstr>48. Find a minimal base for the following functional dependencies...  </vt:lpstr>
      <vt:lpstr>49. How many relations will result from the 3NF decomposition?  </vt:lpstr>
      <vt:lpstr>50. Normally, how would the model ‘G62-340-US’ be stored?  </vt:lpstr>
      <vt:lpstr>51. Can this table be created in SQLite?  </vt:lpstr>
      <vt:lpstr>52. How do you alter Laptop to eliminate the attribute screen?  </vt:lpstr>
      <vt:lpstr>53. Alter the Laptop schema to add the attribute opt-disk with a default value of ‘none’.  </vt:lpstr>
      <vt:lpstr>54. Constraints can be declared...  </vt:lpstr>
      <vt:lpstr>55. The presented constraint be checked should be checked every time there is an  </vt:lpstr>
      <vt:lpstr>56. If you want to impose that hd is always higher than ram what constraint would you create?  </vt:lpstr>
      <vt:lpstr>57. How many foreign keys would you suggest for the presented database?  </vt:lpstr>
      <vt:lpstr>58. Every model on PC must be in Product. All violations set referencing values to NULL. Foreign key  </vt:lpstr>
      <vt:lpstr>59. What happens when PCs with model ‘G62-340-US’ are updated to ‘G72-340-US’?  </vt:lpstr>
      <vt:lpstr>60. Constraint naming...  </vt:lpstr>
      <vt:lpstr>93. List the names of the teachers of group 12  </vt:lpstr>
      <vt:lpstr>94. List the names of the students enrolled in the course 456  </vt:lpstr>
      <vt:lpstr>95. Student ⋉ Teacher returns:  </vt:lpstr>
      <vt:lpstr>96. Which of the following is true?  </vt:lpstr>
      <vt:lpstr>97.   </vt:lpstr>
      <vt:lpstr>98. Which of the following is true?   </vt:lpstr>
      <vt:lpstr>99. What does this expression returns?   </vt:lpstr>
      <vt:lpstr>100. Which of the following is a fundamental operation in relational algebra?  </vt:lpstr>
      <vt:lpstr>101. SELECT sName FROM Student, Apply WHERE GPA&gt;3.8;  </vt:lpstr>
      <vt:lpstr>102. SELECT DISTINCT sName, GPA FROM Student;  </vt:lpstr>
      <vt:lpstr>103. SELECT cName, enr FROM College WHERE cName like ‘%F_UP%’;  </vt:lpstr>
      <vt:lpstr>104. SELECT sName FROM student S1, student S2 WHERE S1.GPA = S2.GPA;  </vt:lpstr>
      <vt:lpstr>105. SELECT cName FROM College; &lt;operator&gt; SELECT cName FROM Apply;  </vt:lpstr>
      <vt:lpstr>106. What will be returned for the query in the image?  </vt:lpstr>
      <vt:lpstr>107. What will be returned for the query in the image?  </vt:lpstr>
      <vt:lpstr>108. SELECT cName FROM College WHERE NOT IN (SELECT cName FROM Apply WHERE dec=’N’)  </vt:lpstr>
      <vt:lpstr>109. How many tuples are returned?  </vt:lpstr>
      <vt:lpstr>110. In the SELECT clause  </vt:lpstr>
      <vt:lpstr>111. SELECT cName FROM College NATURAL LEFT JOIN Apply;  </vt:lpstr>
      <vt:lpstr>112. SELECT state, major, dec FROM College FULL OUTER JOIN Apply using(cName);  </vt:lpstr>
      <vt:lpstr>113. Which of the following is true concerning triggers?  </vt:lpstr>
      <vt:lpstr>114. What referencing variables can be used in statement-level AFTER INSERT triggers?  </vt:lpstr>
      <vt:lpstr>115. After the execution of this trigger:  </vt:lpstr>
      <vt:lpstr>116. The effect of this trigger...  </vt:lpstr>
      <vt:lpstr>117. Identify possible reasons to use views.  </vt:lpstr>
      <vt:lpstr>118. When we run a query that refers to a view...  </vt:lpstr>
      <vt:lpstr>119. When views are dropped...  </vt:lpstr>
      <vt:lpstr>120. T(A, B, C) has the tuples: (1,1,3), (1,2,3), (2,1,4), (2,3,5), (2,4,1), (3,2,4) and (3,3,6).  </vt:lpstr>
      <vt:lpstr>121. SELECT cName, avg(GPA) FROM Student NATURAL JOIN Apply GROUP BY cName HAVING dec LIKE ’Y’;  </vt:lpstr>
      <vt:lpstr>122. SELECT S.sID, count(dec) FROM Student S, Apply A WHERE S.sID=A.sID GROUP BY S.sID;  </vt:lpstr>
      <vt:lpstr>123. SELECT CName, S.sID, min(GPA) FROM Student S, Apply A WHERE S.sID=A.sID GROUP BY CName;  </vt:lpstr>
      <vt:lpstr>124. SELECT SName, min(GPA), avg(GPA), max(GPA) FROM Student;  </vt:lpstr>
      <vt:lpstr>125. SELECT avg(HS) FROM Student;  </vt:lpstr>
      <vt:lpstr>126. The query...  </vt:lpstr>
      <vt:lpstr>127. SELECT * FROM Student S1, Student S2 WHERE S1.HS=S2.HS;  </vt:lpstr>
      <vt:lpstr>128. INSERT INTO Student(sName, GPA) VALUES(‘Louise’, 3.9); *Executado no SQLite*  </vt:lpstr>
      <vt:lpstr>129. T1 has a serializable behaviour...  </vt:lpstr>
      <vt:lpstr>130. Consider two money transfers: #1 (from account A to account B) and #2 (from B to A)  </vt:lpstr>
      <vt:lpstr>131. What ensures that once transaction changes are done, they cannot be undone or lost?  </vt:lpstr>
      <vt:lpstr>132. Which of the following has “all-or-none” property?  </vt:lpstr>
      <vt:lpstr>133. Which of the following is not a reason NoSQL has become a popular solution?  </vt:lpstr>
      <vt:lpstr>134. Most NoSQL support automatic _______, meaning that you get high disaster recovery.  </vt:lpstr>
      <vt:lpstr>135. Sharding...  </vt:lpstr>
      <vt:lpstr>136. It is best to use a NoSQL database when...  </vt:lpstr>
      <vt:lpstr>137. STUDENTS(student_code, first_name, last_name, email, phone_no, date_of_birth, honours_subject, percentage_of_marks);  Write a query that lists the average percentage of marks in each honours subject, when the average is more than 50 percent?   </vt:lpstr>
      <vt:lpstr>138. Which of the following is not true about modifying rows in a table?   </vt:lpstr>
      <vt:lpstr>139. STUDENTS(student_code, first_name, last_name, email, phone_no, date_of_birth, honours_subject, percentage_of_marks); Write a simple view named all_marks_english that contains the names and percentage of marks of the students in the honours_subject ‘Eng01’?    </vt:lpstr>
      <vt:lpstr>140. Which of the following code will retrieve data from the view all_marks_english, created in the previous question?    </vt:lpstr>
      <vt:lpstr>141.    </vt:lpstr>
      <vt:lpstr>142. Write a query that select all distinct pet names.    </vt:lpstr>
      <vt:lpstr>143. Write a query that selects the item name and the name of its seller for each item that belongs to a seller with a rating greater than 4. The query should return the name of the item as the first column and name of the seller as the second column.   </vt:lpstr>
      <vt:lpstr>144. The following data definition defines an organization's employee hierarchy. An employee is a manager if any other employee has their managerId set to this employee's id. That means John is a manager if at least one other employee has their managerId set to John's id. Write a query that selects the names of employees who are not managers.    </vt:lpstr>
      <vt:lpstr>145. Uma florista pretende implementar um sistema de informação que guarde os tipos de flores e os acessórios que usa em arranjos florais. Também pretende guardar a quantidade de cada tipo de flor ou acessório utilizado em cada arranjo. Para os acessórios é necessário guardar a sua cor (logo não é preciso guardar a cor para mais nada, apenas para os acessórios). Selecionar UML adequado.     </vt:lpstr>
      <vt:lpstr>146.      </vt:lpstr>
      <vt:lpstr>147. O seguinte modelo UML representa corretamente uma árvore genealógica?        </vt:lpstr>
      <vt:lpstr>148. Uma relação pode ter várias chaves candidatas.    </vt:lpstr>
      <vt:lpstr>149. Que características é que um conjunto de dependências funcionais tem que ter para estar na base mínima?       </vt:lpstr>
      <vt:lpstr>150. Let us consider the relation StarsIn (title, year, starName). Suppose that there are three database operations that we sometimes perform on this relation:  A: SELECT title, year      FROM StarsIn      WHERE starName = s;  B: SELECT starName      FROM StarsIn      WHERE title = t AND year = y;  C: INSERT INTO StarsIn VALUES(t, y, s);      </vt:lpstr>
      <vt:lpstr>151. Let us consider the relation StarsIn (title, year, starName). Suppose that there are three database operations that we sometimes perform on this relation:  A: SELECT title, year      FROM StarsIn      WHERE starName = s;  B: SELECT starName      FROM StarsIn      WHERE title = t AND year = y;  C: INSERT INTO StarsIn VALUES(t, y, s);      </vt:lpstr>
      <vt:lpstr>152. Comparando com bases de dados relacionais, as bases de dados NoSQL são melhores em:      </vt:lpstr>
      <vt:lpstr>153. Temos um blog, que representa a informação sobre os seus utilizadores, posts, comentários e tags associadas a esses posts. Nesse sistema alguns utilizadores são administradores do blog. Posts(idPost, datePublished, author→Users, views, text, title) Comments(idComment, idPost→Posts, idUser→Users, datePosted, commentText) Tags(idTag, tagText) PostsTags(idPost→Posts, idTag→Tags) Users(idUser, nick, isAdmin)       </vt:lpstr>
      <vt:lpstr>153.1.  Listar título dos posts, ordenada por ordem decrescente de número de comentários associados a cada post (em caso de empate, por ordem alfabética do título do post).      </vt:lpstr>
      <vt:lpstr>153.2.  Quem são os administradores do blog que não publicaram nenhum post com a tag 'cooking' entre o dia 29 de agosto de 2019 (inclusive) e os 15 dias seguintes inclusive. Ordene por ordem alfabética inversa da alcunha do administrador.      </vt:lpstr>
      <vt:lpstr>153.3.  Quais os posts que têm um número de comentários acima do número médio de comentários por post? Número de comentários por post agrupando por id do post, calcular a média, contar o nº de comentários de post e selecionar os que estavam acima da média.      </vt:lpstr>
      <vt:lpstr>153.4.  Para cada administrador mostrar o 1º, 2º e 3º posts mais vistos. Se não houver posts que chegue para mostrar também não se mostra. Se houver dois posts empatados em 1º mostra-se esses dois em primeiro (i.e., se houver 3 posts com 10, 3 posts com 5 e 3 posts com 3, mostra-se em 1º 3 posts com 10, em 2º 3 posts com 5 e em 3º 3 posts com 3, totalizando 9).      </vt:lpstr>
      <vt:lpstr>154. What is the purpose of the index in sql server?      </vt:lpstr>
      <vt:lpstr>155. Does index take space in the disk?      </vt:lpstr>
      <vt:lpstr>158. NoSQL was designed with security in mind, so developers or security teams don't need to worry about implementing a security layer.     </vt:lpstr>
      <vt:lpstr>156. Qual o resultado de R / S?       </vt:lpstr>
      <vt:lpstr>157. What is a composite key?      </vt:lpstr>
      <vt:lpstr>159. Which of the following is not a reason NoSQL has become a popular solution for some organizations?     </vt:lpstr>
      <vt:lpstr>160. NoSQL prohibits structured query language (SQL).     </vt:lpstr>
      <vt:lpstr>161. When is it best to use a NoSQL database?     </vt:lpstr>
      <vt:lpstr>162. NoSQL databases are most often referred to as:     </vt:lpstr>
      <vt:lpstr>163. SQL databases are:     </vt:lpstr>
      <vt:lpstr>164. Which of the following is a reason to use an SQL database?     </vt:lpstr>
      <vt:lpstr>165. Which of the following is a primary classification for NoSQL architectures?     </vt:lpstr>
      <vt:lpstr>166.      </vt:lpstr>
      <vt:lpstr>166.1. Find all the Toy Story movies     </vt:lpstr>
      <vt:lpstr>166.2. List the last four Pixar movies released (ordered from most recent to least)     </vt:lpstr>
      <vt:lpstr>167.      </vt:lpstr>
      <vt:lpstr>167.1. List all the movies by their ratings in descending order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PREPARAÇÃO EXAME</dc:title>
  <cp:lastModifiedBy>Luisa Maria Cabral Mesquita Oliveira Correia</cp:lastModifiedBy>
  <cp:revision>39</cp:revision>
  <dcterms:modified xsi:type="dcterms:W3CDTF">2021-10-05T21:15:04Z</dcterms:modified>
</cp:coreProperties>
</file>